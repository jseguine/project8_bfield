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4"/>
  </p:sldMasterIdLst>
  <p:notesMasterIdLst>
    <p:notesMasterId r:id="rId167"/>
  </p:notesMasterIdLst>
  <p:sldIdLst>
    <p:sldId id="256" r:id="rId5"/>
    <p:sldId id="257" r:id="rId6"/>
    <p:sldId id="258" r:id="rId7"/>
    <p:sldId id="259" r:id="rId8"/>
    <p:sldId id="260" r:id="rId9"/>
    <p:sldId id="261" r:id="rId10"/>
    <p:sldId id="262" r:id="rId11"/>
    <p:sldId id="263" r:id="rId12"/>
    <p:sldId id="264" r:id="rId13"/>
    <p:sldId id="265" r:id="rId14"/>
    <p:sldId id="266" r:id="rId15"/>
    <p:sldId id="268" r:id="rId16"/>
    <p:sldId id="275" r:id="rId17"/>
    <p:sldId id="274" r:id="rId18"/>
    <p:sldId id="270" r:id="rId19"/>
    <p:sldId id="271" r:id="rId20"/>
    <p:sldId id="272" r:id="rId21"/>
    <p:sldId id="269" r:id="rId22"/>
    <p:sldId id="267" r:id="rId23"/>
    <p:sldId id="273" r:id="rId24"/>
    <p:sldId id="276" r:id="rId25"/>
    <p:sldId id="277" r:id="rId26"/>
    <p:sldId id="278" r:id="rId27"/>
    <p:sldId id="279" r:id="rId28"/>
    <p:sldId id="280" r:id="rId29"/>
    <p:sldId id="295" r:id="rId30"/>
    <p:sldId id="281" r:id="rId31"/>
    <p:sldId id="282" r:id="rId32"/>
    <p:sldId id="283" r:id="rId33"/>
    <p:sldId id="286" r:id="rId34"/>
    <p:sldId id="288" r:id="rId35"/>
    <p:sldId id="289" r:id="rId36"/>
    <p:sldId id="285" r:id="rId37"/>
    <p:sldId id="290" r:id="rId38"/>
    <p:sldId id="287" r:id="rId39"/>
    <p:sldId id="291" r:id="rId40"/>
    <p:sldId id="293" r:id="rId41"/>
    <p:sldId id="294" r:id="rId42"/>
    <p:sldId id="284" r:id="rId43"/>
    <p:sldId id="297" r:id="rId44"/>
    <p:sldId id="298" r:id="rId45"/>
    <p:sldId id="299" r:id="rId46"/>
    <p:sldId id="301" r:id="rId47"/>
    <p:sldId id="300" r:id="rId48"/>
    <p:sldId id="302" r:id="rId49"/>
    <p:sldId id="303" r:id="rId50"/>
    <p:sldId id="304" r:id="rId51"/>
    <p:sldId id="305" r:id="rId52"/>
    <p:sldId id="306" r:id="rId53"/>
    <p:sldId id="307" r:id="rId54"/>
    <p:sldId id="308" r:id="rId55"/>
    <p:sldId id="309" r:id="rId56"/>
    <p:sldId id="310" r:id="rId57"/>
    <p:sldId id="312" r:id="rId58"/>
    <p:sldId id="313" r:id="rId59"/>
    <p:sldId id="314" r:id="rId60"/>
    <p:sldId id="316" r:id="rId61"/>
    <p:sldId id="315" r:id="rId62"/>
    <p:sldId id="317" r:id="rId63"/>
    <p:sldId id="319" r:id="rId64"/>
    <p:sldId id="318" r:id="rId65"/>
    <p:sldId id="321" r:id="rId66"/>
    <p:sldId id="322" r:id="rId67"/>
    <p:sldId id="324" r:id="rId68"/>
    <p:sldId id="329" r:id="rId69"/>
    <p:sldId id="330" r:id="rId70"/>
    <p:sldId id="326" r:id="rId71"/>
    <p:sldId id="327" r:id="rId72"/>
    <p:sldId id="338" r:id="rId73"/>
    <p:sldId id="336" r:id="rId74"/>
    <p:sldId id="325" r:id="rId75"/>
    <p:sldId id="320" r:id="rId76"/>
    <p:sldId id="346" r:id="rId77"/>
    <p:sldId id="347" r:id="rId78"/>
    <p:sldId id="348" r:id="rId79"/>
    <p:sldId id="349" r:id="rId80"/>
    <p:sldId id="350" r:id="rId81"/>
    <p:sldId id="351" r:id="rId82"/>
    <p:sldId id="352" r:id="rId83"/>
    <p:sldId id="353" r:id="rId84"/>
    <p:sldId id="354" r:id="rId85"/>
    <p:sldId id="345" r:id="rId86"/>
    <p:sldId id="356" r:id="rId87"/>
    <p:sldId id="357" r:id="rId88"/>
    <p:sldId id="358" r:id="rId89"/>
    <p:sldId id="359" r:id="rId90"/>
    <p:sldId id="360" r:id="rId91"/>
    <p:sldId id="361" r:id="rId92"/>
    <p:sldId id="374" r:id="rId93"/>
    <p:sldId id="362" r:id="rId94"/>
    <p:sldId id="371" r:id="rId95"/>
    <p:sldId id="355" r:id="rId96"/>
    <p:sldId id="363" r:id="rId97"/>
    <p:sldId id="366" r:id="rId98"/>
    <p:sldId id="367" r:id="rId99"/>
    <p:sldId id="368" r:id="rId100"/>
    <p:sldId id="369" r:id="rId101"/>
    <p:sldId id="370" r:id="rId102"/>
    <p:sldId id="372" r:id="rId103"/>
    <p:sldId id="364" r:id="rId104"/>
    <p:sldId id="375" r:id="rId105"/>
    <p:sldId id="373" r:id="rId106"/>
    <p:sldId id="377" r:id="rId107"/>
    <p:sldId id="378" r:id="rId108"/>
    <p:sldId id="379" r:id="rId109"/>
    <p:sldId id="380" r:id="rId110"/>
    <p:sldId id="381" r:id="rId111"/>
    <p:sldId id="382" r:id="rId112"/>
    <p:sldId id="383" r:id="rId113"/>
    <p:sldId id="384" r:id="rId114"/>
    <p:sldId id="398" r:id="rId115"/>
    <p:sldId id="386" r:id="rId116"/>
    <p:sldId id="389" r:id="rId117"/>
    <p:sldId id="387" r:id="rId118"/>
    <p:sldId id="392" r:id="rId119"/>
    <p:sldId id="388" r:id="rId120"/>
    <p:sldId id="393" r:id="rId121"/>
    <p:sldId id="394" r:id="rId122"/>
    <p:sldId id="397" r:id="rId123"/>
    <p:sldId id="395" r:id="rId124"/>
    <p:sldId id="396" r:id="rId125"/>
    <p:sldId id="399" r:id="rId126"/>
    <p:sldId id="401" r:id="rId127"/>
    <p:sldId id="405" r:id="rId128"/>
    <p:sldId id="406" r:id="rId129"/>
    <p:sldId id="407" r:id="rId130"/>
    <p:sldId id="408" r:id="rId131"/>
    <p:sldId id="400" r:id="rId132"/>
    <p:sldId id="409" r:id="rId133"/>
    <p:sldId id="419" r:id="rId134"/>
    <p:sldId id="412" r:id="rId135"/>
    <p:sldId id="411" r:id="rId136"/>
    <p:sldId id="413" r:id="rId137"/>
    <p:sldId id="414" r:id="rId138"/>
    <p:sldId id="415" r:id="rId139"/>
    <p:sldId id="416" r:id="rId140"/>
    <p:sldId id="417" r:id="rId141"/>
    <p:sldId id="418" r:id="rId142"/>
    <p:sldId id="420" r:id="rId143"/>
    <p:sldId id="421" r:id="rId144"/>
    <p:sldId id="426" r:id="rId145"/>
    <p:sldId id="433" r:id="rId146"/>
    <p:sldId id="434" r:id="rId147"/>
    <p:sldId id="435" r:id="rId148"/>
    <p:sldId id="422" r:id="rId149"/>
    <p:sldId id="425" r:id="rId150"/>
    <p:sldId id="424" r:id="rId151"/>
    <p:sldId id="428" r:id="rId152"/>
    <p:sldId id="430" r:id="rId153"/>
    <p:sldId id="432" r:id="rId154"/>
    <p:sldId id="410" r:id="rId155"/>
    <p:sldId id="436" r:id="rId156"/>
    <p:sldId id="437" r:id="rId157"/>
    <p:sldId id="439" r:id="rId158"/>
    <p:sldId id="438" r:id="rId159"/>
    <p:sldId id="443" r:id="rId160"/>
    <p:sldId id="441" r:id="rId161"/>
    <p:sldId id="440" r:id="rId162"/>
    <p:sldId id="442" r:id="rId163"/>
    <p:sldId id="444" r:id="rId164"/>
    <p:sldId id="446" r:id="rId165"/>
    <p:sldId id="445" r:id="rId1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AEEB6D-ABC0-CAB4-5CFE-CE6616E41264}" name="Khan, Mubasshir" initials="MK" userId="S::mkh241@uky.edu::a90577d8-653f-4b97-8344-e5bdb30a4cf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E70A89-BEC4-4FD9-8666-CB833EDD7A81}" v="4308" dt="2026-03-06T15:09:57.3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68" d="100"/>
          <a:sy n="68" d="100"/>
        </p:scale>
        <p:origin x="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theme" Target="theme/theme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tableStyles" Target="tableStyles.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2" Type="http://schemas.microsoft.com/office/2015/10/relationships/revisionInfo" Target="revisionInfo.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13.922"/>
    </inkml:context>
    <inkml:brush xml:id="br0">
      <inkml:brushProperty name="width" value="0.04286" units="cm"/>
      <inkml:brushProperty name="height" value="0.04286" units="cm"/>
    </inkml:brush>
  </inkml:definitions>
  <inkml:trace contextRef="#ctx0" brushRef="#br0">107 128 8155,'11'-14'-572,"-1"2"0,-3 0 1,0 0 571,-2-4 0,-3 4 0,-2-2 0,0 9 0,0-4 0,0 11 0,0 5 0,0 7 0,0 5 0,0 2 0,0 3 0,0 4 0,-7 5 0,0 10 0,2-1 0,3 1 0,2-5 0,0 2 0,0 5 0,0 0 0,0-8 0,0-1 0,0 2 0,0 2 0,0-5 0,0 1 0,0-1 0,0-2 0,0-2 0,0-10 0,0 0 0,0 0 0,0 1 0,0-1 0,0 0 0,0 0 0,0 1 0,0-1 0,0-9 0,0-3 0,0-9 0,0-2 0,0-5 0,-10-5 0,8-9 0,-7-1 0</inkml:trace>
  <inkml:trace contextRef="#ctx0" brushRef="#br0" timeOffset="1367">128 149 6441,'0'-12'0,"0"1"0,0 3 0,0 4 0,0-10 0,9 9 0,3-5 0,0 1 0,7 4 0,-5-7 0,5 3 0,2-5 0,0 7 0,1 2 0,-1-4 0,0 1 0,-7 1 0,1 7 0,-1 0 0,7 0 0,-7 0 0,0 0 0,0 10 0,8 4 0,-10-2 0,-3 0 0,0-3 0,-6 8 0,4-3 0,2 5 0,-2 2 0,-2 0 0,-3-7 0,-2 0 0,0 3 0,0 2 0,-2-5 0,-3 0 0,-4 0 0,-3-2 0,5 7 0,-7-5 0,-3 5 0,1-5 0,-1-2 0,3 0 0,-2 0 0,4-5 0,-2 5 0,-3-3 0,-2 5 0,-2-7 0,7 8 0,0-8 0,9 0 0,-5-7 0,10 0 0,0 0 0,8-3 0,-1-4 0,9 5 0,-2-5 0,-2 4 0,2 3 0,-7 0 0,8 0 0,-8 3 0,7 4 0,-7-2 0,7 9 0,-2-7 0,4 5 0,-1-3 0,-8 8 0,7-3 0,-7 2 0,5 1 0,-3-3 0,-4 3 0,0-6 0,-1 4 0,3 1 0,0 3 0,-7 2 0,0 0 0,0 1 0,0-1 0,0 0 0,0 0 0,0 1 0,0-1 0,0 0 0,0 0 0,0 1 0,-2-3 0,-5-5 0,2 5 0,-7-5 0,3 5 0,-5-5 0,4-2 0,1 0 0,0-1 0,-6-4 0,6 5 0,-3-2 0,-2 4 0,-7-5 0,-1 3 0,8-7 0,0 2 0,-2-5 0,-3-2 0,0 3 0,2 1 0,3 3 0,-2-2 0,-3-3 0,-5-2 0,-4 0 0,11 0 0,-4-2 0,2-3 0,0-2 0,0-2 0,3 4 0,2-2 0,9-2 0,-2 2 0,4 4 0,3-6 0,10-1 0,2-2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19.158"/>
    </inkml:context>
    <inkml:brush xml:id="br0">
      <inkml:brushProperty name="width" value="0.04286" units="cm"/>
      <inkml:brushProperty name="height" value="0.04286" units="cm"/>
    </inkml:brush>
  </inkml:definitions>
  <inkml:trace contextRef="#ctx0" brushRef="#br0">0 0 7077,'12'3'0,"-5"4"0,-5 7 0,-2 5 0,0 2 0,0 0 0,0 0 0,0 1 0,0 1 0,0 3 0,0 3 0,0-1 0,0-7 0,0 1 0,0-1 0,0-7 0,0 0 0,0 3 0,0-6 0,0 4 0,0-11 0,0 6 0,0-13 0,0-4 0,0-7 0,0-5 0,0-2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19.557"/>
    </inkml:context>
    <inkml:brush xml:id="br0">
      <inkml:brushProperty name="width" value="0.04286" units="cm"/>
      <inkml:brushProperty name="height" value="0.04286" units="cm"/>
    </inkml:brush>
  </inkml:definitions>
  <inkml:trace contextRef="#ctx0" brushRef="#br0">86 86 7077,'0'-22'0,"-2"11"0,-5 4 0,-5 7 0,-10 7 0,4-3 0,3 11 0,6-8 0,9 7 0,2-9 0,5 2 0,3-7 0,6-5 0,-1-5 0,1-1 0,-6 4 0,-1-5 0,0 2 0,-6 1 0,4 2 0,-7-3 0,-7-4 0,4 5 0,-13 11 0,9 5 0,0 5 0,7 9 0,0 0 0,0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20.693"/>
    </inkml:context>
    <inkml:brush xml:id="br0">
      <inkml:brushProperty name="width" value="0.04286" units="cm"/>
      <inkml:brushProperty name="height" value="0.04286" units="cm"/>
    </inkml:brush>
  </inkml:definitions>
  <inkml:trace contextRef="#ctx0" brushRef="#br0">64 21 6170,'21'0'0,"1"0"0,-1 0 0,0 0 0,3 0 0,4 0 0,-4 0 0,4 0 0,-4 0 0,-3 0 0,0 0 0,0 0 0,1 0 0,-8 0 0,0 0 0,-9 0 0,4 0 0,-7 0 0,6 0 0,-6-9 0,7-3 0</inkml:trace>
  <inkml:trace contextRef="#ctx0" brushRef="#br0" timeOffset="880">22 64 7478,'-12'0'-436,"2"0"0,13 0 0,4 0 436,7 0 0,5 0 0,2 0 0,0 0 0,1 0 0,1 0 0,3 0 0,2 0 0,-2 0 0,-2-2 0,-3-3 0,1-2 0,-1 2 0,-7 3 0,0 2 0,0 0 0,0-7 0,1 0 0,-11-1 0,6 8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20.207"/>
    </inkml:context>
    <inkml:brush xml:id="br0">
      <inkml:brushProperty name="width" value="0.04286" units="cm"/>
      <inkml:brushProperty name="height" value="0.04286" units="cm"/>
    </inkml:brush>
  </inkml:definitions>
  <inkml:trace contextRef="#ctx0" brushRef="#br0">64 43 6170,'-3'12'0,"-4"-5"0,5-5 0,-17-2 0,17 0 0,-8 0 0,13 0 0,4 0 0,-3 0 0,11 0 0,4 0 0,6 0 0,-1 0 0,4 0 0,-4 0 0,-3 0 0,1 0 0,-1 0 0,0 0 0,-7 0 0,0 0 0,-9 0 0,5 0 0,-10 0 0,2 0 0,5 0 0,-2 0 0,9 0 0,-9 0 0,4 0 0</inkml:trace>
  <inkml:trace contextRef="#ctx0" brushRef="#br0" timeOffset="1000">21 64 6024,'-12'0'0,"3"0"0,9 0 0,2 0 0,5 0 0,8 0 0,4 0 0,2 0 0,0-2 0,0-5 0,8 4 0,-1-6 0,-2 2 0,-2 0 0,-3 0 0,0 7 0,0 0 0,1 0 0,-11-3 0,-1-1 0,-1-3 0,-6-1 0,6 8 0,-9 0 0,0 10 0,10 2 0,1 9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45.309"/>
    </inkml:context>
    <inkml:brush xml:id="br0">
      <inkml:brushProperty name="width" value="0.04286" units="cm"/>
      <inkml:brushProperty name="height" value="0.04286" units="cm"/>
    </inkml:brush>
  </inkml:definitions>
  <inkml:trace contextRef="#ctx0" brushRef="#br0">935 1 8188,'0'12'-2148,"0"-3"2148,0-9 0,0 0 0,-9-9 0,4 6 0,-9-4 0,0 5 0,-7 2 0,-1 0 0,1 0 0,-7 7 0,0 0 0,-1-2 0,-1-3 0,4 0 0,-8 3 0,1 2 0,0-2 0,7-3 0,-4-2 0,1 0 0,1 0 0,-7 0 0,6 0 0,3 0 0,3 0 0,1 0 0,1 0 0,0 0 0,0 0 0,-1 0 0,1 0 0,2 3 0,3 1 0,2 4 0,9-1 0,-5-7 0,10 2 0,0 5 0,10-5 0,4 8 0,5-3 0,2 0 0,0-2 0,1 4 0,-1 1 0,0 1 0,3 1 0,2 5 0,2-3 0,-2 3 0,-2-1 0,-3 1 0,3-3 0,2 0 0,2-2 0,0 4 0,-9-6 0,-5 1 0,5-6 0,-5 2 0,-4-2 0,-3 2 0,-5-5 0,-2 10 0,0-5 0,-2-4 0,-3 6 0,-4-2 0,-3 0 0,-5-2 0,-2 7 0,-2 2 0,2-2 0,3 2 0,2 0 0,-3-2 0,-2 7 0,-2-7 0,0 2 0,-1 0 0,1 0 0,0 5 0,0-2 0,-1-3 0,8-7 0,0 5 0,0-1 0,2 1 0,-4-5 0,6 5 0,-2 0 0,-4 0 0,4-5 0,-2 5 0,0-1 0,0-1 0,-1-1 0,8 6 0,-7-8 0,0 7 0,-5-5 0,3 1 0,1-1 0,11 1 0,-6-6 0,1 3 0,6 3 0,-6-5 0,-1 2 0,6 7 0,-10-7 0,9 2 0,-2-2 0,4-4 0,3 6 0,0-9 0,0 0 0,10 0 0,4 0 0,5 0 0,2 0 0,3 0 0,4 0 0,8 0 0,4 0 0,5 0 0,4 0 0,8 0 0,4 0 0,5 0 0,3-2 0,4-3 0,3-2 0,4 2 0,0 3 0,0 0 0,-2-5 0,-7 4 0,2-4 0,-4 5 0,-10 2 0,-5 0 0,-4-7 0,-10 0 0,-5 2 0,-4 2 0,-10 3 0,1 0 0,-11 0 0,-1 0 0,-8-2 0,5-5 0,-4 5 0,6-10 0,-9 5 0,9 4 0,3-6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45.876"/>
    </inkml:context>
    <inkml:brush xml:id="br0">
      <inkml:brushProperty name="width" value="0.04286" units="cm"/>
      <inkml:brushProperty name="height" value="0.04286" units="cm"/>
    </inkml:brush>
  </inkml:definitions>
  <inkml:trace contextRef="#ctx0" brushRef="#br0">0 319 6185,'10'12'0,"-8"7"0,5-5 0,-2 5 0,2 2 0,-5 0 0,5 1 0,-4 1 0,-3 5 0,7-4 0,0 4 0,-2-4 0,-3-3 0,-2 1 0,0-1 0,0 0 0,0-9 0,0 0 0,0-5 0,0-5 0,0 8 0</inkml:trace>
  <inkml:trace contextRef="#ctx0" brushRef="#br0" timeOffset="335">43 106 8086,'-14'0'-999,"-1"0"999,11 0 0,-6 0 0,17-2 0,3-3 0,-1-4 0,1-3 0,-1 5 0,-2-7 0,-5 0 0,6-8 0,-6 11 0,-2 1 0,0 13 0,0 4 0,0 7 0,0 5 0,2 2 0,5 0 0,5 0 0,9 1 0</inkml:trace>
  <inkml:trace contextRef="#ctx0" brushRef="#br0" timeOffset="584">298 192 8086,'0'14'-1249,"0"0"1249,0-9 0,9 4 0,-4-9 0,9 0 0,0 0 0,7 0 0,1 0 0,-1 0 0,0 0 0,0-2 0,1-3 0,-1-2 0,0 0 0,0 7 0,-6 0 0,-4 2 0,-1 5 0,-3-4 0,-7 6 0</inkml:trace>
  <inkml:trace contextRef="#ctx0" brushRef="#br0" timeOffset="766">361 383 8086,'-7'14'-833,"0"0"0,0-7 833,7 7 0,0-9 0,3 5 0,4-10 0,4 0 0,11-3 0,-1-2 0,0-2 0,0 3 0,1-8 0,-1 9 0,0-4 0,0 5 0,1 2 0,-1 0 0,0-9 0,0-3 0</inkml:trace>
  <inkml:trace contextRef="#ctx0" brushRef="#br0" timeOffset="1172">935 234 7759,'-2'12'-786,"-5"-5"1,4-2 785,-4 2 0,5-5 0,11 8 0,3-10 0,10 0 0,-8 0 0,0 0 0,-9-3 0,2-4 0,-5 5 0,-2-8 0,0 10 0,0-9 0,0-3 0</inkml:trace>
  <inkml:trace contextRef="#ctx0" brushRef="#br0" timeOffset="1767">978 192 6859,'0'11'0,"0"-1"0,-7-1 0,0 5 0,0-2 0,7 2 0,0 3 0,0 2 0,0 2 0,0 3 0,0 2 0,0 2 0,0 0 0,0-6 0,0-1 0,0 0 0,0-7 0,0 0 0,0 3 0,0-5 0,0 2 0,0-9 0,-3 2 0,-2-14 0,-2-8 0,0 4 0,7-4 0,0-1 0,0-3 0,0-2 0,0 0 0,0-1 0,0 1 0,0 0 0,3 7 0,4-1 0,-5 1 0,8-5 0,-1 5 0,-7 2 0,8 8 0,-1-3 0,-6 0 0,6 7 0,-9 0 0,0 0 0,-9 0 0,-3 0 0</inkml:trace>
  <inkml:trace contextRef="#ctx0" brushRef="#br0" timeOffset="2083">978 234 6178,'-12'9'0,"5"6"0,5 4 0,2 2 0,0 0 0,0 0 0,0 1 0,0-1 0,0 0 0,0 0 0,0 1 0,0-1 0,0 0 0,0-7 0,0 0 0,0 3 0,0-5 0,0 2 0,0-9 0,0 6 0,-3-6 0,-4 2 0,5 10 0,-8-5 0</inkml:trace>
  <inkml:trace contextRef="#ctx0" brushRef="#br0" timeOffset="2601">935 255 7087,'-19'14'0,"5"1"0,-5-8 0,5 7 0,2-2 0,-2 2 0,9-5 0,-4-9 0,11 0 0,3-2 0,2-5 0,3 2 0,-3-7 0,7 3 0,-2-5 0,-1 4 0,1 1 0,0-1 0,-5-4 0,5 5 0,-3-3 0,-1 7 0,-8-4 0,0 9 0,0 2 0,0 5 0,0-2 0,0 9 0,0 3 0,0 2 0,0-5 0,2 0 0,5 2 0,-5 3 0,5 3 0,-4-1 0,-3-7 0,0 0 0,0 3 0,0 2 0,0 2 0,0 0 0,0 0 0,0 1 0,0-1 0</inkml:trace>
  <inkml:trace contextRef="#ctx0" brushRef="#br0" timeOffset="2951">893 595 7500,'-10'12'-1325,"-4"-5"1325,5-4 0,-1-3 0,10 0 0,3 0 0,4 0 0,7 0 0,5-3 0,2-4 0,3 5 0,-1-8 0,-2 1 0,13 6 0,-13-6 0,2 0 0,1 6 0,-3-4 0,1 5 0,-11-1 0,-1-1 0,-1-3 0,-6 0 0,6 7 0,-18 9 0,-3 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50.294"/>
    </inkml:context>
    <inkml:brush xml:id="br0">
      <inkml:brushProperty name="width" value="0.04286" units="cm"/>
      <inkml:brushProperty name="height" value="0.04286" units="cm"/>
    </inkml:brush>
  </inkml:definitions>
  <inkml:trace contextRef="#ctx0" brushRef="#br0">0 43 8195,'12'0'-2003,"-2"0"2003,-10 0 0,0 0 0,0 10 0,7-6 0,0 10 0,-2 3 0,-3-5 0,-2 2 0,0 2 0,0-4 0,0 2 0,0-6 0,0 6 0,0-10 0,0 4 0,0-16 0,0 4 0,0-10 0,0-1 0,0-6 0,0 0 0,7 7 0,0 0 0,0-1 0,3 4 0,-6-6 0,11 8 0,1-3 0,-4 7 0,2-2 0,0 5 0,7 2 0,-6 0 0,-1 0 0,-2 9 0,2 5 0,-5 5 0,-6 0 0,4-5 0,-5 5 0,5-5 0,-5-2 0,-2 2 0,0-9 0,0 4 0,0-9 0,0-2 0,0-5 0,0-5 0,0-9 0,0 7 0,3 0 0,4-1 0,7 4 0,-2-1 0,2 7 0,3-2 0,1 0 0,4 7 0,-1 0 0,-2 2 0,-5 5 0,-5-2 0,-9 9 0,0 3 0,0-5 0,0 2 0,0-7 0,0 7 0,0 0 0,10 7 0,2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51.544"/>
    </inkml:context>
    <inkml:brush xml:id="br0">
      <inkml:brushProperty name="width" value="0.04286" units="cm"/>
      <inkml:brushProperty name="height" value="0.04286" units="cm"/>
    </inkml:brush>
  </inkml:definitions>
  <inkml:trace contextRef="#ctx0" brushRef="#br0">489 1 8093,'12'0'-335,"-3"0"1,-9 2 0,-2 3 334,-5 2 0,-5 0 0,-9-5 0,-1 3 0,1 2 0,-7 3 0,-3-6 0,0 6 0,1 2 0,-8-8 0,5 4 0,-3-4 0,1 3 0,9-4 0,-2 4 0,4-5 0,3-2 0,0 0 0,-1 0 0,11 0 0,1 0 0,10 0 0,2 0 0,6 0 0,3 7 0,11 3 0,-1 1 0,0-3 0,0 3 0,3 1 0,4 0 0,-4-5 0,4 7 0,-4 0 0,-3-2 0,0 5 0,1-8 0,-1 1 0,-2 1 0,-5 1 0,-2-5 0,-5 7 0,-5-6 0,5 6 0,-4-7 0,-3 7 0,0-7 0,0 7 0,-10-9 0,-2 4 0,-2-2 0,0 3 0,-3 2 0,-1 2 0,-4 5 0,1-5 0,7 5 0,0-5 0,0 5 0,2 2 0,-5-7 0,8 1 0,-3 1 0,-5 3 0,6-5 0,-1 0 0,2 3 0,-4-5 0,5-1 0,-1 1 0,-1-2 0,-1-1 0,5 5 0,-5-4 0,2 2 0,-6-8 0,14 6 0,-8-10 0,10 2 0,0 5 0,10-5 0,4 6 0,5-6 0,2-2 0,2 0 0,6 0 0,4-2 0,0-6 0,7 6 0,-7-5 0,3 5 0,-1 2 0,5-7 0,5 0 0,-5 2 0,-2 2 0,-5 3 0,-2 0 0,-10 0 0,0 0 0,0 0 0,-6 0 0,-1 0 0,-10 0 0,6-2 0,-10-5 0,2 5 0,5-5 0,-2 4 0,9 3 0,0 0 0,8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52.760"/>
    </inkml:context>
    <inkml:brush xml:id="br0">
      <inkml:brushProperty name="width" value="0.04286" units="cm"/>
      <inkml:brushProperty name="height" value="0.04286" units="cm"/>
    </inkml:brush>
  </inkml:definitions>
  <inkml:trace contextRef="#ctx0" brushRef="#br0">192 274 6431,'11'-21'0,"-1"9"0,-10 3 0,0 9 0,0 0 0,0 9 0,0-7 0,0 8 0,0-10 0,9 0 0,5 0 0,-2 0 0,2 0 0,-9-3 0,5-1 0,-1-3 0,-7-3 0,5 3 0,-4 2 0,-3-9 0,0 9 0,0-4 0,0 9 0,0 0 0,-10 0 0,8 2 0,-5 5 0,5 8 0,2-4 0,0 4 0,0-1 0,0 7 0,0 0 0,0 1 0,0-8 0,0 0 0,0 2 0,0 3 0,0 3 0,0-1 0,0 0 0,0 0 0,0 1 0,0-1 0,-3 0 0,-1 0 0,-4 1 0,-1-4 0,4-1 0,-2-3 0,0 0 0,7 8 0,0-8 0,0 0 0,-2-7 0,-5 7 0,2-7 0,-9 7 0,-3 3 0,5-8 0,-2-2 0,-2-4 0,-3-3 0,-2 0 0,-1 0 0,8 0 0,2-3 0,1-1 0,-1-3 0,7-3 0,-4 5 0,-1-2 0,8-9 0,-8 11 0,10-9 0,10 0 0,2-7 0</inkml:trace>
  <inkml:trace contextRef="#ctx0" brushRef="#br0" timeOffset="369">192 61 8058,'-10'19'-412,"-4"-4"1,5-4-1,-1-6 1,3 5 411,0 1 0,0-6 0,9 4 0,5-9 0,-2-2 0,7-5 0,0-5 0,-1 0 0,-6 1 0,5 6 0,-3-5 0,0-1 0,0 4 0,-7-8 0,0-1 0,0 4 0,0-2 0,0 9 0,2-2 0,3 14 0,2 7 0,10 5 0,-6 2 0</inkml:trace>
  <inkml:trace contextRef="#ctx0" brushRef="#br0" timeOffset="619">510 146 6823,'22'0'0,"-1"0"0,0 0 0,0 0 0,1 0 0,-1 0 0,-7 0 0,0 0 0,3 0 0,-8 0 0,1 0 0,-10 10 0,0 2 0</inkml:trace>
  <inkml:trace contextRef="#ctx0" brushRef="#br0" timeOffset="752">553 295 8058,'-12'12'-412,"3"-2"1,11-10-1,5 0 1,7 0 411,5 0 0,2 0 0,1-3 0,-1-2 0,0-2 0,0 0 0,1-2 0,-1-3 0</inkml:trace>
  <inkml:trace contextRef="#ctx0" brushRef="#br0" timeOffset="967">978 83 7768,'-12'-10'-1598,"0"8"1598,5-5 0,5 14 0,-5 7 0,4 5 0,3 2 0,0 0 0,0 3 0,0 2 0,0 2 0,0 8 0,0-5 0,0-1 0,0 1 0,0-3 0,0-4 0,0 4 0,0-4 0,10 7 0,2-10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54.861"/>
    </inkml:context>
    <inkml:brush xml:id="br0">
      <inkml:brushProperty name="width" value="0.04286" units="cm"/>
      <inkml:brushProperty name="height" value="0.04286" units="cm"/>
    </inkml:brush>
  </inkml:definitions>
  <inkml:trace contextRef="#ctx0" brushRef="#br0">1 0 6428,'0'22'0,"0"-8"0,0 0 0,0 2 0,0 3 0,0 3 0,0-8 0,2 0 0,5 2 0,-5-4 0,5 2 0,-4 3 0,-3-8 0,0 1 0,0-10 0,0-2 0,0-6 0,0-6 0,0-5 0,0-2 0,0 0 0,2 0 0,5-1 0,7 1 0,-2 7 0,2 2 0,3 3 0,2-5 0,2 6 0,-7 1 0,0 7 0,-6 3 0,3 4 0,-1 7 0,-3-2 0,-5 2 0,5 2 0,-4 3 0,4 3 0,-5-1 0,-2 0 0,0-9 0,0 7 0,0-17 0,0 5 0,0-14 0,0 2 0,0-9 0,0-2 0,10-3 0,1-2 0,4 2 0,-1 5 0,-7 2 0,7 7 0,2-2 0,-4 0 0,2 7 0,3 0 0,-5 0 0,0 2 0,-1 3 0,1 2 0,-7 10 0,2-3 0,-2 5 0,-1 2 0,4 0 0,-1-7 0,-7 0 0,0 3 0,9 2 0,3 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8:58.977"/>
    </inkml:context>
    <inkml:brush xml:id="br0">
      <inkml:brushProperty name="width" value="0.04286" units="cm"/>
      <inkml:brushProperty name="height" value="0.04286" units="cm"/>
    </inkml:brush>
  </inkml:definitions>
  <inkml:trace contextRef="#ctx0" brushRef="#br0">0 150 8176,'12'-10'-1730,"-3"5"1730,-9-9 0,0 10 0,0-15 0,0 16 0,0-6 0,0 11 0,0 5 0,0 5 0,0 9 0,0 3 0,0 4 0,0 3 0,0 7 0,0 0 0,0 6 0,0-1 0,0 4 0,0-7 0,0-4 0,0-3 0,0 2 0,0-4 0,0 0 0,0-15 0,0 5 0,0-2 0,0 0 0,0 2 0,0-9 0,0-2 0,0-13 0,0-4 0,0-5 0,0-9 0,0 0 0,0 0 0,0-1 0,8 6 0,-1-5 0,7 4 0,-5-11 0,1 4 0,-1 3 0,5-10 0,-4-4 0,2-5 0,4-3 0,-4 8 0,2 2 0,0 0 0,-2 0 0,5 7 0,-10-3 0,0 6 0,-7 11 0,2 2 0,3 13 0,2 4 0,2 5 0,-4 9 0,2 0 0,0 0 0,-4 1 0,4-1 0,-5 0 0,5 0 0,-5 1 0,-2-1 0,3-7 0,2 0 0,2 3 0,2-1 0,-2-2 0,-4-4 0,15-10 0,-8-10 0,6-4 0,-1-5 0,-11 5 0,6 0 0,-3-2 0,0-3 0,2-5 0,-4-2 0,4-2 0,3 2 0,-5 2 0,5 3 0,0 0 0,0-1 0,-5 1 0,5 0 0,-1 2 0,1 5 0,-5-3 0,8 10 0,-11-2 0,3 2 0,-4 4 0,-3-6 0,0 18 0,0 5 0,0-2 0,0 2 0,0 1 0,0 6 0,0 0 0,0 0 0,0 1 0,0-1 0,0 10 0,0 2 0,0 2 0,0 0 0,0 1 0,0 6 0,0-1 0,0-4 0,0-1 0,0-8 0,0 5 0,0-2 0,2-3 0,3-7 0,2 1 0,-2-1 0,-3 0 0,-2 0 0,0-6 0,0-1 0,0-10 0,0 6 0,0-12 0,0-6 0,0 4 0,0-10 0,0 9 0,0-5 0,9 10 0,3 0 0</inkml:trace>
  <inkml:trace contextRef="#ctx0" brushRef="#br0" timeOffset="434">829 660 8176,'12'-10'-1297,"-3"6"1297,-9-11 0,0 11 0,0-3 0,0 14 0,0 4 0,0 11 0,0-1 0,0 0 0,0 0 0,0 1 0,0-1 0,0 0 0,0 0 0,0 1 0,0-8 0,0 0 0,0 3 0,0-8 0,3 0 0,4-9 0,-5 3 0,5 4 0,-5-5 0,-11 8 0,7-10 0,-8 0 0</inkml:trace>
  <inkml:trace contextRef="#ctx0" brushRef="#br0" timeOffset="784">871 405 8155,'-2'-12'-429,"-5"5"0,-7 4 1,-3 6 428,3 4 0,-5-2 0,5 9 0,5 0 0,2 7 0,4 0 0,3-9 0,10-2 0,4-10 0,5-7 0,0-3 0,-5-2 0,-7-4 0,-2 6 0,-1 1 0,3-1 0,0 6 0,-7-10 0,0 9 0,0-5 0,0 13 0,0 4 0,0 7 0,10 14 0,2 5 0</inkml:trace>
  <inkml:trace contextRef="#ctx0" brushRef="#br0" timeOffset="1217">1063 660 7852,'12'-10'-1664,"-3"8"1664,-9-8 0,0 10 0,0 10 0,0 4 0,0 5 0,0 9 0,0 1 0,2-1 0,5 3 0,-4-5 0,6 9 0,-2 3 0,3 0 0,2-3 0,-8 3 0,6-8 0,-1 4 0,-6-8 0,4 2 0,-3-5 0,1-1 0,2-1 0,0 0 0,-7 0 0,0-6 0,-2-4 0,-5-1 0,2-3 0,-9-7 0,0 0 0,-7-2 0,-1-3 0,1-2 0,9-3 0,3 6 0,2-6 0,0-2 0,-3 5 0,3-7 0,5 7 0,-5-7 0,4 7 0,3-7 0,10-1 0,2-6 0</inkml:trace>
  <inkml:trace contextRef="#ctx0" brushRef="#br0" timeOffset="1602">1254 405 7798,'-9'-12'0,"-3"2"-811,0 1 0,-9 7 811,-1-5 0,8 11 0,-7 6 0,2 1 0,0 6 0,5-5 0,2 2 0,3 3 0,2-6 0,7 4 0,9-11 0,3 1 0,0-10 0,7 3 0,-7-8 0,-1 1 0,6-3 0,-10-9 0,0 0 0,-7-1 0,0 8 0,0 0 0,0-2 0,0 6 0,0 1 0,0 28 0,0 4 0,0 20 0</inkml:trace>
  <inkml:trace contextRef="#ctx0" brushRef="#br0" timeOffset="2332">1573 128 8167,'0'-11'-1034,"0"-8"1034,0 16 0,0-6 0,0 9 0,0 2 0,0 5 0,0 8 0,0-4 0,0 3 0,0 5 0,0 7 0,0-2 0,0 4 0,0-2 0,0 3 0,0-3 0,0 7 0,0 0 0,0 0 0,2-7 0,3 4 0,2-1 0,-2-1 0,-3-2 0,-2-2 0,0-3 0,2 0 0,5 0 0,-4 1 0,6-1 0,1 0 0,-8-7 0,8-2 0,-3 0 0,0 0 0,9-8 0,-2 4 0,5-6 0,3-2 0,-1 0 0,0-2 0,0-6 0,-7 4 0,1-10 0,1-3 0,3-2 0,0 5 0,-3 0 0,-1-3 0,-4-2 0,4-2 0,-8 0 0,2 7 0,-2 0 0,-2-3 0,-3-2 0,-2-4 0,0-3 0,0-5 0,0-2 0,0 4 0,0-6 0,0-3 0,0-2 0,0 5 0,0 2 0,0 2 0,0 5 0,0 2 0,-7 3 0,0 0 0,0 9 0,7 3 0,0 11 0,0 5 0,-7 5 0,0 9 0,-10 0 0,6 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03.445"/>
    </inkml:context>
    <inkml:brush xml:id="br0">
      <inkml:brushProperty name="width" value="0.04286" units="cm"/>
      <inkml:brushProperty name="height" value="0.04286" units="cm"/>
    </inkml:brush>
  </inkml:definitions>
  <inkml:trace contextRef="#ctx0" brushRef="#br0">128 255 6144,'0'22'0,"0"-1"0,0 0 0,0 0 0,2 1 0,5-1 0,-5 0 0,5 0 0,-4 3 0,-3 4 0,0-4 0,0 4 0,0-4 0,0-3 0,0 0 0,0 1 0,-3-10 0,-4-5 0,3-5 0,-10-2 0,-3 0 0,-2 0 0,5 0 0,2-2 0,3-5 0,-5 2 0,4-7 0,1 0 0,-1 0 0,3 5 0,7-7 0,2 2 0,6-2 0,3-5 0,11 7 0</inkml:trace>
  <inkml:trace contextRef="#ctx0" brushRef="#br0" timeOffset="400">170 0 7924,'-14'12'-776,"2"-2"0,0-3 776,1 0 0,6 9 0,-5-11 0,10 9 0,0-9 0,0 4 0,3-9 0,1-2 0,4-5 0,-1 2 0,-7-9 0,0 9 0,-3-4 0,-4 9 0,-7 0 0,-3 2 0,3 5 0,7 8 0,5-4 0,2 4 0,0 1 0,9 3 0,3 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06.679"/>
    </inkml:context>
    <inkml:brush xml:id="br0">
      <inkml:brushProperty name="width" value="0.04286" units="cm"/>
      <inkml:brushProperty name="height" value="0.04286" units="cm"/>
    </inkml:brush>
  </inkml:definitions>
  <inkml:trace contextRef="#ctx0" brushRef="#br0">64 426 6889,'0'-12'0,"0"2"0,-7 13 0,0 4 0,3 7 0,-6-2 0,3 2 0,2 3 0,3 1 0,0-1 0,-3 2 0,-2 4 0,0 3 0,7-4 0,0-1 0,0 0 0,0 0 0,0 1 0,0-1 0,0 0 0,2-2 0,3-2 0,2-3 0,2-10 0,-2 4 0,-2-6 0,7-4 0,0-3 0,0-2 0,-5-7 0,4 4 0,1-2 0,0-4 0,-5-3 0,5-2 0,0-1 0,0 1 0,-8 0 0,6 0 0,-3-1 0,0 1 0,-2 0 0,-3 0 0,-2-1 0,0 1 0,0 0 0,0 9 0,0 12 0,0 14 0,0 12 0,0 5 0,0 2 0,0 5 0,0-8 0,0 1 0,2-2 0,3-1 0,2-2 0,7-3 0,-4-4 0,2-5 0,2-2 0,7-5 0,0-7 0,1 3 0,-4-10 0,-1-5 0,-3-5 0,0-2 0,5-2 0,-5 0 0,-7 0 0,3-1 0,-3 1 0,-2 0 0,-3 0 0,-2-1 0,0 1 0,0 0 0,-2 0 0,-3-1 0,-5 4 0,-1 3 0,6 6 0,-14 9 0,17 2 0,-8 3 0,1 2 0,6 10 0,-4-3 0,5 5 0,2 2 0</inkml:trace>
  <inkml:trace contextRef="#ctx0" brushRef="#br0" timeOffset="250">575 341 7728,'9'11'-1546,"-7"1"1546,5-5 0,-4-2 0,-3 9 0,0-7 0,0 7 0,0 3 0,0 2 0,0 2 0,0 0 0,0 1 0,0-1 0,0 0 0,0 0 0,0 1 0,7-1 0,0 0 0,-2 0 0,-3 1 0,-2-1 0</inkml:trace>
  <inkml:trace contextRef="#ctx0" brushRef="#br0" timeOffset="417">553 192 8127,'12'0'-1695,"-2"2"1695,-10 5 0,0-4 0,0 16 0,0-8 0</inkml:trace>
  <inkml:trace contextRef="#ctx0" brushRef="#br0" timeOffset="783">766 1 8127,'12'0'-973,"-3"0"1,-7 0 972,5 0 0,-4 9 0,4 5 0,-5 5 0,-2 2 0,0 3 0,3 2 0,4 2 0,-5 8 0,8-6 0,-3 3 0,0 5 0,0-5 0,-7 3 0,0-1 0,0-2 0,0 5 0,0-7 0,0-1 0,0 1 0,0-3 0,0-6 0,0-1 0,0 0 0,0 0 0,0-6 0,0-1 0,2-10 0,5 4 0,5-6 0,9-2 0,1-2 0,-1-6 0,0-6 0,10-5 0,2-11 0,9-3 0</inkml:trace>
  <inkml:trace contextRef="#ctx0" brushRef="#br0" timeOffset="1433">893 404 8127,'0'15'-299,"-2"-4"-524,-5-1 0,7-3 823,0-7 0,2 0 0,12 0 0,3 0 0,2-7 0,2-3 0,0 1 0,1-1 0,-8-4 0,-2 5 0,-1-3 0,1-4 0,-7 4 0,4 0 0,-2 0 0,0 0 0,1-2 0,-8-7 0,0-3 0,0-2 0,0-2 0,0 0 0,0-3 0,0 7 0,0-4 0,0 4 0,-3 5 0,-4 5 0,5 5 0,-8 11 0,10 5 0,0 7 0,0 5 0,0 3 0,3-1 0,4 0 0,-5 7 0,5 1 0,-4-1 0,-3 3 0,0-5 0,0 7 0,0 0 0,0-2 0,0-1 0,0 6 0,0-6 0,0 1 0,0 0 0,0-3 0,0-7 0,0 1 0,0-1 0,0-7 0,0 0 0,0-7 0,0 8 0,0-11 0,0 3 0,0-14 0,0-7 0,2-5 0,3-2 0,2 0 0,0-1 0,2 1 0,-4 0 0,9 0 0,3-1 0,2 1 0,2 0 0,0 2 0,0 2 0,1 3 0,-1 7 0,0-5 0,0 3 0,-6 2 0,-1 7 0,-10 2 0,6 5 0,-1 8 0,-6 3 0,4 4 0,-5-1 0,-2 0 0,0 0 0,0 1 0,0-1 0,0 0 0,0 0 0,0 1 0,0-8 0,2-2 0,6-3 0,-4-2 0,10-7 0,-9 0 0,14 10 0,-7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10.676"/>
    </inkml:context>
    <inkml:brush xml:id="br0">
      <inkml:brushProperty name="width" value="0.04286" units="cm"/>
      <inkml:brushProperty name="height" value="0.04286" units="cm"/>
    </inkml:brush>
  </inkml:definitions>
  <inkml:trace contextRef="#ctx0" brushRef="#br0">0 192 6442,'0'-14'0,"0"0"0,0 9 0,0-4 0,0 9 0,0 2 0,0 5 0,0 12 0,0 12 0,0 2 0,3 2 0,1 8 0,3 2 0,-2 2 0,-2 2 0,-3 3 0,0-7 0,0 0 0,0-5 0,0-12 0,0 1 0,0-6 0,0-1 0,0-1 0,0-9 0,0-3 0,0-11 0,0-5 0,-8 2 0,1-9 0,3-3 0,1 6 0,3-4 0,0 8 0,0-7 0,0 7 0,0-7 0,0-3 0,0-2 0,0-2 0,0 0 0,0-3 0,0-2 0,0-2 0,0 2 0,0 0 0,0 0 0,0-2 0,0 2 0,0-5 0,0 0 0,0 1 0,0-1 0,0 0 0,0 5 0,0-2 0,0 0 0,0 6 0,0 8 0,3 2 0,4 3 0,-5 0 0,5 1 0,5 6 0,-3-10 0,6 5 0,-4 5 0,-4-5 0,-4 7 0,4 7 0,-5-2 0,-2 9 0,3-2 0,1 4 0,3-2 0,1 0 0,1-2 0,-4 7 0,9-5 0,2 5 0,-4 0 0,0-2 0,0-3 0,0 2 0,4 3 0,-4-5 0,0 0 0,-3 3 0,8-5 0,-3 2 0,-2-9 0,2 2 0,-7-5 0,7-2 0,-7 0 0,7 0 0,-9-9 0,5-3 0,-3-2 0,0 0 0,-3-3 0,6-2 0,-1-2 0,1 0 0,-1-1 0,5 1 0,-4 0 0,-1 0 0,1-1 0,4 1 0,-5 0 0,3 0 0,-7 6 0,4 4 0,-2-1 0,0 0 0,3 7 0,-3-2 0,-5 5 0,8 2 0,-10 0 0,0 0 0,0 9 0,0 3 0,0 9 0,0 3 0,0 4 0,0-2 0,0 7 0,0 0 0,2 0 0,5 5 0,-4 2 0,4 3 0,-5-1 0,5 1 0,0-3 0,-2-5 0,-3-4 0,-2 0 0,0-15 0,0 6 0,0-3 0,0-1 0,3 1 0,4-5 0,-5-2 0,5-5 0,-4-4 0,-3 6 0,0-9 0,0 0 0,0 10 0,0 1 0</inkml:trace>
  <inkml:trace contextRef="#ctx0" brushRef="#br0" timeOffset="436">978 638 7069,'0'-11'0,"0"18"0,0 14 0,0 5 0,0-5 0,0 0 0,0 1 0,0-1 0,0 0 0,0 0 0,0 1 0,0-1 0,0 0 0,0 0 0,0 1 0,0-8 0,0 0 0,0-9 0,0 4 0,0-9 0,9 0 0,3 0 0</inkml:trace>
  <inkml:trace contextRef="#ctx0" brushRef="#br0" timeOffset="752">957 298 6406,'-19'15'0,"2"-4"0,3-1 0,7 4 0,-7-7 0,9 0 0,-2-7 0,14 0 0,-2-2 0,9-5 0,-9 2 0,2-9 0,-5 9 0,-2-4 0,0 11 0,2 5 0,3 10 0,2 6 0,-2 6 0,16-1 0,3-7 0</inkml:trace>
  <inkml:trace contextRef="#ctx0" brushRef="#br0" timeOffset="1219">1212 745 8037,'0'-14'-1631,"0"-1"1631,0 1 0,0 2 0,0 3 0,0 9 0,0 0 0,-7 9 0,-1 6 0,4 3 0,1 11 0,1-1 0,-3-2 0,-2-2 0,0 6 0,7 3 0,0 1 0,0 3 0,0-6 0,0 2 0,0 2 0,0-1 0,2 6 0,3-7 0,2 0 0,0 5 0,-7-8 0,0 1 0,0 0 0,0-5 0,0-3 0,0-2 0,0 1 0,0-1 0,-9-9 0,-5-5 0,-5-5 0,-2-2 0,6-7 0,4-2 0,1-3 0,5-5 0,-4-2 0,2-2 0,0 0 0,-3 0 0,8-1 0,-5 1 0,5 0 0,2 0 0,0-1 0,0 1 0,0-9 0,0-4 0</inkml:trace>
  <inkml:trace contextRef="#ctx0" brushRef="#br0" timeOffset="1587">1190 405 7310,'-19'14'-645,"5"0"0,-5-7 645,5 7 0,5-9 0,-1 4 0,13-16 0,1-2 0,4-3 0,8-2 0,-2-7 0,-4 6 0,-3 1 0,-5 0 0,-2 2 0,0 12 0,0 15 0,0 3 0,0 4 0,10-1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15.813"/>
    </inkml:context>
    <inkml:brush xml:id="br0">
      <inkml:brushProperty name="width" value="0.04286" units="cm"/>
      <inkml:brushProperty name="height" value="0.04286" units="cm"/>
    </inkml:brush>
  </inkml:definitions>
  <inkml:trace contextRef="#ctx0" brushRef="#br0">64 914 7889,'-19'3'-1706,"3"1"1706,2 4 0,9 8 0,-2-2 0,5-4 0,4-1 0,5-9 0,7 0 0,5 0 0,2 0 0,1 0 0,-1-2 0,0-5 0,0-5 0,1-9 0,-1-1 0,-2 8 0,-3 0 0,-4-2 0,-2-3 0,-1 4 0,-4 1 0,2-2 0,0-3 0,-5-2 0,3-1 0,2 1 0,0-7 0,-7-3 0,0 0 0,0 1 0,0 1 0,0 8 0,0 0 0,0 0 0,0 9 0,0 5 0,0 14 0,0 7 0,-7 12 0,0 5 0,2-1 0,3 1 0,2 4 0,0-4 0,0 0 0,0 0 0,0-6 0,2-3 0,3-6 0,4-4 0,3-2 0,-5 4 0,7-7 0,3-2 0,-5-3 0,2-2 0,3 0 0,-6-7 0,1-3 0,-2-1 0,4 3 0,-5-6 0,1-2 0,-1-3 0,-4-2 0,4-1 0,-2 1 0,0 0 0,3 0 0,-8-1 0,5 1 0,-4 0 0,-1 0 0,3-1 0,2 1 0,0 0 0,-7 11 0,0 10 0,0 10 0,0 11 0,0 0 0,0 1 0,0 8 0,0 6 0,0-6 0,0-1 0,0-6 0,0-1 0,0-1 0,0 0 0,0 0 0,0 1 0,0-11 0,9 8 0,3-7 0</inkml:trace>
  <inkml:trace contextRef="#ctx0" brushRef="#br0" timeOffset="367">851 744 7829,'-14'3'-1646,"-1"1"1646,-1 4 0,4 8 0,-2-2 0,0 5 0,0 2 0,-1 1 0,11-1 0,-3 0 0,4 0 0,3 1 0,0-1 0,0 0 0,3-9 0,4-5 0,7-5 0,5-2 0,-5 0 0,0-2 0,3-5 0,-1 2 0,1-9 0,-3-2 0,2-3 0,1-3 0,-3 1 0,-7 0 0,-5 0 0,-2-1 0,0 1 0,-2 0 0,-5 0 0,-5-1 0,-9 1 0,7 9 0,0 5 0,9 14 0,-2 7 0,4 5 0,13 3 0,2-1 0</inkml:trace>
  <inkml:trace contextRef="#ctx0" brushRef="#br0" timeOffset="700">1276 447 6856,'0'21'0,"0"0"0,0 1 0,0-1 0,0 2 0,0 6 0,0-3 0,0 7 0,0 0 0,0 0 0,0-5 0,0 5 0,0-2 0,0-5 0,0-2 0,0-3 0,0 0 0,0-7 0,0 0 0,0 3 0,0-5 0,0 2 0,0-9 0,-10 14 0,-2-8 0</inkml:trace>
  <inkml:trace contextRef="#ctx0" brushRef="#br0" timeOffset="1168">1191 447 8129,'21'-19'-319,"0"5"1,-7-3 0,1 8 0,1-1 318,3 1 0,2-5 0,0 7 0,1 2 0,-1 3 0,0 2 0,0 0 0,1 0 0,-1 0 0,0 7 0,-2 2 0,-5 3 0,-7 4 0,3 6 0,-3 6 0,0-4 0,-7 4 0,-2-4 0,-5-3 0,-5-7 0,-7 0 0,5 3 0,-5-5 0,5-1 0,-5-1 0,-3-3 0,1 2 0,0-6 0,0 4 0,-1-5 0,1-2 0,0 0 0,2-2 0,5-5 0,4 2 0,10-9 0,0 9 0,3-4 0,4 9 0,7 2 0,5 5 0,2-2 0,0 9 0,1 0 0,-1 0 0,0 0 0,0 1 0,1 6 0,-8-2 0,-2-3 0,-3-2 0,5-6 0,-7 6 0,3-3 0,-3 4 0,-2 1 0,9-9 0,0 10 0,7-5 0</inkml:trace>
  <inkml:trace contextRef="#ctx0" brushRef="#br0" timeOffset="1749">1616 213 8129,'0'-21'-1018,"0"0"1018,0-1 0,0 1 0,0 0 0,0 7 0,2 2 0,3 0 0,2 0 0,7 5 0,-4-5 0,1 3 0,6 4 0,2 0 0,2 1 0,0-3 0,1 0 0,-1 7 0,0 0 0,0 0 0,1 0 0,-1 2 0,0 5 0,-2 5 0,-5 9 0,-4 0 0,-10 1 0,0-1 0,-3-2 0,-2-3 0,-4-2 0,-3 1 0,-4-4 0,-3 8 0,-2-5 0,-1 3 0,3-1 0,5-1 0,-5-1 0,17-2 0,-7-3 0,18-9 0,5 0 0,5 0 0,2 0 0,1 0 0,-1 0 0,0 0 0,0 0 0,1 0 0,-1 0 0,0 0 0,0 0 0,-7 0 0,1 0 0,1 0 0,3 0 0,2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12.830"/>
    </inkml:context>
    <inkml:brush xml:id="br0">
      <inkml:brushProperty name="width" value="0.04286" units="cm"/>
      <inkml:brushProperty name="height" value="0.04286" units="cm"/>
    </inkml:brush>
  </inkml:definitions>
  <inkml:trace contextRef="#ctx0" brushRef="#br0">1 255 6874,'0'-12'0,"0"3"0,0 9 0,0-2 0,0-6 0,12 6 0,7-5 0,7 5 0,2 2 0,3 0 0,-5 0 0,7 0 0,0 0 0,0 0 0,-7 0 0,2 0 0,-4 0 0,-3 0 0,-9 0 0,-3 0 0,-9 0 0,0 0 0,10 0 0,1 0 0</inkml:trace>
  <inkml:trace contextRef="#ctx0" brushRef="#br0" timeOffset="386">65 531 8105,'-14'0'-1262,"-1"0"1262,11 0 0,-3 0 0,14 0 0,4 0 0,11 0 0,-1 0 0,0 0 0,10 0 0,2 0 0,0 0 0,-2 0 0,-1 0 0,-6-7 0,4 0 0,-4 0 0,-3 7 0,-9 0 0,-3 0 0,-9 0 0,0 0 0,0 0 0</inkml:trace>
  <inkml:trace contextRef="#ctx0" brushRef="#br0" timeOffset="6917">1127 298 6037,'-9'11'0,"6"-1"0,-6-10 0,9 0 0,0 0 0,9 0 0,6 0 0,4 0 0,2 0 0,0 0 0,0 0 0,1 0 0,1-2 0,3-3 0,2-2 0,-2 2 0,7 3 0,3 2 0,4 0 0,3 0 0,1 0 0,4-3 0,1-1 0,-2-4 0,1 1 0,-1 7 0,2-2 0,-1-5 0,-1 5 0,0-5 0,3 4 0,-1 3 0,-6 0 0,2 0 0,0 0 0,-3 0 0,8 0 0,-10-2 0,7-3 0,0-2 0,-2 0 0,-2 7 0,-1 0 0,1 0 0,-1 0 0,1 0 0,2 0 0,4 0 0,-4 0 0,5 0 0,-6 0 0,-8 0 0,-1 0 0,3 0 0,2-2 0,3-6 0,-1 6 0,1-5 0,-1 5 0,1 2 0,-1 0 0,1 0 0,-1 0 0,1 0 0,-1 0 0,1 0 0,-1 0 0,1 0 0,-3 0 0,-2 0 0,-5 0 0,-3 0 0,6 0 0,-5 0 0,-1 0 0,1 0 0,-3 0 0,-4 0 0,2 0 0,2 0 0,8 0 0,-6 0 0,1 0 0,0 0 0,6 0 0,-1 0 0,4 0 0,3 0 0,6-7 0,1-1 0,-3 4 0,-2 1 0,-3 3 0,1 0 0,-1 0 0,1 0 0,-1 0 0,1 0 0,-1 0 0,1 0 0,-1-2 0,1-3 0,-1-2 0,1 3 0,6 1 0,1 3 0,-3 0 0,-2 0 0,-2 0 0,-3 0 0,-2 0 0,-3 0 0,0 0 0,6 0 0,-4 0 0,-1 0 0,-1 0 0,5 0 0,-4 0 0,4 0 0,-5 0 0,5-2 0,3-5 0,-1 4 0,1-4 0,-1 5 0,1 2 0,-1 0 0,1 0 0,-1 0 0,1 0 0,-1 0 0,1-7 0,-1 0 0,1 2 0,-1 3 0,1 2 0,-1 0 0,1 0 0,-1 0 0,-6 0 0,-3 0 0,0 0 0,0 0 0,-5-3 0,5-1 0,-2-4 0,7 1 0,-3 7 0,5 0 0,3 0 0,-1 0 0,1 0 0,-1 0 0,1 0 0,-1 0 0,1 0 0,-1 0 0,1 0 0,0 0 0,-8-7 0,-2 0 0,-2 3 0,-5 1 0,4 3 0,-1 0 0,-3 0 0,-3 0 0,6 0 0,-1 0 0,-2 0 0,0 0 0,0 0 0,5-2 0,-1-3 0,1-2 0,7 0 0,-3 7 0,5 0 0,3 0 0,2 0 0,2 0 0,2 0 0,-1 0 0,4 0 0,-3 0 0,-2 0 0,-2 0 0,-2 0 0,-1 0 0,1 0 0,-1 0 0,-9 0 0,-4 0 0,-6 0 0,-1 0 0,6 0 0,0 0 0,-2 0 0,-2 0 0,-3-7 0,3 0 0,2 2 0,2 3 0,0 2 0,-4 0 0,2 0 0,2 0 0,1 0 0,-8 0 0,0 0 0,0 0 0,1 0 0,-1 0 0,0 0 0,0 0 0,3 0 0,2 0 0,2-3 0,-2-4 0,-2 5 0,0-5 0,1 4 0,4 3 0,-1 0 0,-7 0 0,1 0 0,-1 0 0,10 0 0,4 0 0,-9 0 0,0 0 0,0 0 0,-2 0 0,-1 0 0,-2 0 0,1 0 0,-1 0 0,0 0 0,0 0 0,1 0 0,-1 0 0,0 0 0,0 0 0,1 0 0,-1 0 0,-7 0 0,0 0 0,3 0 0,2 0 0,-5 0 0,0 0 0,-2-2 0,2-5 0,5 5 0,-17-8 0,10 10 0,-5 0 0,-4 0 0,6 0 0,-9 0 0,0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27.931"/>
    </inkml:context>
    <inkml:brush xml:id="br0">
      <inkml:brushProperty name="width" value="0.04286" units="cm"/>
      <inkml:brushProperty name="height" value="0.04286" units="cm"/>
    </inkml:brush>
  </inkml:definitions>
  <inkml:trace contextRef="#ctx0" brushRef="#br0">128 277 8060,'0'-12'-989,"0"-7"989,0 5 0,3 4 0,4 3 0,-3-2 0,11 2 0,-8-3 0,7 5 0,2-2 0,-4-2 0,2 4 0,3-2 0,2 0 0,2 7 0,0 2 0,1 3 0,-1 2 0,-7 10 0,-2-3 0,-3 5 0,5 2 0,-7 0 0,-2 1 0,0 1 0,2 5 0,-5-4 0,5 4 0,-7-4 0,-7-3 0,3 8 0,-11-1 0,-1-2 0,-3-2 0,-2-3 0,0 0 0,-3-2 0,-4-5 0,4 3 0,-4-8 0,4 1 0,3-1 0,0-2 0,-1-7 0,1 0 0,0-2 0,-1-5 0,4-5 0,1-7 0,5 2 0,3 3 0,4-2 0,3 4 0,2-2 0,0-3 0,0 8 0,9-1 0,5 10 0,5 0 0,2 3 0,1 4 0,-1 2 0,0 8 0,1-3 0,-1 2 0,0 3 0,0 3 0,1-1 0,-8-2 0,0-3 0,0-2 0,0 3 0,0 2 0,-9-7 0,14 6 0,-7-6 0</inkml:trace>
  <inkml:trace contextRef="#ctx0" brushRef="#br0" timeOffset="1050">1085 21 8016,'14'0'-1212,"-2"-2"1212,-3-5 0,-2 5 0,-7-8 0,0 10 0,-2 0 0,-5 0 0,-10 0 0,-9 0 0,3 0 0,-8 0 0,0 0 0,8 0 0,-6 0 0,6 0 0,1 0 0,1 0 0,9 0 0,3 0 0,9 3 0,0 4 0,0-5 0,-7 17 0,0-5 0,2 5 0,3 9 0,2 1 0,0-3 0,0-3 0,7 1 0,0 2 0,-3 2 0,-1 10 0,-3-5 0,0 2 0,0 1 0,0 2 0,0-5 0,0 2 0,0 1 0,0-3 0,0 4 0,0-8 0,0-1 0,0 3 0,0-8 0,0 8 0,0-3 0,0 1 0,0-1 0,0-7 0,0 1 0,0 6 0,0 0 0,0-2 0,0-2 0,0-3 0,0 7 0,0 1 0,0-3 0,0-3 0,0-1 0,0-1 0,0-7 0,0 0 0,0 3 0,0-6 0,0 4 0,0-8 0,0 7 0,0-7 0,0 7 0,0-7 0,0 7 0,0-9 0,0 5 0,2-10 0,5 0 0,5 0 0,9 0 0,1 0 0,-1 0 0,0 0 0,0 0 0,1 0 0,-1 0 0,0 0 0,0 0 0,1 0 0,-1 0 0,-9 0 0,-3 0 0,-9 0 0,0 0 0,0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30.898"/>
    </inkml:context>
    <inkml:brush xml:id="br0">
      <inkml:brushProperty name="width" value="0.04286" units="cm"/>
      <inkml:brushProperty name="height" value="0.04286" units="cm"/>
    </inkml:brush>
  </inkml:definitions>
  <inkml:trace contextRef="#ctx0" brushRef="#br0">213 107 8011,'0'-21'0,"7"7"-807,0 0 1,0 7 806,-7-8 0,0 8 0,-2-4 0,-5 1 0,5 3 0,-8 7 0,8 0 0,-5 0 0,-7 0 0,2 9 0,-2 6 0,-3 6 0,-2 7 0,-2 8 0,0 4 0,-1 2 0,3 3 0,5 5 0,-2 4 0,9 10 0,2 0 0,3-1 0,2 1 0,0-3 0,0-4 0,0-7 0,0-1 0,2-4 0,3-7 0,2-5 0,7 2 0,-5-6 0,3-3 0,2-3 0,5-9 0,-5 1 0,-4-11 0,-8 6 0,5-10 0,-2 0 0,9 0 0,0-10 0,8-1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34.515"/>
    </inkml:context>
    <inkml:brush xml:id="br0">
      <inkml:brushProperty name="width" value="0.04286" units="cm"/>
      <inkml:brushProperty name="height" value="0.04286" units="cm"/>
    </inkml:brush>
  </inkml:definitions>
  <inkml:trace contextRef="#ctx0" brushRef="#br0">1 276 6813,'35'0'0,"1"0"0,-1 0 0,-2 0 0,5 0 0,-7 0 0,-1 0 0,1 0 0,-10 0 0,-6 0 0,1 0 0,-6 0 0,-1 0 0,-9 0 0,0 0 0,-9 0 0,-3 0 0</inkml:trace>
  <inkml:trace contextRef="#ctx0" brushRef="#br0" timeOffset="651">724 64 6021,'21'0'0,"7"0"0,0-3 0,-2-4 0,8 5 0,-1-7 0,2 1 0,-2 1 0,-2 3 0,-5-1 0,-10 0 0,-2-2 0,-9 0 0,5 7 0,-10 0 0,0 0 0,0 9 0,0 6 0,-8 4 0,-1 2 0,-3 0 0,0 0 0,-4 3 0,2 2 0,-3 2 0,5 8 0,-2-8 0,-2 0 0,-3 1 0,-2-1 0,2 7 0,2-6 0,3-3 0,2-3 0,-4-1 0,1-1 0,1 0 0,3 0 0,-6 1 0,8-4 0,-3-3 0,7-4 0,-2-3 0,5-6 0,2 7 0,9-9 0,5 0 0,5 0 0,2 0 0,1 0 0,1-2 0,6-5 0,-11 5 0,8-8 0,0 3 0,-2 0 0,0 0 0,-3 4 0,0-1 0,0-3 0,-7 0 0,1 7 0,-11 0 0,6 0 0,-10 0 0,0 0 0,9-10 0,3-2 0</inkml:trace>
  <inkml:trace contextRef="#ctx0" brushRef="#br0" timeOffset="1081">745 319 7738,'0'12'-788,"2"-3"1,5-9 787,7 0 0,12 0 0,5 0 0,2-2 0,5-5 0,-5 4 0,2-4 0,3 5 0,2 2 0,-7-7 0,-4 0 0,-6 2 0,-1 3 0,-1 2 0,-9-3 0,-5-4 0,-5 5 0,-2-8 0,0 10 0,2 0 0,6 0 0,3 0 0,11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43.418"/>
    </inkml:context>
    <inkml:brush xml:id="br0">
      <inkml:brushProperty name="width" value="0.04286" units="cm"/>
      <inkml:brushProperty name="height" value="0.04286" units="cm"/>
    </inkml:brush>
  </inkml:definitions>
  <inkml:trace contextRef="#ctx0" brushRef="#br0">192 276 7788,'12'-2'-1614,"-3"-3"1614,1-2 0,-8-2 0,5 2 0,-5 2 0,-2-9 0,0 7 0,-2-5 0,-5 2 0,5 1 0,-8 4 0,1-2 0,4 0 0,-9 7 0,7 0 0,-7 0 0,-1 0 0,-6 9 0,2 6 0,3 6 0,2 7 0,6-4 0,-3 7 0,1-1 0,-4 3 0,7 7 0,0-2 0,0-2 0,0 1 0,0 4 0,7 1 0,0-2 0,0-4 0,0 1 0,0-8 0,0-3 0,0-3 0,0-9 0,0 1 0,0-11 0,2 6 0,5-10 0,-2 0 0,7-3 0,-1-4 0,1-7 0,-7 2 0,4-2 0,1 0 0,2 0 0,-1 0 0,-1 0 0,-8-8 0,3 1 0,2 0 0,3 0 0,-6-1 0,3 1 0,0 0 0,-7 0 0,0-1 0,3 1 0,4 0 0,-5 7 0,5-1 0,-4-1 0,-3-3 0,0 5 0,0 0 0,0-3 0,0 5 0,0-2 0,0 0 0,0-7 0,0 0 0,0 6 0,0 1 0,0 9 0,0-2 0,0 14 0,0 5 0,0 10 0,0-1 0,0 0 0,0 0 0,0 8 0,-3 1 0,-4 3 0,5-4 0,-5 4 0,4-3 0,3-4 0,0-2 0,0-3 0,3-2 0,1-2 0,4-3 0,1-9 0,-2 4 0,7 1 0,-2-8 0,2 5 0,-2-7 0,5-5 0,-3-2 0,-7-7 0,5 5 0,-3-3 0,1 5 0,-3-8 0,-5 8 0,5-7 0,5 10 0,-10-6 0,8 10 0</inkml:trace>
  <inkml:trace contextRef="#ctx0" brushRef="#br0" timeOffset="596">532 383 6170,'-10'-12'0,"8"0"0,-5 5 0,5 4 0,2-6 0,0 9 0,0 2 0,0 5 0,0-2 0,0 9 0,0 3 0,0 4 0,0 5 0,0 5 0,0 2 0,0 0 0,0 5 0,0-3 0,2 1 0,3 6 0,2 1 0,-2-3 0,-3-5 0,-2 5 0,0-7 0,0 3 0,0-1 0,0-9 0,0 5 0,0 0 0,0-8 0,0 5 0,0-4 0,-2-5 0,-6-5 0,4-4 0,-10-10 0,-3 0 0,-2 0 0,5 0 0,0 0 0,-3 0 0,6-3 0,-4-1 0,1-6 0,0 1 0,0-1 0,7 1 0,-5 2 0,3-8 0,1 4 0,8-3 0,0-3 0,0 5 0,0-2 0,3 2 0,4-2 0,5-5 0,9 7 0</inkml:trace>
  <inkml:trace contextRef="#ctx0" brushRef="#br0" timeOffset="1282">532 85 8027,'-21'0'-812,"9"0"0,-5 2 812,10 5 0,0-4 0,10 4 0,4-12 0,7-4 0,5-3 0,-5 5 0,0-7 0,3-3 0,-6 5 0,4-2 0,-11 9 0,6-4 0,-10 11 0,-3 3 0,-1 5 0,-3 1 0,-8-4 0,6 5 0,-3-2 0,7 6 0,-4-13 0,9 6 0,0-11 0,0-5 0,0 4 0,0-16 0,0 17 0,0-5 0,0 14 0,-10 5 0,-4 9 0,5 0 0,2 1 0,4-11 0,6-1 0,4-10 0,-5-10 0,10 6 0,-5-11 0,-2 11 0,9-3 0,0 4 0,7 3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46.932"/>
    </inkml:context>
    <inkml:brush xml:id="br0">
      <inkml:brushProperty name="width" value="0.04286" units="cm"/>
      <inkml:brushProperty name="height" value="0.04286" units="cm"/>
    </inkml:brush>
  </inkml:definitions>
  <inkml:trace contextRef="#ctx0" brushRef="#br0">43 829 6739,'0'-12'0,"0"3"0,0 11 0,0 5 0,0 5 0,0 9 0,0 0 0,0 1 0,0-1 0,0 2 0,0 3 0,0 3 0,0-3 0,0-3 0,0-1 0,0-1 0,0 0 0,0 0 0,0 1 0,0-8 0,0 0 0,0-9 0,2 4 0,3-11 0,2-5 0,10-5 0,-5-9 0</inkml:trace>
  <inkml:trace contextRef="#ctx0" brushRef="#br0" timeOffset="367">86 574 7672,'-15'9'0,"1"5"-512,-2 5 1,4-5 0,0 1 511,3 1 0,2 3 0,7 2 0,0-9 0,9-2 0,3-13 0,0-4 0,-1 2 0,-3-9 0,-6 0 0,5-7 0,-5 0 0,-2-1 0,0 8 0,-2 2 0,-5 3 0,5 2 0,-15 9 0,10 5 0,2 7 0,3 5 0,2 3 0</inkml:trace>
  <inkml:trace contextRef="#ctx0" brushRef="#br0" timeOffset="870">171 85 6369,'0'-21'0,"0"7"0,0-1 0,0 8 0,0-7 0,0 9 0,2-4 0,5 9 0,-2 0 0,9 0 0,-2 9 0,4 6 0,-2 4 0,1 11 0,6 6 0,0 6 0,0 8 0,5 2 0,-2 9 0,-8 0 0,-4 6 0,-7-1 0,-3-7 0,-4-5 0,-3-2 0,-2-5 0,-7-4 0,5-6 0,-3-3 0,-5-4 0,5-1 0,-2-8 0,-2 0 0,-3 0 0,-2-2 0,-1-5 0,1 5 0,0-7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49.735"/>
    </inkml:context>
    <inkml:brush xml:id="br0">
      <inkml:brushProperty name="width" value="0.04286" units="cm"/>
      <inkml:brushProperty name="height" value="0.04286" units="cm"/>
    </inkml:brush>
  </inkml:definitions>
  <inkml:trace contextRef="#ctx0" brushRef="#br0">1 149 6030,'0'-21'0,"2"7"0,5 0 0,-4 7 0,6-5 0,1 3 0,-8-1 0,7 5 0,1-2 0,-1-2 0,8 4 0,-3-2 0,3 2 0,1 1 0,4-3 0,-8 4 0,0-4 0,-7 5 0,7 2 0,-9 2 0,2 5 0,-5-2 0,1 7 0,1 0 0,4-1 0,-1-4 0,-7 8 0,0 1 0,0 3 0,-3 0 0,-4-5 0,2 3 0,-9-8 0,-2 3 0,4 0 0,-2 4 0,-3-4 0,-2-3 0,5 6 0,2-6 0,1 0 0,-1 1 0,5-3 0,-5-5 0,2 5 0,3-4 0,7 6 0,0-9 0,3 0 0,4 0 0,7 0 0,5 0 0,2-2 0,0-3 0,3-2 0,4 2 0,-4 3 0,4 2 0,-4 0 0,-10 0 0,0 0 0,-7 0 0,7 0 0,-6 0 0,6 0 0,-7 0 0,7 0 0,0 9 0,7 3 0</inkml:trace>
  <inkml:trace contextRef="#ctx0" brushRef="#br0" timeOffset="546">872 490 8059,'0'-22'-1018,"0"1"1,0 0 1017,0 0 0,0-1 0,0 1 0,0 9 0,0 3 0,0 11 0,0 5 0,0 7 0,0 5 0,0 3 0,0 1 0,0 5 0,0 3 0,3 7 0,1-3 0,3 1 0,-2-3 0,-3 5 0,-2-8 0,0 1 0,0 0 0,0-3 0,0-7 0,3 1 0,4-1 0,-5 0 0,5 0 0,-4-7 0,-3 1 0,0-8 0,0 7 0,0-9 0,0 4 0,0-18 0,-10-3 0,-2-9 0</inkml:trace>
  <inkml:trace contextRef="#ctx0" brushRef="#br0" timeOffset="982">617 660 8055,'-12'0'-411,"3"0"0,11 0 0,5 0 411,8 0 0,13 0 0,5 0 0,0 0 0,7 0 0,-7 0 0,3-3 0,-1-4 0,-2 5 0,3-5 0,-8 4 0,-5 3 0,-1 0 0,-1 0 0,0 0 0,-9 0 0,-3 0 0,-9 0 0,3 0 0,4 0 0,5 0 0,9-9 0,0-3 0</inkml:trace>
  <inkml:trace contextRef="#ctx0" brushRef="#br0" timeOffset="1465">1659 447 8055,'0'-14'-2031,"0"0"2031,0 9 0,0-14 0,0 5 0,0-5 0,0-2 0,0 7 0,0-1 0,0 8 0,0-7 0,0 9 0,0-4 0,0 11 0,0 5 0,0 10 0,0 9 0,0 0 0,0 9 0,2 3 0,5 2 0,-5 3 0,8-1 0,-1 1 0,-6-3 0,4-2 0,-5-5 0,-2 0 0,0 0 0,0-7 0,0 2 0,0-4 0,0-10 0,0 0 0,0 3 0,0-6 0,0 4 0,0-11 0,-2 6 0,-5-10 0,4-3 0,-4-4 0,5-4 0,2-11 0</inkml:trace>
  <inkml:trace contextRef="#ctx0" brushRef="#br0" timeOffset="2248">1574 362 8050,'0'-21'-1641,"0"7"1641,0-1 0,2 1 0,5-7 0,-2 9 0,9 3 0,2-1 0,3 8 0,3-7 0,-1-1 0,0 8 0,0-5 0,1 2 0,-1-2 0,0 4 0,0-4 0,1 5 0,6 2 0,0 0 0,-2 0 0,-2 0 0,-3 7 0,0 3 0,1 1 0,-11-4 0,-1 5 0,-3 0 0,0 0 0,0 2 0,-7 7 0,0 1 0,0-1 0,0 0 0,0 0 0,-2-2 0,-3-2 0,-2-3 0,-10-2 0,3 2 0,-5 2 0,0-6 0,3-1 0,2 1 0,-3-6 0,-2-1 0,-2-1 0,0 3 0,0 2 0,-1 0 0,1-7 0,0 0 0,7 0 0,-1 0 0,4-2 0,-4-5 0,6 2 0,9-9 0,0 9 0,2-12 0,5 10 0,8 3 0,-4 1 0,4 3 0,-1 0 0,7 3 0,0 4 0,-7-3 0,1 11 0,1 1 0,3 3 0,-5-2 0,0-1 0,3 5 0,2 3 0,2-5 0,0 12 0,1-10 0,-8 0 0,0 0 0,0 1 0,0-1 0,0 0 0,-7-2 0,8-3 0,1-1 0,-4-4 0,2 4 0,3-8 0,-6-5 0,4-2 0,1 0 0,-4 0 0,2 0 0,-7-2 0,7-3 0,3-2 0,-8-3 0,1 6 0,-1-3 0,3-10 0,9 5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29:54.051"/>
    </inkml:context>
    <inkml:brush xml:id="br0">
      <inkml:brushProperty name="width" value="0.04286" units="cm"/>
      <inkml:brushProperty name="height" value="0.04286" units="cm"/>
    </inkml:brush>
  </inkml:definitions>
  <inkml:trace contextRef="#ctx0" brushRef="#br0">62 553 7560,'-14'0'-708,"-1"0"1,8 0 707,-7 0 0,10 0 0,-4-2 0,16-3 0,6-2 0,5 2 0,2-4 0,0 2 0,0 2 0,1 3 0,-1 2 0,0 0 0,0 0 0,-7 0 0,1 0 0,1 0 0,-6 0 0,-1 9 0,-9 5 0,-2-2 0,-5 2 0,-8 3 0,-3 2 0,-11 2 0,1 0 0,2 0 0,2 1 0,3-3 0,0-3 0,0-2 0,6-7 0,1 8 0,10-1 0,-4-2 0,16-5 0,6-5 0,5-2 0,4 0 0,6 0 0,-6 0 0,8 0 0,-3 0 0,0 0 0,-2 0 0,-2-7 0,-3 0 0,1 2 0,-8 3 0,0 2 0,-9 0 0,4 2 0,-9 5 0,0-4 0,0 15 0,0-6 0</inkml:trace>
  <inkml:trace contextRef="#ctx0" brushRef="#br0" timeOffset="816">572 468 6764,'-12'0'0,"19"0"0,14 0 0,5 0 0,-4 0 0,-1 0 0,0 0 0,0 0 0,1 0 0,-8 0 0,0 0 0,-9 0 0,4 0 0,-9 0 0,0 3 0,2 1 0,3 6 0,2 2 0,0 2 0,-7 7 0,3 3 0,4 4 0,-5-4 0,5 6 0,-4 1 0,-3 4 0,0 3 0,2 0 0,3-3 0,2 3 0,0 2 0,-7 0 0,0-2 0,0-2 0,0-1 0,0 5 0,0-2 0,0-3 0,0-2 0,0 5 0,0-5 0,0-2 0,2 4 0,3-4 0,4 0 0,3-1 0,-7 6 0,4-5 0,1 2 0,-8-7 0,5 2 0,-4-2 0,-3 2 0,0-11 0,0 4 0,0-2 0,0 0 0,-3 2 0,-4 0 0,2-9 0,-6-2 0,-1-3 0,0 0 0,5 0 0,-7-7 0,0 2 0,2 5 0,-7-4 0,5 4 0,-5-5 0,5-4 0,0-3 0,-1-4 0,4-3 0,-6 5 0,8-5 0,-3 2 0,0-6 0,-5 4 0,3 0 0,7-4 0,-5 6 0,3-2 0,2 8 0,7-15 0,0 7 0</inkml:trace>
  <inkml:trace contextRef="#ctx0" brushRef="#br0" timeOffset="1685">1103 128 6009,'0'-12'0,"-2"-4"0,-5 9 0,4-3 0,-4 3 0,5 5 0,11-15 0,6 10 0,-4 0 0,3 5 0,3-3 0,2-2 0,2 0 0,0 7 0,1 0 0,-8 0 0,0 0 0,-7 7 0,5 2 0,-3 3 0,-2-5 0,-7 8 0,0 1 0,0-4 0,0 2 0,-2 3 0,-5 1 0,-7 4 0,-3-8 0,1 0 0,2 3 0,-3 1 0,-2-3 0,-2-1 0,2-7 0,2 5 0,3-3 0,10 8 0,-6-15 0,13 7 0,4-9 0,4 0 0,11 0 0,-1 0 0,0 0 0,0 0 0,-6 0 0,-1 0 0,2 0 0,3 0 0,-5 0 0,0 0 0,1 3 0,-4 4 0,6-2 0,-10 9 0,0-7 0,-7 7 0,-9-2 0,-5 4 0,-5-1 0,-3-11 0,1 6 0,0-3 0,0 0 0,-1 0 0,1-7 0,0 2 0,0 5 0,-1-4 0,1 6 0,9-9 0,3 0 0,9 0 0</inkml:trace>
  <inkml:trace contextRef="#ctx0" brushRef="#br0" timeOffset="2117">1677 64 6767,'12'-21'0,"-3"7"0,-9 0 0,0 9 0,0-4 0,0 9 0,0 2 0,0 5 0,0 7 0,-2 8 0,-3 6 0,-2 7 0,-10 5 0,3 3 0,-5 2 0,-2 2 0,0 3 0,0-1 0,-1-9 0,1-2 0,0-2 0,7-10 0,0 2 0,-1-5 0,4-1 0,-6-1 0,8 0 0,-1 0 0,1 1 0,-5-8 0,4-2 0,-2-3 0,8 1 0,-3-3 0,4-5 0,3 5 0,0-14 0,0 2 0,3-6 0,1-1 0,3 0 0,19-2 0,-2-8 0</inkml:trace>
  <inkml:trace contextRef="#ctx0" brushRef="#br0" timeOffset="2950">1762 362 7939,'-14'-7'-1172,"2"-3"1172,3-1 0,1 6 0,8-14 0,0 5 0,3 4 0,4 3 0,5-2 0,9 2 0,0 2 0,-7 3 0,-2-1 0,-2-4 0,6 5 0,-2-5 0,5 4 0,2 3 0,-6 0 0,-1 0 0,-9 10 0,4 2 0,-9 9 0,0 0 0,0 0 0,-7 1 0,-3-3 0,-1-5 0,4 5 0,-8-5 0,8 2 0,-5 1 0,3-3 0,-5-7 0,4 5 0,1 0 0,0 0 0,-1-8 0,5 6 0,-2-1 0,-2-4 0,2 9 0,4-7 0,-4 7 0,-4 0 0,8 1 0,-4-1 0,5-9 0,2 4 0,0-11 0,0-5 0,9 4 0,5-4 0,5 5 0,-5-5 0,1 0 0,1 2 0,3 2 0,2 3 0,0 0 0,1 0 0,1 0 0,3 0 0,3 0 0,-3 0 0,-3 0 0,-2 0 0,1 0 0,-10 0 0,-3 0 0,-9 0 0,0-9 0,0-5 0,0 2 0,0-2 0,0-3 0,0 6 0,0-4 0,0 1 0,0 0 0,0 0 0,0 9 0,9-14 0,3 7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30:06.385"/>
    </inkml:context>
    <inkml:brush xml:id="br0">
      <inkml:brushProperty name="width" value="0.04286" units="cm"/>
      <inkml:brushProperty name="height" value="0.04286" units="cm"/>
    </inkml:brush>
  </inkml:definitions>
  <inkml:trace contextRef="#ctx0" brushRef="#br0">192 256 8080,'2'-12'-624,"5"5"1,-4-5 623,4-2 0,-5 2 0,-2-2 0,0 7 0,0-7 0,0 7 0,0-7 0,0-3 0,0 5 0,0-2 0,2 2 0,3-4 0,2 2 0,0 7 0,-7-8 0,-7 8 0,-2-5 0,-3 3 0,5 2 0,-7 7 0,-3 0 0,-2 7 0,-2 2 0,0 3 0,-1 5 0,8 2 0,0 2 0,0 0 0,2 0 0,0 3 0,8 2 0,-3 2 0,2-2 0,2 5 0,3-3 0,0-2 0,0-2 0,0-3 0,0 0 0,3-2 0,4-4 0,-2-6 0,9-9 0,2 0 0,3 0 0,-5-9 0,1-3 0,-1-2 0,-2-1 0,4 8 0,-6-7 0,1-2 0,-4-3 0,5-3 0,-2 1 0,-6 0 0,6 0 0,-3-1 0,-2 1 0,-3 0 0,0-3 0,5-4 0,-4 4 0,4-4 0,-5 4 0,-2 13 0,0 1 0,0 13 0,0 4 0,-2 4 0,-3 13 0,-2 2 0,2 2 0,3 1 0,2-8 0,0 3 0,0 4 0,0-4 0,0 4 0,0-5 0,0-1 0,0-1 0,2 0 0,5 0 0,-2-6 0,9-1 0,1-9 0,6 2 0,0-12 0,-2-5 0,-3 1 0,-1 0 0,-8-6 0,4 6 0,1-3 0,0-4 0,-5-3 0,5-3 0,0 1 0,0 0 0,-8 0 0,6-1 0,-3 1 0,0 0 0,2 0 0,-4-1 0,2 1 0,0 0 0,-7 0 0,0 7 0,0-1 0,0 11 0,-2-6 0,-5 10 0,2 0 0,-9 0 0,9 3 0,-2 4 0,5 4 0,2 11 0,0-1 0,0 0 0,0 0 0,2 1 0,3-1 0,2 0 0,9 0 0,-4 1 0,2 1 0,1 6 0,-8-6 0,4 6 0,-1-6 0,-3-9 0,-5 1 0,5 1 0,-4 3 0,2 0 0,-10-5 0,0 3 0,-9-8 0,-3 3 0,-1-7 0,-4 2 0,1-5 0,0-2 0,0 0 0,6 7 0,1 0 0,-2-2 0,-3-3 0,7-2 0,5 0 0,14 0 0,5 10 0,9 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30:02.434"/>
    </inkml:context>
    <inkml:brush xml:id="br0">
      <inkml:brushProperty name="width" value="0.04286" units="cm"/>
      <inkml:brushProperty name="height" value="0.04286" units="cm"/>
    </inkml:brush>
  </inkml:definitions>
  <inkml:trace contextRef="#ctx0" brushRef="#br0">532 362 8091,'0'-14'-74,"0"0"0,0 0 1,0-8-1</inkml:trace>
  <inkml:trace contextRef="#ctx0" brushRef="#br0" timeOffset="535">383 235 8091,'10'-22'-501,"-8"8"0,5 0 501,-4-2 0,-3 4 0,0-2 0,0-1 0,-3-6 0,-4 0 0,2 0 0,-9 2 0,-2 5 0,-3-3 0,-2 10 0,-1 2 0,1 3 0,0 2 0,0 0 0,-1 0 0,1 2 0,0 3 0,0 4 0,-1 3 0,10-5 0,5 8 0,3-1 0,-3-2 0,4 6 0,-4-3 0,7 3 0,7 4 0,-4-1 0,6 0 0,0 0 0,6 1 0,4-1 0,-1 0 0,-1 0 0,-3 1 0,0-3 0,8-3 0,-1-2 0,-7 0 0,0 8 0,3-1 0,-8 0 0,-2 0 0,-4-6 0,-6-4 0,-4-1 0,-5 4 0,-9-7 0,-3 0 0,-4 3 0,2-8 0,-7 5 0,2-5 0,5-2 0,3 0 0,2 0 0,-1 0 0,1 0 0,9 0 0,3 0 0,28 0 0,4 0 0</inkml:trace>
  <inkml:trace contextRef="#ctx0" brushRef="#br0" timeOffset="2418">787 256 8113,'0'-14'-967,"0"0"1,0-1 966,0-6 0,0 0 0,0 0 0,-7 7 0,0-1 0,-10 4 0,3-4 0,2 6 0,-2 9 0,-2 0 0,4 0 0,-2 2 0,0 5 0,2 8 0,-7 6 0,5 5 0,-5 2 0,5 8 0,2-6 0,2 1 0,6 0 0,1-5 0,3-3 0,0-2 0,0 1 0,0-1 0,0 0 0,0 0 0,10-9 0,4-5 0,5-7 0,2-4 0,0-3 0,-2-10 0,-2 5 0,-5-2 0,-3 0 0,8 0 0,-6-8 0,1 1 0,5 0 0,-8 0 0,1-3 0,-1-2 0,-4-2 0,-1-1 0,1 8 0,2 0 0,0 0 0,-7-1 0,-2 11 0,-5 4 0,2 14 0,-7 7 0,3 5 0,2 2 0,4 0 0,-1 0 0,-3 1 0,0-1 0,7 0 0,0 0 0,0 1 0,0-1 0,2-2 0,3-3 0,2-1 0,2-4 0,-2 4 0,5-6 0,9-9 0,1-2 0,-1-5 0,-7 2 0,0-9 0,3-3 0,-5-2 0,2-2 0,-3 0 0,4-1 0,-8 1 0,-5 0 0,-2 0 0,0-1 0,0 1 0,0 0 0,0 0 0,0 9 0,0 5 0,0 14 0,0 7 0,0 5 0,0 2 0,0 0 0,2 1 0,6-1 0,-6 0 0,5 0 0,-5 1 0,-2-1 0,0 0 0,0-7 0,0 1 0,0-11 0,0 3 0,0-14 0,0-7 0,0-5 0,0-2 0,3 0 0,4-1 0,-2 1 0,6-2 0,1-3 0,0-3 0,-5 1 0,5 7 0,0 2 0,-1 5 0,4-5 0,6 16 0,-7-6 0,-2 11 0,0 5 0,-1 8 0,-3 3 0,3 4 0,-1-1 0,-1-7 0,-4 0 0,2 3 0,-2 2 0,-3 2 0,0-7 0,3 0 0,2 3 0,0 2 0,-7 2 0,0 0 0,0-9 0,0 7 0,-9-17 0,4-2 0,-9-14 0,9 2 0,-2-2 0,5-2 0,2-3 0,0-3 0,7-1 0,2-3 0,3-2 0,5 2 0,-5 2 0,2 5 0,2 5 0,-4-3 0,2 8 0,3-3 0,2 0 0,0-4 0,-5 2 0,5 9 0,-15-5 0,8 13 0,-2 4 0,-3 5 0,-7 9 0,0 0 0,0-7 0,0 1 0,0 1 0,0 3 0,0 2 0,0 0 0,0 1 0,0-1 0,2 0 0,3 0 0,2 1 0,2-3 0,-4-3 0,2-2 0,2-2 0,-1 2 0,-4 3 0,10-10 0,-6 0 0,6-7 0,-7 0 0,7 0 0,-2-2 0,4-3 0,-4-5 0,-2-1 0,4 4 0,-5-8 0,3-1 0,2-3 0,5-2 0,-5-1 0,-7 1 0,3 7 0,-3 0 0,-2-3 0,-3-2 0,-2-2 0,0 0 0,0 0 0,0-1 0,0 1 0,0 7 0,0 0 0,0-3 0,0 6 0,-2-1 0,-6 2 0,6 3 0,-10 7 0,5 0 0,-2 3 0,-8 4 0,3 7 0,7 7 0,-5 5 0,3 2 0,4-2 0,3-2 0,2-3 0,0 0 0,0 1 0,0-1 0,2 0 0,5 0 0,-2 1 0,9-3 0,3-5 0,-6-5 0,3-9 0,3 0 0,-5 0 0,2 0 0,3 0 0,-6 0 0,3-2 0,1-5 0,-4-7 0,6 2 0,-8 0 0,1 0 0,-1 0 0,-2 8 0,-7-8 0,0 5 0,0 4 0,0-6 0,0 11 0,0 5 0,0 5 0,-9 9 0,-3 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30:08.270"/>
    </inkml:context>
    <inkml:brush xml:id="br0">
      <inkml:brushProperty name="width" value="0.04286" units="cm"/>
      <inkml:brushProperty name="height" value="0.04286" units="cm"/>
    </inkml:brush>
  </inkml:definitions>
  <inkml:trace contextRef="#ctx0" brushRef="#br0">808 638 6160,'0'-14'0,"0"0"0,3 9 0,4-2 0,-5-5 0,5-2 0,-5 2 0,-2-2 0,0 0 0,3-5 0,4 5 0,-5 2 0,5 5 0,-4 2 0,-3-9 0,0 9 0,0-2 0,0 14 0,0 8 0,0 11 0,-3 4 0,-1 3 0,-3 5 0,-8 5 0,6 4 0,-3 2 0,5 1 0,-5-10 0,3-2 0,4-5 0,3-2 0,-1-3 0,-1-7 0,-3 0 0,-1 1 0,8-8 0,0 0 0,0-9 0,0 2 0,0-14 0,0 2 0,0-9 0,0 0 0,0-8 0</inkml:trace>
  <inkml:trace contextRef="#ctx0" brushRef="#br0" timeOffset="599">723 596 8010,'0'-22'-1850,"0"1"1850,0 0 0,0 9 0,3 3 0,4 11 0,7 5 0,5 7 0,2 5 0,0 2 0,0 1 0,1-1 0,-1 0 0,0 0 0,0 1 0,-2-1 0,-4 0 0,-8 0 0,-3-9 0,3-5 0,-4-4 0,6-3 0,-9-3 0,3-4 0,4-7 0,-3-5 0,11-2 0,1 0 0,1-1 0,-3 1 0,12-7 0,-5 0 0,3 2 0,-1 2 0,-2 3 0,1-1 0,-1 4 0,0 3 0,-7-1 0,-2 6 0,0 1 0,0 0 0,-7-1 0,2 3 0,-5 5 0,-2-8 0,0 13 0,0 4 0,0 7 0,-2 5 0,-3 4 0,-2 3 0,2 3 0,-4 8 0,2-1 0,2 4 0,2 2 0,-4-1 0,0-4 0,3-1 0,1 2 0,3-5 0,0 0 0,0-3 0,0-1 0,0-8 0,0 0 0,0-7 0,0 1 0,0-11 0,0 6 0,0-10 0,0 0 0,0-10 0,10 8 0,1-8 0</inkml:trace>
  <inkml:trace contextRef="#ctx0" brushRef="#br0" timeOffset="1099">1531 574 8010,'0'-14'-1992,"0"0"1992,0 9 0,0-4 0,0 9 0,0 9 0,0 6 0,-3 6 0,-4 7 0,5-2 0,-5 10 0,5 1 0,2 3 0,0-4 0,0-1 0,0 1 0,0-3 0,2 5 0,3-8 0,4 1 0,3 0 0,-5-3 0,7-7 0,3 0 0,-6-9 0,4-5 0,-1-4 0,7-6 0,-2-4 0,-5-7 0,5 2 0,-7-2 0,2-2 0,0-3 0,-2-3 0,2 1 0,-4 0 0,-1 0 0,-7-1 0,5 1 0,-4 0 0,-3 0 0,0-1 0,0-1 0,0-3 0,0-2 0,-7-1 0,0 6 0,0-3 0,-3-3 0,5 1 0,-9 7 0,9-1 0,-2 1 0,5 9 0,2 5 0,0 14 0,0 8 0,2 1 0,5-2 0,5 15 0,10-6 0</inkml:trace>
  <inkml:trace contextRef="#ctx0" brushRef="#br0" timeOffset="1383">2168 766 6801,'-11'-10'0,"3"8"0,13-8 0,2 1 0,10 7 0,-3-5 0,5 4 0,2 3 0,0 0 0,1 0 0,-1 0 0,0-7 0,0 0 0,1 2 0,-8 3 0,0 2 0,-9 2 0,2 5 0,-5 8 0,-4-4 0,-5 4 0,-5-1 0,-9 7 0</inkml:trace>
  <inkml:trace contextRef="#ctx0" brushRef="#br0" timeOffset="1531">2083 957 7725,'-12'0'-1565,"5"0"1565,14 0 0,5 0 0,10-2 0,1-3 0,6-2 0,-4 0 0,9 4 0,-1-1 0,0-3 0,-5-1 0,7 8 0,1 0 0,6 0 0</inkml:trace>
  <inkml:trace contextRef="#ctx0" brushRef="#br0" timeOffset="1865">2785 489 6018,'0'22'0,"0"-1"0,0 0 0,2 3 0,5 4 0,-5-2 0,5 7 0,-4 0 0,-3 0 0,0-4 0,0 4 0,0-3 0,0-1 0,0-8 0,0 0 0,0 0 0,0 1 0,0-1 0,0 0 0,0 0 0,0 1 0,0-1 0,0-9 0,0-3 0</inkml:trace>
  <inkml:trace contextRef="#ctx0" brushRef="#br0" timeOffset="2383">2721 574 8010,'0'-21'-1209,"2"0"1209,5 0 0,-2-1 0,9 1 0,3 0 0,2 7 0,-1 0 0,-1-1 0,-3 4 0,7-6 0,8 10 0,-3 0 0,-3-3 0,-1 8 0,-1-5 0,0 5 0,0 4 0,1 5 0,-3 5 0,-5 9 0,-7 0 0,-5 1 0,-2-1 0,0 0 0,0 0 0,-2 1 0,-5-1 0,-7 0 0,-5 0 0,-3 1 0,1-1 0,0 0 0,2-7 0,2-2 0,3-2 0,10-3 0,-6-7 0,12 0 0,6 2 0,6 3 0,5 2 0,2-2 0,0-1 0,0 1 0,1 4 0,-1 3 0,0 2 0,0 8 0,1-1 0,-1 0 0,-2 0 0,-5 1 0,-7-1 0,-5 0 0,-2 0 0,0 1 0,0-8 0,-2 0 0,-5 0 0,-7-2 0,-5-5 0,-5 3 0,-4-3 0,-7-3 0,-6-1 0,-1-3 0,-1 0 0,3 0 0,5 0 0,-5 0 0,7 0 0,-3 0 0,1 0 0,9 0 0,-3 0 0,-4-10 0,0-2 0</inkml:trace>
  <inkml:trace contextRef="#ctx0" brushRef="#br0" timeOffset="3066">149 234 7093,'24'0'0,"4"0"0,-2 0 0,10 0 0,2 0 0,2 0 0,9 0 0,6 0 0,4-2 0,7-5 0,12 5 0,2-5 0,10 4 0,-1-4 0,11 0 0,-50 4 0,1-1 0,1-1 0,0 0 0,1 4 0,0 0 0,2-3 0,1-1 0,3 1 0,0 1 0,5-2 0,0 0 0,0-1 0,2 0 0,2 4 0,1 0 0,-1-3 0,1 0 0,-1 1 0,1 1-65,-1 0 0,0-1 1,2-1-1,0 1 1,-5 1-1,0 1 1,-4-2-1,0 1 65,-1 0 0,-1 1 0,-2 0 0,-1-1 0,-4 1 0,0 0 0,47-6 0,-7 4 0,-14-6 0,-7 3 0,-5 3 31,-2 1 1,-12-4 0,-10 0 0,-11 2-32,-8 3 0,-1 0 0,-1-6 0,-9 6 0,0-7 0,-5 9 0,-7 0 0,0 0 97,-10 9 1,-30 3-1,-5 9 1</inkml:trace>
  <inkml:trace contextRef="#ctx0" brushRef="#br0" timeOffset="3749">107 234 8137,'12'0'-320,"-3"0"1,-9 10-1,0 4 1,0 5 319,0 2 0,3 10 0,1 4 0,3 5 0,-2 3 0,7 9 0,0 5 0,-1 2 0,-3-3 0,1 10 0,-2-7 0,-2-2 0,-3-3 0,-2 3 0,0-7 0,0-3 0,0-2 0,0-10 0,0-2 0,0 0 0,0 0 0,0-7 0,0 3 0,0-6 0,0-1 0,0-1 0,0 0 0,-2-2 0,-3-3 0,-2-1 0,0-11 0,5 13 0,-6-10 0,6 0 0,-7-7 0,-1-9 0,-2-3 0</inkml:trace>
  <inkml:trace contextRef="#ctx0" brushRef="#br0" timeOffset="4380">1 1510 8036,'2'11'-613,"5"-4"1,-2-4 612,9-3 0,0 0 0,7 0 0,1 0 0,-1-3 0,3-1 0,1-3 0,4 2 0,-1 3 0,-7 2 0,3 0 0,4 0 0,-4-3 0,7-2 0,-3-2 0,0 3 0,8 1 0,-6 3 0,4 0 0,3 0 0,-4 0 0,0 0 0,0 0 0,1 0 0,-6 0 0,7 0 0,3 0 0,2 0 0,10-7 0,-1 0 0,1 2 0,2 3 0,-5-5 0,7 0 0,1 2 0,-1 3 0,-4-5 0,4 0 0,0 2 0,1 3 0,-6-6 0,5 1 0,-2 3 0,-4 1 0,-1 3 0,-2 0 0,0 0 0,-5 0 0,-2-2 0,4-3 0,-2-2 0,-4 2 0,4 3 0,-5 2 0,5 0 0,3 0 0,6 0 0,3-2 0,0-3 0,0-2 0,5 0 0,-5 7 0,0 0 0,0 0 0,4 0 0,-6-3 0,-3-4 0,5 5 0,-5-5 0,-4 5 0,-8 2 0,-4 0 0,0-3 0,-5-2 0,2-2 0,-2 3 0,-2 1 0,-3 3 0,0 0 0,0 0 0,1 0 0,-1 0 0,-2-2 0,-5-5 0,5 4 0,-5-4 0,-5 5 0,1 2 0,-12 0 0,-6 0 0,6 0 0,-17 0 0,7 0 0</inkml:trace>
  <inkml:trace contextRef="#ctx0" brushRef="#br0" timeOffset="4997">3486 86 7229,'0'-12'-612,"0"2"1,0 13 611,0 4 0,0 5 0,0 9 0,0 0 0,0 3 0,0 2 0,0 2 0,0 0 0,0 3 0,0 2 0,0 10 0,0-1 0,0 1 0,2 6 0,3 1 0,2-1 0,-2 3 0,0-7 0,-1 5 0,3-5 0,-2-3 0,-3 1 0,-2-1 0,0-2 0,0-4 0,0 4 0,0-7 0,-2 0 0,-5-5 0,5 3 0,-5-3 0,4-2 0,3-2 0,0-3 0,0-7 0,0 1 0,0-11 0,0 6 0,0-10 0,-9 0 0,-5 0 0,-5 0 0,-5 0 0,-2 0 0,-2 0 0,2 0 0,2 0 0,3 0 0,-3 0 0,-4 0 0,-3 0 0,-4 0 0,-5 9 0,7 3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32:40.754"/>
    </inkml:context>
    <inkml:brush xml:id="br0">
      <inkml:brushProperty name="width" value="0.04286" units="cm"/>
      <inkml:brushProperty name="height" value="0.04286" units="cm"/>
    </inkml:brush>
  </inkml:definitions>
  <inkml:trace contextRef="#ctx0" brushRef="#br0">22 149 6814,'11'-9'0,"-1"-3"0,-10-10 0,0 11 0,0 1 0,0 10 0,0 3 0,0 4 0,0 7 0,2 7 0,3 5 0,2 2 0,0 10 0,-7-5 0,0 0 0,0-2 0,0 0 0,0-8 0,-2 6 0,-3-6 0,-2-1 0,0-8 0,7 0 0,0 2 0,0-4 0,0 2 0,0-9 0,0 5 0,0-10 0,-3 0 0,-4 0 0,5 0 0,-7 0 0</inkml:trace>
  <inkml:trace contextRef="#ctx0" brushRef="#br0" timeOffset="850">22 191 6015,'0'-21'0,"0"0"0,0 7 0,2 2 0,5 0 0,7 0 0,-2 8 0,2-3 0,3 2 0,2-2 0,2 4 0,0-4 0,0-2 0,1 2 0,-1 2 0,0 3 0,-7 2 0,0 0 0,3 0 0,-5 7 0,0 2 0,-1 1 0,1-1 0,-7 8 0,2-3 0,-5 5 0,-2 2 0,0 0 0,-2 0 0,-3 1 0,-2-1 0,-9-7 0,1-2 0,-3-3 0,-4 6 0,3-6 0,3 0 0,2 1 0,0-3 0,-8-7 0,8 0 0,0 0 0,9 0 0,-2-2 0,14-5 0,-2 4 0,9-4 0,3 5 0,-3-5 0,5 0 0,4 2 0,1 3 0,0 11 0,-3 3 0,0 0 0,-9 6 0,-3-3 0,1 4 0,-8 2 0,5 0 0,-4 0 0,-3-7 0,0 1 0,0 1 0,-10 3 0,-4 2 0,-3-7 0,1-2 0,2-2 0,0-1 0,-10-4 0,-2 4 0,-2 1 0,2-1 0,-5-2 0,3-7 0,2 0 0,2 0 0,3 0 0,0 0 0,9-9 0,5-5 0,4 2 0,3-2 0,0 9 0,3-4 0,4 9 0,7 0 0,5 0 0,11 9 0,4 3 0</inkml:trace>
  <inkml:trace contextRef="#ctx0" brushRef="#br0" timeOffset="1234">638 489 7702,'0'-21'-1547,"0"0"1547,-10 9 0,8 2 0,-7 13 0,9 4 0,0 7 0,0 5 0,0 2 0,0 0 0,0 1 0,0-6 0,0 5 0,0-4 0,0 11 0,0-4 0,0-3 0,0-7 0,0 0 0,0-9 0,0 5 0,-3-10 0,-4 0 0,-5 0 0,-9 0 0</inkml:trace>
  <inkml:trace contextRef="#ctx0" brushRef="#br0" timeOffset="1618">638 255 6390,'-19'-14'0,"2"2"0,3 3 0,7 4 0,-7 12 0,9-2 0,-2 9 0,14-9 0,7 2 0,-2-5 0,2-2 0,3 0 0,2-9 0,-5-1 0,-2-6 0,-3 2 0,-2 7 0,-7-8 0,0-1 0,0 6 0,0 1 0,-2 9 0,-3 2 0,-2 5 0,2 8 0,3 3 0,2 4 0,0-1 0,0 0 0</inkml:trace>
  <inkml:trace contextRef="#ctx0" brushRef="#br0" timeOffset="1916">1063 234 7983,'-12'9'-399,"3"-6"1,18 6 0,5-9 398,5 0 0,2-2 0,1-3 0,-1-2 0,0 2 0,-7 3 0,0 2 0,3 0 0,-5 0 0,0 2 0,-3 5 0,-2-2 0,-7 9 0,-9 1 0,-3 6 0</inkml:trace>
  <inkml:trace contextRef="#ctx0" brushRef="#br0" timeOffset="2064">1105 362 7983,'-21'9'-1195,"9"-7"1195,3 8 0,11-10 0,5 0 0,7 0 0,5 0 0,3 0 0,1 0 0,3 0 0,3 0 0,1 0 0,-4 0 0,3 0 0,6 0 0,-7 0 0,-2 0 0,-2 0 0,7 0 0,2 0 0</inkml:trace>
  <inkml:trace contextRef="#ctx0" brushRef="#br0" timeOffset="2384">1764 149 7983,'0'-12'-1593,"0"3"1593,0 9 0,-7 2 0,0 5 0,0 5 0,7 12 0,0 2 0,0 2 0,0-2 0,0 0 0,0 0 0,0 2 0,0 1 0,0-8 0,0 0 0,0 0 0,0 1 0,0-1 0,0 0 0,-7 0 0,0 1 0,0-1 0,4-9 0,-4-5 0,5-5 0,-8-2 0</inkml:trace>
  <inkml:trace contextRef="#ctx0" brushRef="#br0" timeOffset="2935">1679 234 7983,'0'-21'-281,"0"-1"-493,0 1 1,0 0 773,0 0 0,0 7 0,3-1 0,4-1 0,4-1 0,11 1 0,-1 2 0,0 7 0,3-5 0,2 2 0,2 6 0,3 1 0,-5 3 0,2 0 0,-2 0 0,-2 0 0,-3 0 0,0 0 0,-2 10 0,-5 4 0,-4 5 0,-10 2 0,0 0 0,-3 0 0,-6 3 0,-10 2 0,-7 2 0,0-2 0,-5-2 0,3-3 0,2 1 0,2-1 0,10-7 0,0-2 0,-2-3 0,6-2 0,1-7 0,11 0 0,5 0 0,7 0 0,5 0 0,2 0 0,1 0 0,-1 0 0,0 0 0,0 3 0,1 1 0,-1 6 0,0 2 0,-7-5 0,1 7 0,1 2 0,-6 3 0,-3 3 0,-7-1 0,-7 0 0,-5-9 0,-10-3 0,1-2 0,0 3 0,0 2 0,-1-8 0,-1 6 0,-3-3 0,-2 0 0,-1 0 0,8-7 0,0 0 0,-1 0 0,1 0 0,7 0 0,0 0 0,9-9 0,-4-3 0</inkml:trace>
  <inkml:trace contextRef="#ctx0" brushRef="#br0" timeOffset="3350">2359 298 7280,'0'-12'-633,"0"3"1,0 11 632,0 5 0,0 5 0,0 9 0,0 0 0,0 1 0,0-1 0,0 0 0,0 0 0,0 1 0,0-1 0,0 0 0,0 0 0,0 1 0,0-1 0,0 0 0,0 0 0,0-7 0,3-2 0,4-2 0,-5 6 0,10-13 0,-5 4 0,5-5 0,9-2 0,0 0 0,-7-7 0,-2-2 0,-2-3 0,-1 7 0,-4-4 0,2-1 0,9-2 0,-4-9 0</inkml:trace>
  <inkml:trace contextRef="#ctx0" brushRef="#br0" timeOffset="3548">2295 510 7046,'-21'0'-1031,"12"0"1031,9 0 0,9 0 0,12 0 0,1 0 0,-1 0 0,0-7 0,0 0 0,1 2 0,-1 3 0,0 2 0,0-2 0,1-5 0,-1 4 0,0-6 0,0 9 0</inkml:trace>
  <inkml:trace contextRef="#ctx0" brushRef="#br0" timeOffset="3984">2763 383 6390,'-14'0'0,"0"0"0,-3 0 0,-2 0 0,5 2 0,0 5 0,-3 7 0,1 5 0,-1 3 0,6-1 0,1 0 0,1 0 0,4 1 0,-2-1 0,0 0 0,9-2 0,5-5 0,-2-4 0,9-10 0,0 0 0,7 0 0,1 0 0,-8-3 0,0-4 0,3-7 0,-8 2 0,-2-2 0,-5-3 0,6-1 0,-1-4 0,-3 1 0,-1 0 0,-3 0 0,0-1 0,0 1 0,0 9 0,0 5 0,0 14 0,0 7 0,0 5 0,0 3 0,0-1 0,0 0 0,0-7 0,0 0 0,0 3 0,0 2 0,0 2 0,0 0 0,2-9 0,5-5 0,5 5 0,9 0 0</inkml:trace>
  <inkml:trace contextRef="#ctx0" brushRef="#br0" timeOffset="4331">2827 468 7983,'7'-21'0,"2"2"-399,3 4 1,-7 4 0,4 6 398,1-2 0,-6 0 0,11 7 0,-1 0 0,7 0 0,-7 2 0,-2 5 0,-3 7 0,1 5 0,-5 3 0,2-1 0,0 0 0,-7 0 0,0 1 0,0-11 0,-10 8 0,8-19 0,-5 0 0,5-2 0,2-12 0,0 0 0,0-8 0,0 1 0,7 0 0,2 2 0,3 2 0,4 3 0,-4 2 0,0-4 0,0 4 0,0 3 0,-5 2 0,7 7 0,-7 0 0,7 0 0,0 9 0,8 3 0</inkml:trace>
  <inkml:trace contextRef="#ctx0" brushRef="#br0" timeOffset="5567">3337 404 7702,'0'-21'-1547,"0"7"1547,0-1 0,-3 11 0,-4-3 0,-7 4 0,-2 6 0,-1 1 0,3 6 0,-3 2 0,1 2 0,-1 5 0,6-3 0,1-2 0,3 1 0,7 6 0,0 0 0,0 0 0,0 1 0,2-11 0,3-1 0,5-3 0,1 0 0,-4 0 0,8-7 0,-4-2 0,4-5 0,1-5 0,-6-7 0,1 5 0,-6-5 0,2 5 0,3-5 0,-3-2 0,-3-1 0,6 8 0,-3 0 0,-2-3 0,-3 8 0,-2 0 0,0 9 0,0 0 0,0 9 0,-2-4 0,-3 9 0,-2 2 0,2 3 0,3 3 0,2 1 0,0 5 0,0-2 0,0 7 0,0 1 0,2-1 0,5 4 0,-4-4 0,4 3 0,-5 2 0,-2 2 0,0 2 0,0-2 0,-2-2 0,-5-2 0,2-1 0,-9 8 0,-3-3 0,-2-5 0,0-4 0,3-10 0,2-2 0,-3-5 0,5 3 0,-2-10 0,-2-3 0,4-1 0,-2-3 0,-3-3 0,1-4 0,1-7 0,-1 2 0,9-2 0,0-2 0,-3-3 0,8-10 0,-5-1 0,5-1 0,2 0 0,9 1 0,5 4 0,5-3 0,2 3 0,1 3 0,-1 2 0,0-1 0,0 1 0,1 0 0,-1 0 0,2-1 0,6 1 0,-6 0 0,6 0 0,-3-1 0,2 1 0,-4 0 0,4 0 0,-4-1 0,-3 1 0,0 0 0,0 0 0,1-1 0,-1 1 0,-7 7 0,-2 0 0,-3-3 0,-4-2 0,-3-2 0,-2 0 0,0 0 0,0 6 0,0 1 0,-2 9 0,-3-4 0,-4 2 0,-3 0 0,5 0 0,-5 9 0,3 5 0,2-2 0,4 9 0,-4 3 0,5 2 0,-5 2 0,4 0 0,3 0 0,0 1 0,0-1 0,10-7 0,4 0 0,5 0 0,2-2 0,-7-2 0,0-10 0,3 0 0,2 0 0,2 0 0,0 0 0,1 0 0,-4-3 0,-1-2 0,-3-2 0,-7-7 0,5 5 0,-3-3 0,1 5 0,-5-7 0,2-3 0,-3-2 0,-1-2 0,-3 0 0,0 0 0,0-1 0,0 1 0,0-3 0,2-2 0,5-2 0,-4 0 0,4 6 0,-5 1 0,-2 0 0,2 2 0,6 5 0,-6 4 0,7 10 0,-9 0 0,0 0 0,0 10 0,0 4 0,0 5 0,0 2 0,0 0 0,0 3 0,-2 2 0,-3 5 0,-2 2 0,0-5 0,7 5 0,0-2 0,0-3 0,0-6 0,0-1 0,0 0 0,0 0 0,0 1 0,0-1 0,0-7 0,2-2 0,6-3 0,-4-2 0,10-7 0,3 0 0,-5 0 0,2 0 0,2 0 0,-4 0 0,2 0 0,-6 0 0,3-2 0,-1-5 0,-1 4 0,-2-4 0,-4 3 0,4-3 0,5 4 0,-1-6 0</inkml:trace>
  <inkml:trace contextRef="#ctx0" brushRef="#br0" timeOffset="5868">3868 362 7963,'-21'0'-1184,"0"0"1184,9 0 0,2 0 0,13 0 0,4 0 0,7 0 0,7 0 0,5 0 0,3 0 0,-4 0 0,-1 0 0,-3 0 0,1 0 0,-1 0 0,-7 0 0,0-3 0,3-4 0,-5 5 0,2-5 0,-10 4 0,8 3 0,-5 0 0,-4 0 0,6 0 0,-9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39:12.717"/>
    </inkml:context>
    <inkml:brush xml:id="br0">
      <inkml:brushProperty name="width" value="0.04286" units="cm"/>
      <inkml:brushProperty name="height" value="0.04286" units="cm"/>
    </inkml:brush>
  </inkml:definitions>
  <inkml:trace contextRef="#ctx0" brushRef="#br0">191 595 7999,'-21'0'-963,"0"0"963,0 0 0,-1 0 0,1 3 0,0 4 0,7 2 0,2 8 0,0-3 0,0 2 0,8 3 0,-3 3 0,4-1 0,3 0 0,3-2 0,1-2 0,6-3 0,2 0 0,4-2 0,-4-3 0,2-9 0,3 0 0,1 0 0,4-7 0,-1-2 0,0-3 0,-7-2 0,-2-8 0,0 1 0,0 0 0,-7 0 0,2-1 0,-5 1 0,-2 0 0,0 0 0,0-1 0,0-1 0,0-6 0,-7 6 0,-3-3 0,-1 9 0,6-2 0,-12 19 0,10 0 0,-7 10 0,7 11 0,2 0 0,12 1 0,5-1 0</inkml:trace>
  <inkml:trace contextRef="#ctx0" brushRef="#br0" timeOffset="448">510 765 7995,'-12'22'-226,"5"-1"-1385,5 0 1611,2-9 0,0 7 0,0-17 0,0 5 0,2-14 0,3-7 0,2-5 0,7-2 0,-7 0 0,-2-1 0,0 1 0,0 0 0,2 0 0,0-8 0,-7-1 0,0-1 0,0-5 0,0-4 0,-7 3 0,0-13 0,2 5 0,2 0 0,1-2 0,-3-3 0,-2 3 0,3 2 0,1 10 0,3 2 0,0 2 0,0 3 0,0 7 0,3 9 0,4 5 0,-3 4 0,11 3 0,1 0 0,-4 3 0,2 4 0,3 7 0,-6-2 0,4 2 0,1 2 0,-4-4 0,0 2 0,0 3 0,-1 2 0,-6-5 0,2 0 0,-5 3 0,8 2 0,2 2 0</inkml:trace>
  <inkml:trace contextRef="#ctx0" brushRef="#br0" timeOffset="750">446 510 7618,'-21'0'-1460,"0"0"1460,9 0 0,-7 0 0,19 0 0,0 0 0,12 0 0,7 0 0,9-2 0,3-3 0,0-2 0,2 0 0,0-2 0,-7 6 0,2-4 0,-4 5 0,-3-5 0,0 0 0,0 2 0,-9 3 0,-2 2 0,-10 0 0,0 9 0,0 3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39:08.967"/>
    </inkml:context>
    <inkml:brush xml:id="br0">
      <inkml:brushProperty name="width" value="0.04286" units="cm"/>
      <inkml:brushProperty name="height" value="0.04286" units="cm"/>
    </inkml:brush>
  </inkml:definitions>
  <inkml:trace contextRef="#ctx0" brushRef="#br0">22 350 8091,'0'-14'-2064,"0"0"2064,0 9 0,0-2 0,0 14 0,7-2 0,0 9 0,-2 2 0,-3 3 0,1 5 0,1 2 0,3 2 0,-2-2 0,-3-2 0,-2-1 0,0 3 0,0 3 0,0-8 0,0-7 0,0 2 0,0 3 0,-2-4 0,-3-1 0,-2 2 0,-2-6 0,2-3 0,2-5 0,-9-2 0,9-9 0,-2-5 0,5-5 0,2-10 0,0-1 0,0-3 0,0-5 0,9 5 0,3 0 0,2 2 0,0 5 0,0-5 0,8 3 0,-1 2 0,-7 9 0,0 6 0,3 1 0,-5 3 0,2 7 0,2 0 0,3 2 0,2 6 0,-9 3 0,-2 11 0,-1-1 0,-7 0 0,6 0 0,-6 1 0,-2-1 0,7 2 0,0 3 0,-2 3 0,-3-3 0,-2-3 0,-2-1 0,-3-1 0,-2 0 0,0-7 0,5 0 0,-6 3 0,6-8 0,-7 1 0,9-20 0,0-4 0,0-5 0,0-2 0,0 0 0,0 0 0,0-1 0,2-6 0,5 0 0,7-1 0,5-1 0,-5 6 0,1-4 0,1 6 0,3 8 0,-5-2 0,0 9 0,-7 0 0,8 7 0,-8 2 0,4 5 0,-1 7 0,4-2 0,-7 2 0,-2 3 0,-3 2 0,1-1 0,1-1 0,3-3 0,-2 3 0,-3-5 0,-2 2 0,0 2 0,0 3 0,0 2 0,0-6 0,0-1 0,0-10 0,3 6 0,2-12 0,2-6 0,9 6 0,-4-17 0,9 7 0</inkml:trace>
  <inkml:trace contextRef="#ctx0" brushRef="#br0" timeOffset="217">681 307 8070,'0'-11'-828,"0"1"0,0 27 828,0 4 0,0 5 0,0-5 0,0 0 0,0 1 0,0-8 0,0 0 0,0 2 0,0 3 0,0 3 0,0-1 0,0 0 0,0-7 0,0 0 0,0-9 0,-10-5 0,-2-12 0</inkml:trace>
  <inkml:trace contextRef="#ctx0" brushRef="#br0" timeOffset="383">617 201 8064,'0'-21'-1893,"0"9"1893,0 3 0,0 25 0,0 5 0,0 3 0,0 0 0,9-3 0,3 0 0</inkml:trace>
  <inkml:trace contextRef="#ctx0" brushRef="#br0" timeOffset="850">787 329 8058,'12'0'-618,"-3"2"1,-9 5 617,0 7 0,7-2 0,0 2 0,-2 3 0,-3 9 0,1 2 0,2-2 0,2-2 0,-3-3 0,-1 7 0,-3 1 0,0-3 0,0-3 0,-7-9 0,0 0 0,2 3 0,2-8 0,3 1 0,0-12 0,0-6 0,0-6 0,0-5 0,0-2 0,0 0 0,0 0 0,0-1 0,3-6 0,2 0 0,4-1 0,3-1 0,2 6 0,5-4 0,-3 6 0,-1 8 0,-4-5 0,6 8 0,-3-1 0,-7 2 0,7 10 0,-7 10 0,8 4 0,-11 5 0,3 2 0,-4 0 0,-3 1 0,0-1 0,0 0 0,0 0 0,0-6 0,0-1 0,0 2 0,0-4 0,0 2 0,2-9 0,3 4 0,2 1 0,0-8 0,-7 8 0,0-1 0,0 3 0</inkml:trace>
  <inkml:trace contextRef="#ctx0" brushRef="#br0" timeOffset="1334">1297 371 7811,'0'-21'-1645,"0"9"1645,0 3 0,0 11 0,0 5 0,0-2 0,0 9 0,0 5 0,0 4 0,0 6 0,0-1 0,0-7 0,0 1 0,0-1 0,0-7 0,0 0 0,0 3 0,0-5 0,0 2 0,0 2 0,0-4 0,0 2 0,0-9 0,0 4 0</inkml:trace>
  <inkml:trace contextRef="#ctx0" brushRef="#br0" timeOffset="1500">1254 74 8038,'0'-22'-490,"0"1"1,0 7 489,0 0 0,0 11 0,0 3 0,0 12 0,0 7 0,0 2 0,0 1 0,0-1 0</inkml:trace>
  <inkml:trace contextRef="#ctx0" brushRef="#br0" timeOffset="2166">1531 244 6397,'0'14'0,"2"2"0,5 8 0,-4-3 0,4 7 0,-5-4 0,-2-3 0,7 8 0,0-1 0,-2-2 0,-3-2 0,-2-3 0,-2 0 0,-3 0 0,-2 1 0,-2-8 0,2 0 0,2-9 0,-9 2 0,9-7 0,-2-7 0,5-7 0,2-5 0,0-3 0,0 1 0,2-2 0,5-6 0,-2 6 0,9-8 0,2 0 0,3 8 0,3-6 0,-4 6 0,-3 1 0,3 8 0,-3 2 0,4 3 0,-5 2 0,0 7 0,-9 2 0,4 3 0,-2 4 0,0 3 0,0 2 0,-4 8 0,1-1 0,3 0 0,1 0 0,-8 1 0,0-1 0,0 0 0,-3 0 0,-4 1 0,2-3 0,-6-3 0,1-2 0,3-9 0,5 4 0,-3-11 0,-2-5 0,0-5 0,7-9 0,0 0 0,0-1 0,9 1 0,5-3 0,5-4 0,3 5 0,-1-6 0,0 6 0,0 1 0,-7 8 0,1 2 0,-1 1 0,0 1 0,0 1 0,-7 2 0,7 7 0,-2 2 0,5 5 0,-5 7 0,-3 5 0,-2 2 0,-7 1 0,2-1 0,5 0 0,-4 7 0,4 1 0,-5-3 0,-2-3 0,0 6 0,0-1 0,0-2 0,0-2 0,0-3 0,0 0 0,0-7 0,0 0 0,0-9 0,10 5 0,2-10 0</inkml:trace>
  <inkml:trace contextRef="#ctx0" brushRef="#br0" timeOffset="2583">2168 307 7724,'12'-14'-522,"-5"0"1,-7 9 0,-5 1 521,-2 8 0,-2 8 0,4 9 0,-2 1 0,2-1 0,3 2 0,0 3 0,-5 3 0,4 6 0,-4-6 0,5-3 0,2-3 0,7-2 0,2 1 0,3-3 0,5-5 0,2 2 0,2-9 0,0-2 0,-2-5 0,-3-5 0,-1-4 0,-1-3 0,-2-4 0,4-3 0,-6-3 0,1 1 0,-4-7 0,5-1 0,-2 3 0,-3 3 0,-7 2 0,0-1 0,0 1 0,0 0 0,0 9 0,0 3 0,0 25 0,0 5 0,0 3 0,0 0 0,0-3 0,0 0 0,2 0 0,3 1 0,4-1 0,3 0 0,-5-7 0,10 0 0,4 1 0,5-4 0,0-3 0,7-6 0,0-2 0</inkml:trace>
  <inkml:trace contextRef="#ctx0" brushRef="#br0" timeOffset="3266">2636 350 8008,'0'-14'-806,"2"2"1,3 0 805,2 0 0,0 8 0,-7-6 0,0 20 0,2 4 0,6 5 0,-6 4 0,5 3 0,-5 3 0,-2-4 0,0-1 0,0-3 0,0 1 0,0-1 0,0 0 0,0 0 0,0-9 0,0-2 0,0-27 0,0-4 0,7-7 0,3 2 0,2-3 0,4 3 0,3 3 0,2 1 0,-2 1 0,-5 0 0,5 0 0,-5-1 0,5 11 0,-4 11 0,-4 14 0,-1 5 0,-3 2 0,-7 0 0,0 0 0,0 1 0,0-1 0,0 0 0,0 0 0,0 1 0,0-1 0,0 0 0,0 0 0,0 1 0,0-11 0,-2-3 0,-3-16 0,-2-6 0,0-5 0,7-2 0,0 0 0,0 0 0,2-1 0,3 1 0,2 0 0,7-3 0,-5-2 0,3 0 0,5 5 0,2 5 0,0 1 0,-3-4 0,-2 5 0,3 7 0,-5 5 0,2 2 0,-7 0 0,7 0 0,-7 7 0,5 2 0,-3 3 0,-4 5 0,-3 2 0,-2 2 0,0 0 0,0 0 0,0 1 0,0-1 0,0 0 0,0 0 0,0 1 0,0-1 0,3-2 0,1-3 0,4-2 0,-1-9 0,-7 5 0,0-10 0,0 0 0,-10-10 0,-2-2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39:16.134"/>
    </inkml:context>
    <inkml:brush xml:id="br0">
      <inkml:brushProperty name="width" value="0.04286" units="cm"/>
      <inkml:brushProperty name="height" value="0.04286" units="cm"/>
    </inkml:brush>
  </inkml:definitions>
  <inkml:trace contextRef="#ctx0" brushRef="#br0">22 572 8181,'0'-22'-1734,"0"1"1734,0 0 0,0 0 0,0-1 0,-7 8 0,0 0 0,-1 0 0,8 2 0,0 12 0,0 17 0,0 9 0,0 7 0,0 11 0,0 6 0,0 7 0,3 4 0,2 5 0,2 0 0,-3-2 0,6 5 0,-3-15 0,-2 0 0,-3-4 0,-2-12 0,2-5 0,3-3 0,2-4 0,0 5 0,-7-3 0,0 1 0,0-18 0,-7-3 0,0-16 0,0 4 0,7-10 0,0-3 0,0 5 0,0-2 0,0-2 0,0 4 0,0-2 0,9-1 0,3-6 0</inkml:trace>
  <inkml:trace contextRef="#ctx0" brushRef="#br0" timeOffset="434">277 359 8181,'12'0'-1300,"-3"0"1300,-9 0 0,0 9 0,-2 8 0,-3 9 0,-2 9 0,0 8 0,7 7 0,0 6 0,0 6 0,0 1 0,0 1 0,0 0 0,0 0 0,2-1 0,3-1 0,2-6 0,-2-6 0,4-5 0,-2-3 0,0-1 0,3-6 0,-8 3 0,5-10 0,-4-2 0,-3-2 0,9-13 0,-7 8 0,8-16 0,-10 4 0,0-14 0,0-5 0,0-9 0,0-1 0,9 1 0,3 0 0</inkml:trace>
  <inkml:trace contextRef="#ctx0" brushRef="#br0" timeOffset="1468">744 742 8152,'0'-22'-643,"0"1"1,0 7 642,0 0 0,0 9 0,0-4 0,0 11 0,0 5 0,0 7 0,0 5 0,0 9 0,0 1 0,0-1 0,0 3 0,7 2 0,0 9 0,-2-2 0,-2-4 0,-3 2 0,0-8 0,0 1 0,0 0 0,-8-10 0,1-7 0,3 3 0,1 2 0,3-8 0,-2-3 0,-5-16 0,5 4 0,-6-10 0,6-3 0,2-2 0,0-2 0,0 0 0,0-1 0,0-6 0,0 0 0,0-1 0,0-1 0,0-3 0,2-10 0,6 1 0,3 1 0,1 6 0,7-5 0,-5 7 0,5 0 0,-5 2 0,-2 10 0,-3 0 0,8-1 0,-15 11 0,8 11 0,-10 14 0,2 2 0,5-2 0,-4 5 0,6-2 0,-2 6 0,0 6 0,3-1 0,-6-4 0,3 2 0,-2 2 0,0 0 0,0-4 0,2 2 0,-3 2 0,-1-6 0,-3-8 0,0 2 0,0-4 0,0 2 0,9-9 0,-4-3 0,7-11 0,-3-3 0,5-2 0,-4-7 0,-1-1 0,1 1 0,-1-3 0,-4-1 0,2-4 0,-2 3 0,4-4 0,-2 1 0,0 3 0,3 3 0,-5-6 0,6 1 0,-1 2 0,4 2 0,-7 3 0,2 9 0,-1 5 0,-6 5 0,7 2 0,-9 2 0,0 5 0,0 10 0,0 9 0,0 0 0,0 9 0,0 3 0,0 2 0,0 3 0,0-1 0,0 1 0,0-1 0,0 1 0,0-3 0,0-5 0,0-2 0,0-7 0,0 3 0,7-1 0,1-7 0,-1 0 0,-7-9 0,0-2 0,0-10 0,0 0 0,0-10 0,0-2 0</inkml:trace>
  <inkml:trace contextRef="#ctx0" brushRef="#br0" timeOffset="2007">1467 614 8152,'0'-14'-242,"0"0"-1481,0-3 1723,0 8 0,0-1 0,0 13 0,0 4 0,0 7 0,0 5 0,0 4 0,0 6 0,0 6 0,0-2 0,0 3 0,0 4 0,0 7 0,0-2 0,0 2 0,2-7 0,5-4 0,-4-10 0,6 2 0,-2-4 0,0-3 0,3-2 0,-3-5 0,5 2 0,9-8 0,0-11 0,0-11 0,1-5 0,-8 0 0,-2 3 0,-3 2 0,-4-3 0,4-2 0,-2-2 0,-2 0 0,-3-1 0,-2 1 0,0 0 0,0-3 0,0-4 0,-2 2 0,-3-7 0,-4 0 0,-3 0 0,7 0 0,-2-5 0,5 5 0,2 2 0,0 3 0,0 7 0,0-1 0,0 11 0,0 1 0,0 12 0,0 6 0,0 6 0,2 5 0,5 2 0,5 10 0,9 2 0</inkml:trace>
  <inkml:trace contextRef="#ctx0" brushRef="#br0" timeOffset="2267">1977 933 7396,'-12'0'-340,"5"0"0,14 0 0,7-3 0,5-1 340,2-3 0,1-3 0,-1 6 0,0-6 0,0-2 0,1 8 0,-1-4 0,0 6 0,-7 2 0,1 0 0,-11 0 0,6 0 0,-10 10 0,0 1 0</inkml:trace>
  <inkml:trace contextRef="#ctx0" brushRef="#br0" timeOffset="2634">2572 572 8152,'-12'-12'-429,"3"2"1,9 13 0,0 4 0,0 7 428,0 5 0,0 4 0,0 6 0,0 6 0,0 3 0,0-3 0,0 6 0,0-6 0,0 3 0,0-3 0,0-2 0,0-7 0,0 3 0,0-1 0,0-7 0,0 0 0,0 1 0,0-1 0,0 0 0,0-9 0,0-3 0,0-9 0</inkml:trace>
  <inkml:trace contextRef="#ctx0" brushRef="#br0" timeOffset="3181">2487 657 6867,'0'-22'0,"0"1"0,7 0 0,2 2 0,3 5 0,2-5 0,8 7 0,-1 0 0,7-4 0,1 9 0,-3 0 0,-3-3 0,-2 8 0,1-5 0,-1 4 0,0 3 0,0 0 0,1 0 0,-1 0 0,-7 3 0,-2 4 0,-3 7 0,-4 5 0,-3 2 0,-2 0 0,0 1 0,0-1 0,-2 7 0,-5 3 0,-7 0 0,-5-1 0,-2 1 0,-1-5 0,-1 2 0,-5-2 0,11-5 0,-4-4 0,2-5 0,2 0 0,3-1 0,-5-6 0,15 5 0,-11-10 0,13-3 0,2-4 0,9 5 0,13-8 0,-1 3 0,0 0 0,3 0 0,2 7 0,2 0 0,0 2 0,-6 6 0,-1 3 0,0 4 0,0-1 0,-6 0 0,-1 7 0,2 0 0,-6 1 0,-3-1 0,-5 0 0,-9 0 0,-2-2 0,-3-2 0,-5-3 0,-9-7 0,-2 5 0,0 0 0,-3-1 0,5-6 0,-7 2 0,0-4 0,0-3 0,7 0 0,-2 0 0,4 0 0,10 0 0,0 0 0,9-10 0,5-2 0,14-9 0,14 0 0,5 0 0</inkml:trace>
  <inkml:trace contextRef="#ctx0" brushRef="#br0" timeOffset="3614">3146 465 7749,'0'-21'-521,"0"7"1,2 2-1,3 0 521,2 0 0,0-2 0,-7 0 0,0 0 0,0 9 0,0-2 0,0 17 0,0 11 0,0 2 0,0 11 0,0 1 0,0 5 0,0-2 0,0 11 0,2-1 0,5 1 0,-4-1 0,4 6 0,-5-2 0,-2-10 0,0-6 0,0-1 0,0-2 0,0-5 0,0-4 0,0-3 0,0 1 0,0-1 0,0-9 0,0-3 0,0-9 0,0-2 0,3-5 0,4-7 0,5-5 0,9-3 0</inkml:trace>
  <inkml:trace contextRef="#ctx0" brushRef="#br0" timeOffset="4015">3358 338 6036,'0'23'0,"0"6"0,0 6 0,0 5 0,0 3 0,0 6 0,0 3 0,0 3 0,0-6 0,0 6 0,0-1 0,0 0 0,0-7 0,0 3 0,3-8 0,1-4 0,3-2 0,1-8 0,-8 5 0,0-2 0,7-3 0,0-7 0,-3 1 0,-1-1 0,-3-7 0,0 0 0,0-9 0,0 4 0,0-9 0,0 0 0,0-9 0,0-3 0,0-9 0,0 0 0,9-10 0,3-2 0</inkml:trace>
  <inkml:trace contextRef="#ctx0" brushRef="#br0" timeOffset="4481">3486 125 8152,'0'-21'-706,"0"0"1,9 7 0,5-1 705,5-1 0,-5 6 0,1 1 0,1 0 0,3 6 0,2-4 0,-7 7 0,-2 7 0,-2 7 0,-3 5 0,-7 3 0,0 1 0,0 5 0,0-4 0,-3 4 0,-1-2 0,-6 0 0,-2 3 0,5-1 0,-4-7 0,1 1 0,3-1 0,7-7 0,0 0 0,0-9 0,2 4 0,5-9 0,5-2 0,2-3 0,1-2 0,-1 0 0,7 7 0,0 0 0,1 0 0,-1 0 0,9-9 0,4-3 0</inkml:trace>
  <inkml:trace contextRef="#ctx0" brushRef="#br0" timeOffset="4964">4081 657 8152,'-12'0'-2116,"-7"0"2116,17 0 0,-8 0 0,13 0 0,4 0 0,7-3 0,12-2 0,5-2 0,2 3 0,-5 1 0,5 3 0,-2 0 0,4 0 0,-6 0 0,-4-2 0,-1-5 0,-10 5 0,0-6 0,1 6 0,-4 2 0,-1 2 0,-10 6 0,0-6 0,-10 17 0,-1-7 0</inkml:trace>
  <inkml:trace contextRef="#ctx0" brushRef="#br0" timeOffset="5184">4123 869 8152,'-9'12'-1713,"-5"-5"1713,4-5 0,1-2 0,14 0 0,6 0 0,11 0 0,1 0 0,3 0 0,0 0 0,2 0 0,-2 0 0,-2-7 0,0 0 0,4 2 0,3 3 0,4 2 0,-7 0 0,6 0 0,-1 0 0</inkml:trace>
  <inkml:trace contextRef="#ctx0" brushRef="#br0" timeOffset="5668">4867 742 8152,'0'-22'-343,"0"8"1,0 0-1,2 0 343,6 2 0,-4-5 0,8 8 0,-2-3 0,6 5 0,-2-7 0,-2 9 0,2-2 0,0 7 0,5 7 0,-2 5 0,-3 0 0,-2 7 0,4-5 0,-4 7 0,-2 8 0,-3-6 0,-5 8 0,3-3 0,2 1 0,0 6 0,-7-7 0,-2 1 0,-6 1 0,4-6 0,-8 4 0,2-4 0,3-10 0,7 0 0,-7-11 0,0-3 0,0-3 0,7-11 0,0-3 0,0-1 0,0-4 0,0 1 0,0 0 0,0-7 0,0-1 0,3 3 0,4 3 0,-3-6 0,8 1 0,0 0 0,0-3 0,2 7 0,5-4 0,-3 7 0,-2 7 0,-6-3 0,6 10 0,-7-3 0,7 3 0,-9 5 0,7-7 0,-5 9 0,4 9 0,11 3 0</inkml:trace>
  <inkml:trace contextRef="#ctx0" brushRef="#br0" timeOffset="6251">5356 295 7547,'0'-14'-1360,"0"0"1360,0-3 0,0-1 0,0-4 0,0 8 0,2 2 0,3 1 0,4 1 0,3 1 0,-5-6 0,8 8 0,-1 0 0,-3-2 0,8 6 0,-4-4 0,3 5 0,1 0 0,-2-3 0,-3-2 0,3 2 0,-6 3 0,4 4 0,1 5 0,-4-2 0,2 9 0,-9 0 0,2 8 0,-7-4 0,-7-3 0,2 3 0,-9-3 0,-3 4 0,1 2 0,2 0 0,-5 0 0,5 1 0,-5-1 0,0 0 0,2-2 0,3-5 0,0 5 0,-7-7 0,9 0 0,2-3 0,10-9 0,3 0 0,4 0 0,12-2 0,11-3 0,4-2 0,1 0 0,7 4 0,1-1 0,-1-3 0,-6 0 0,-3 7 0,-2 0 0,-5 0 0,-3 0 0,-2 0 0,-6 0 0,-1 0 0,-9 0 0,4 0 0,-9 0 0,0 9 0,0 3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16.716"/>
    </inkml:context>
    <inkml:brush xml:id="br0">
      <inkml:brushProperty name="width" value="0.04286" units="cm"/>
      <inkml:brushProperty name="height" value="0.04286" units="cm"/>
    </inkml:brush>
  </inkml:definitions>
  <inkml:trace contextRef="#ctx0" brushRef="#br0">106 466 8046,'0'-12'-546,"0"3"0,0 25 0,0 6 546,0 1 0,0 3 0,0 0 0,0 3 0,0 6 0,0-7 0,0-2 0,0-2 0,0-3 0,0 0 0,0 1 0,0-8 0,0 0 0,0 3 0,0-8 0,0 10 0,0-17 0,0 8 0,-9-10 0,-3 0 0</inkml:trace>
  <inkml:trace contextRef="#ctx0" brushRef="#br0" timeOffset="316">64 62 8046,'-9'12'-722,"4"0"-579,-9-5 1301,-1-5 0,4 8 0,1-20 0,10-4 0,0-5 0,0 5 0,3 2 0,4 3 0,-5-8 0,7 15 0,-9-5 0,0 14 0,0 10 0,0 9 0,0 2 0,0 14 0,0-4 0,0 14 0</inkml:trace>
  <inkml:trace contextRef="#ctx0" brushRef="#br0" timeOffset="1017">404 424 6812,'0'-15'0,"0"1"0,-9 10 0,-6-4 0,4 6 0,-4 2 0,8 2 0,-7 6 0,-2 6 0,4-2 0,0 2 0,0 2 0,3 3 0,-1 2 0,3-6 0,7-1 0,0 2 0,0 3 0,-7-5 0,0 0 0,2 3 0,3 2 0,2 2 0,0-9 0,2-3 0,5-9 0,-2 0 0,9 0 0,0-2 0,8-5 0,-3 2 0,-3-7 0,-2 3 0,1-5 0,6 7 0,0 2 0,0 3 0,-2 4 0,-2 3 0,-3 2 0,-9 9 0,4-4 0,-2 2 0,0 0 0,7 1 0,-7 6 0,1 0 0,-8 0 0,0 1 0,0-1 0,-10 0 0,-4 0 0,-5 1 0,-2-3 0,0-5 0,-1 2 0,1-6 0,0-1 0,0 1 0,-1-3 0,1-7 0,0 0 0,9-3 0,5-4 0,4 2 0,6-6 0,4 1 0,-2-4 0,9 7 0,-9 0 0,13-3 0,-6-1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15.397"/>
    </inkml:context>
    <inkml:brush xml:id="br0">
      <inkml:brushProperty name="width" value="0.04286" units="cm"/>
      <inkml:brushProperty name="height" value="0.04286" units="cm"/>
    </inkml:brush>
  </inkml:definitions>
  <inkml:trace contextRef="#ctx0" brushRef="#br0">64 43 7102,'-9'-12'0,"6"3"0,-6 9 0,9 2 0,0 5 0,0 5 0,0 12 0,0 4 0,0 7 0,0 8 0,0 4 0,0 5 0,0 2 0,0 3 0,0 5 0,0-3 0,-3-5 0,-4-2 0,5 4 0,-5-6 0,5-3 0,2-9 0,0-5 0,0 0 0,0-2 0,0 0 0,0-3 0,0-7 0,0-7 0,0 1 0,0-11 0,-3 6 0,-4-10 0,5-10 0,-5-4 0,4-5 0,13-2 0,2 0 0</inkml:trace>
  <inkml:trace contextRef="#ctx0" brushRef="#br0" timeOffset="851">22 256 8113,'0'-22'-506,"0"1"1,0 0 505,0 0 0,-3 6 0,-4 1 0,5 0 0,-8-7 0,13 9 0,4 5 0,-3 5 0,11 4 0,1 5 0,3 7 0,2 7 0,1 5 0,-1 5 0,0 2 0,-2 3 0,-2 4 0,-6-2 0,-1-3 0,4-7 0,-5 8 0,1-1 0,-1-2 0,5-2 0,-4-12 0,-1-3 0,1-2 0,-1-2 0,-4 5 0,2-3 0,2-9 0,-1 2 0,-6-5 0,7-4 0,-9-5 0,0 2 0,3-9 0,1-3 0,4-2 0,1-4 0,-4-3 0,4-5 0,3-2 0,4-5 0,-4 5 0,2 0 0,3 2 0,0-4 0,-1 7 0,-2 2 0,3 2 0,-5 3 0,-1 0 0,1-1 0,0 1 0,-7 7 0,4 0 0,1-3 0,-8 5 0,5-2 0,-2 0 0,2 2 0,-5 0 0,5 5 0,-4 5 0,-3-7 0,0 9 0,0 0 0,0 9 0,0 5 0,0 7 0,0 8 0,0 4 0,0 9 0,0 1 0,0-1 0,7 8 0,0 2 0,0 2 0,0 3 0,0-3 0,0 5 0,-5-9 0,6-3 0,-6-9 0,5-5 0,-5 0 0,1-2 0,4-1 0,-5-1 0,5-8 0,-4 0 0,-3-7 0,0 0 0,2-9 0,5 2 0,-5-4 0,8-3 0,-10-10 0,0-4 0,0 2 0,0-2 0,0 9 0,-10-4 0,-1 9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26.114"/>
    </inkml:context>
    <inkml:brush xml:id="br0">
      <inkml:brushProperty name="width" value="0.04286" units="cm"/>
      <inkml:brushProperty name="height" value="0.04286" units="cm"/>
    </inkml:brush>
  </inkml:definitions>
  <inkml:trace contextRef="#ctx0" brushRef="#br0">22 76 6796,'0'-11'0,"0"1"0,2 10 0,3 2 0,2 6 0,0 3 0,-7 13 0,0 2 0,0 2 0,7 10 0,1 0 0,-4 7 0,-1 4 0,-3-1 0,-3-11 0,-1-4 0,-4-2 0,1-3 0,5-9 0,-3-2 0,-2-3 0,0-7 0,7 7 0,-2-9 0,-5 2 0,4-7 0,-4-7 0,5-7 0,2-5 0,0-2 0,0-1 0,0-1 0,0-6 0,9 3 0,3-7 0,0 3 0,7-8 0,-5 3 0,7-3 0,5 0 0,3 3 0,-1 9 0,-7 0 0,-2 7 0,-5 5 0,5 9 0,-5-2 0,3 7 0,-1 7 0,-4 7 0,-2 5 0,-3 2 0,-7 0 0,0 3 0,0 4 0,7-2 0,0 7 0,-2-2 0,-3-5 0,-2 0 0,-2 2 0,-6 8 0,6-13 0,-7-1 0,-1-4 0,8-8 0,-8-1 0,10-11 0,0-5 0,0-7 0,0-5 0,0-2 0,3-3 0,4-4 0,-2 2 0,9-7 0,2 0 0,3 0 0,2 7 0,3-5 0,2 3 0,2-1 0,1 3 0,-8 10 0,0 2 0,0 9 0,1-2 0,-1 4 0,-7 13 0,-2 4 0,-3 5 0,-4 2 0,-3 3 0,-2 2 0,0 2 0,0 0 0,0 3 0,0-7 0,0 4 0,0-2 0,0 2 0,-2-4 0,-3 4 0,-2-4 0,3-3 0,1 0 0,3 1 0,0-8 0,0 0 0,0-9 0,0 4 0</inkml:trace>
  <inkml:trace contextRef="#ctx0" brushRef="#br0" timeOffset="299">1233 13 7999,'0'-12'-803,"-2"17"1,-3 13 802,-2 6 0,-7-3 0,5 12 0,-3 0 0,-5 0 0,1-4 0,-1 6 0,3 1 0,-2-3 0,4 4 0,-2-8 0,-1-3 0,4-3 0,-6-1 0,10-1 0,2 0 0,-4-7 0,2 0 0,0 1 0,-3-4 0,6-1 0,-11-10 0,1 0 0,-7 0 0</inkml:trace>
  <inkml:trace contextRef="#ctx0" brushRef="#br0" timeOffset="519">893 76 7999,'0'-14'-401,"0"0"0,3 9 0,4 1 401,7 8 0,5 1 0,2 9 0,0 5 0,1 7 0,-8-2 0,0 6 0,3 1 0,-6-7 0,1 6 0,0-1 0,0-1 0,-7 7 0,4-6 0,-2-3 0,0-3 0,-2-1 0,0-3 0,-1-3 0,6-4 0,2-3 0,2 5 0,7-6 0,0-4 0,0-1 0,1-3 0</inkml:trace>
  <inkml:trace contextRef="#ctx0" brushRef="#br0" timeOffset="1082">1446 76 7999,'12'-9'-283,"-5"-5"-1275,-5-5 1558,-2 7 0,0 3 0,0 11 0,0 5 0,0 7 0,0 5 0,0 5 0,0 2 0,0 2 0,0-2 0,0 5 0,0-1 0,0 1 0,0 0 0,0 4 0,0-6 0,0-3 0,0-3 0,0-2 0,0 1 0,0-1 0,0-7 0,0 0 0,0-9 0,0-5 0,0-17 0,0-9 0,7 3 0,3-6 0,2 6 0,4 2 0,3-8 0,2-1 0,0-3 0,1 4 0,-1-4 0,0 0 0,1 2 0,-1 1 0,7 1 0,0 10 0,-4 3 0,-7 2 0,1 9 0,-3-2 0,-6 5 0,1 11 0,-10 5 0,0 7 0,0 8 0,0-3 0,-3 9 0,-2 3 0,-2 2 0,-7 0 0,7-2 0,2-3 0,3 1 0,2-3 0,0 0 0,2-9 0,3-1 0,2-4 0,3-5 0,-3 0 0,-3-4 0,11-10 0,-11 0 0,6 0 0,-10 0 0,0 0 0,0-10 0,0-1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22.482"/>
    </inkml:context>
    <inkml:brush xml:id="br0">
      <inkml:brushProperty name="width" value="0.04286" units="cm"/>
      <inkml:brushProperty name="height" value="0.04286" units="cm"/>
    </inkml:brush>
  </inkml:definitions>
  <inkml:trace contextRef="#ctx0" brushRef="#br0">234 150 8068,'0'-22'-973,"0"1"438,0 0 1,0 0 534,0-1 0,-9 11 0,-3 3 0,-9 16 0,2 8 0,5 10 0,-12 9 0,4 15 0,-1 9 0,1 12 0,8 14 0,-2 0 0,6 7 0,1-2 0,-1 2 0,3-7 0,7 0 0,0-10 0,0-1 0,10-15 0,4 2 0,5-4 0,2-3 0,-2-14 0,-3 0 0,-1-7 0,-1-4 0,7-10 0,-2-3 0,-3-4 0,-1-3 0,-1-2 0,7-7 0,0 0 0,1 0 0</inkml:trace>
  <inkml:trace contextRef="#ctx0" brushRef="#br0" timeOffset="800">510 723 7773,'10'-11'-807,"-8"1"0,17 12 807,-5 6 0,-2 3 0,0 13 0,0 4 0,-3 5 0,1 0 0,-3 8 0,-7-8 0,0 0 0,-3 4 0,-1-8 0,-4-3 0,4-3 0,-1-4 0,0-2 0,-2-3 0,0-9 0,7 2 0,0-14 0,0-7 0,0-5 0,2-3 0,3 1 0,5-2 0,1-6 0,1 3 0,5-9 0,-3-3 0,0 0 0,7 0 0,1 5 0,-1 0 0,0 0 0,-2 14 0,-2 1 0,-3 6 0,-7 5 0,7 7 0,2 0 0,-4 2 0,0 5 0,-2 7 0,-6 5 0,6 9 0,-3 3 0,-2 2 0,4 0 0,-2 5 0,-2-3 0,-3 1 0,-2-3 0,-2 5 0,-3-10 0,-4-2 0,-3-2 0,5-5 0,-5-3 0,2-2 0,1-9 0,2 2 0,5-7 0,-6-7 0,6-5 0,2-9 0,0 0 0,0-3 0,0-4 0,0 2 0,2-7 0,6 2 0,-4-4 0,10 4 0,1 0 0,-4 0 0,8-4 0,-5 9 0,3 5 0,0 4 0,-3 1 0,0 4 0,7 0 0,0 3 0,-6 2 0,-1 7 0,-7 7 0,5 2 0,-3 3 0,-4 4 0,-3 6 0,-2 4 0,0 2 0,0-2 0,0 5 0,0-3 0,0 0 0,0 3 0,0-7 0,0 4 0,0-4 0,0-3 0,0 0 0,0 0 0,0-6 0,0-1 0,3-10 0,4 4 0,-3-6 0,10-2 0,3 0 0,2 0 0,2 0 0</inkml:trace>
  <inkml:trace contextRef="#ctx0" brushRef="#br0" timeOffset="1150">1360 702 7984,'-11'0'-1828,"1"10"1828,10 4 0,3 5 0,4 2 0,4-7 0,11-2 0,-1 0 0,0-3 0,0 1 0,1-1 0,-1-4 0,0 2 0,0 0 0,-2-5 0,-5 5 0,-4-2 0,-12 9 0,-6 3 0,-6 2 0,-5 4 0,-2 3 0,-2 3 0,-6-3 0,6-3 0,-6 1 0,8 2 0,7 2 0,-3-7 0,10-7 0,0 1 0,-2-4 0,6 8 0,-4-4 0,5-6 0,2 0 0</inkml:trace>
  <inkml:trace contextRef="#ctx0" brushRef="#br0" timeOffset="1934">1849 723 7042,'0'-21'0,"0"0"0,0 9 0,3 3 0,1 11 0,3 5 0,0 5 0,-7 9 0,0 0 0,0 1 0,0-1 0,0 7 0,0 3 0,0 0 0,0-1 0,0 1 0,0-5 0,0 2 0,0 1 0,0-15 0,0 0 0,0-9 0,0 4 0,0-18 0,0-5 0,0-5 0,3-3 0,4 1 0,-2-2 0,9-3 0,2-5 0,3-2 0,2 4 0,1-4 0,-1 3 0,0 4 0,-2 2 0,-2 5 0,-3 5 0,0 5 0,7 9 0,-9 2 0,-5 5 0,-5 7 0,1 5 0,2 2 0,2 1 0,-3-1 0,-1 0 0,-3 0 0,0 1 0,0-1 0,0 0 0,0 0 0,0 1 0,0-1 0,2-2 0,3-3 0,2-2 0,0 1 0,-5-4 0,5-3 0,5-16 0,9-3 0</inkml:trace>
  <inkml:trace contextRef="#ctx0" brushRef="#br0" timeOffset="2650">2529 65 6789,'0'-15'0,"0"1"0,0 7 0,0-7 0,0 9 0,0-4 0,3 11 0,4 8 0,7 11 0,7 10 0,5 13 0,0 6 0,-5 11 0,-4 15 0,-5-5 0,2 14 0,-7-3 0,-5 1 0,-4 2 0,-3-2 0,-2-5 0,-9 2 0,1-12 0,-3-6 0,-4-10 0,1-7 0,2-10 0,3-2 0,1-2 0,8-5 0,-4-10 0,1-2 0,1-9 0,2 2 0,4-7 0,-4-7 0,5 2 0,2-9 0,0-2 0,0-3 0,0-2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20.931"/>
    </inkml:context>
    <inkml:brush xml:id="br0">
      <inkml:brushProperty name="width" value="0.04286" units="cm"/>
      <inkml:brushProperty name="height" value="0.04286" units="cm"/>
    </inkml:brush>
  </inkml:definitions>
  <inkml:trace contextRef="#ctx0" brushRef="#br0">106 0 6039,'10'21'0,"-8"8"0,5-1 0,-4-2 0,4 7 0,0 2 0,-2 6 0,-3 1 0,-2 8 0,0 2 0,0 0 0,0 0 0,0 7 0,-2-5 0,-3 0 0,-2-4 0,-3-5 0,6-3 0,-4-2 0,4-4 0,-1 1 0,0-6 0,-2 0 0,2 0 0,3-10 0,2-7 0,0 3 0,0-6 0,0 3 0,10-9 0,4 2 0,5-7 0,0-7 0,-3-5 0,-2 1 0,0-8 0,8 5 0,-1-5 0,0-3 0,-9 8 0,-3 2 0,1 3 0,-8-8 0,8 6 0</inkml:trace>
  <inkml:trace contextRef="#ctx0" brushRef="#br0" timeOffset="184">21 765 7801,'-11'0'-812,"1"-2"0,12-3 812,6-2 0,6-7 0,14 4 0,5 1 0,3-1 0,-1 6 0,-7-1 0,5 0 0,-2-2 0,7-9 0,-5 4 0</inkml:trace>
  <inkml:trace contextRef="#ctx0" brushRef="#br0" timeOffset="1118">531 595 6422,'-21'10'0,"0"4"0,0 5 0,-1 2 0,4 0 0,3 0 0,-1 1 0,9-1 0,2 2 0,3 6 0,2-13 0,0 6 0,0-3 0,0-1 0,2 1 0,3-2 0,4-5 0,3-3 0,-5 1 0,7-6 0,3 3 0,2-2 0,2-12 0,0-5 0,-2-9 0,-5 0 0,-7-1 0,-2 4 0,0-1 0,2-3 0,0 6 0,-7-13 0,0 6 0,0 2 0,0-1 0,0 1 0,0 0 0,0 0 0,0 9 0,0 5 0,0 14 0,0 5 0,-2 11 0,-3 3 0,-2 3 0,0 6 0,7-4 0,0-1 0,0 1 0,0 4 0,0-6 0,0-3 0,0-3 0,7-8 0,2-4 0,3-1 0,5-5 0,1-3 0,4-2 0,-1-2 0,0-6 0,0-6 0,1-5 0,-1-2 0,0 0 0,-7 0 0,-2-1 0,0 1 0,0 0 0,-7 0 0,4-1 0,-2-1 0,0-6 0,0-1 0,-7-8 0,3 3 0,4-3 0,-5-9 0,5-3 0,-5 3 0,-2 2 0,3 9 0,2 3 0,2 3 0,0 1 0,-7 20 0,0 9 0,0 16 0,0 15 0,0 2 0,-3 5 0,-4 2 0,5 5 0,-5 2 0,2 3 0,-2-3 0,5 5 0,-5-5 0,4-7 0,3 3 0,0-10 0,0 0 0,7-2 0,3-12 0,2-5 0,4-7 0,3-5 0,-5-2 0,0 0 0,3-2 0,2-5 0,2-5 0,0-9 0,0-1 0,-6 1 0,-4 0 0,-1 0 0,-5-1 0,4-6 0,0-3 0,1 1 0,-1-3 0,-4 0 0,-3 4 0,-2-6 0,0-3 0,0-2 0,0-3 0,0 3 0,0 2 0,0 3 0,8 9 0,-1-2 0,0 4 0,-7 15 0,0 9 0,-3 11 0,-1 15 0,-6 5 0,1 2 0,-1 5 0,-4 9 0,5 5 0,-1 0 0,1 0 0,-5 5 0,7-10 0,2-7 0,2 3 0,3-10 0,0 0 0,0-5 0,3-4 0,4-3 0,5 0 0,9-11 0,0-10 0,-9-3 0,-3-11 0,1-2 0,-8 4 0,5-2 0,-2 2 0,0-5 0,2 3 0,9 9 0,-4-14 0,9 8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29.233"/>
    </inkml:context>
    <inkml:brush xml:id="br0">
      <inkml:brushProperty name="width" value="0.04286" units="cm"/>
      <inkml:brushProperty name="height" value="0.04286" units="cm"/>
    </inkml:brush>
  </inkml:definitions>
  <inkml:trace contextRef="#ctx0" brushRef="#br0">213 22 8269,'22'0'-1347,"-11"-3"1347,-3-4 0,-6 5 0,-2-8 0,0 10 0,-2 0 0,-6 0 0,-6 0 0,-5 0 0,-2 0 0,0 0 0,0 0 0,7 0 0,-1 0 0,-1 0 0,-3 0 0,5 0 0,0 0 0,-3 0 0,5 0 0,-2 0 0,9 0 0,-4 0 0,9 10 0,0 4 0,0-2 0,0 2 0,0 0 0,0 7 0,0-7 0,0 1 0,0 1 0,0 3 0,0 2 0,0 1 0,0-1 0,7 7 0,0 3 0,-2 0 0,-3-1 0,-2 8 0,0-5 0,0 3 0,0-1 0,0-2 0,0 5 0,3-3 0,4 3 0,-5 2 0,5 3 0,-2-1 0,2 1 0,-5-1 0,5 1 0,-4-1 0,4 1 0,0-1 0,-2 1 0,-3-1 0,-2 1 0,0 6 0,0 1 0,0-3 0,0-2 0,0-3 0,0 1 0,0-1 0,0 1 0,0-3 0,0-2 0,0 0 0,0 7 0,0-10 0,0 7 0,0-1 0,0-1 0,7 2 0,0 1 0,-2-3 0,-3-5 0,-2 5 0,0-4 0,0 2 0,0-3 0,0 5 0,0-7 0,0 0 0,0-4 0,0 1 0,0-1 0,0-3 0,0-3 0,0-1 0,0-1 0,0 0 0,-7 0 0,0 1 0,2-1 0,3 0 0,0 0 0,-3 1 0,-2-1 0,0-7 0,7 0 0,0 3 0,0-6 0,0 4 0,0-8 0,0 7 0,2-7 0,5 7 0,-2-9 0,9 2 0,3-5 0,1-2 0,6 0 0,4 0 0,5 0 0,0 0 0,-2 0 0,-10 0 0,1 0 0,-1 0 0,-7 0 0,0 0 0,-9 0 0,4 0 0,-9 0 0,0 0 0,-9-9 0,-3-3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30.651"/>
    </inkml:context>
    <inkml:brush xml:id="br0">
      <inkml:brushProperty name="width" value="0.04286" units="cm"/>
      <inkml:brushProperty name="height" value="0.04286" units="cm"/>
    </inkml:brush>
  </inkml:definitions>
  <inkml:trace contextRef="#ctx0" brushRef="#br0">22 1 7949,'-12'0'-1741,"3"0"1741,9 0 0,0 2 0,2 3 0,5 2 0,5 0 0,9-7 0,3 0 0,4 0 0,-4 0 0,4 0 0,-4 0 0,-3 0 0,1 0 0,-11 0 0,-1 0 0,-10 0 0,0 0 0,2 7 0,5 0 0,-4 10 0,4-3 0,-5 5 0,-2-5 0,0 0 0,2 3 0,5 2 0,-4 2 0,4 0 0,-2 3 0,2 4 0,-5 5 0,5 10 0,-4-1 0,-3 1 0,7-1 0,0 1 0,-3 1 0,-1 6 0,-3-5 0,0 7 0,2-3 0,5 1 0,-4 0 0,4-8 0,-5 1 0,-2-1 0,0 8 0,0-1 0,0-1 0,0-4 0,0-1 0,0 2 0,0 2 0,0 3 0,0-1 0,0-6 0,0-1 0,0 1 0,0-1 0,0 1 0,0-3 0,0-5 0,0 5 0,0-7 0,0 1 0,0-6 0,0 3 0,0-1 0,0 1 0,0 0 0,0-3 0,0-4 0,0 2 0,0 2 0,0 0 0,2-7 0,3 3 0,2 4 0,0-4 0,-7 4 0,3-4 0,4-3 0,-5 0 0,5 1 0,-4-1 0,-3 0 0,7 1 0,0-1 0,-3 0 0,-1 0 0,-3 1 0,0-1 0,0 0 0,0 0 0,0 1 0,0-1 0,0 0 0,0 0 0,0 1 0,0-1 0,0-7 0,0 0 0,0-9 0,0 4 0,0 1 0,0-6 0,0 11 0,0-11 0,0 6 0,-10-10 0,-4 0 0,-5 0 0,-2 0 0,0 0 0,7 0 0,-1 0 0,-1 0 0,6 0 0,-8 0 0,6 9 0,-9 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38.468"/>
    </inkml:context>
    <inkml:brush xml:id="br0">
      <inkml:brushProperty name="width" value="0.04286" units="cm"/>
      <inkml:brushProperty name="height" value="0.04286" units="cm"/>
    </inkml:brush>
  </inkml:definitions>
  <inkml:trace contextRef="#ctx0" brushRef="#br0">350 171 6850,'8'-14'0,"-1"-1"0,2 11 0,-4-6 0,2 1 0,0 6 0,-7-8 0,0 4 0,-2 4 0,-6-4 0,-6 5 0,-5 2 0,-2 0 0,0 2 0,0 5 0,-1-4 0,1 6 0,0-2 0,0 0 0,-1 7 0,4-4 0,3 2 0,-1-5 0,9 7 0,2-7 0,12 7 0,12-2 0,12 4 0,2-1 0,0-1 0,5 7 0,-5 0 0,-3 0 0,-1 8 0,-8-1 0,-2-2 0,-3-2 0,-1-3 0,-11 0 0,3 1 0,-4-1 0,-3 0 0,-3-2 0,-4-5 0,3 3 0,-11-8 0,-1 0 0,-3 1 0,-9-3 0,-1-5 0,1 3 0,-3 2 0,8 0 0,-8-7 0,3 0 0,-1-2 0,3-5 0,3 2 0,1-9 0,1-3 0,2 6 0,3-1 0,4 0 0,2 0 0,1 7 0,2-2 0,7 5 0,0 2 0,9 0 0,13 0 0,-1 0 0,0 0 0,10 0 0,2 0 0</inkml:trace>
  <inkml:trace contextRef="#ctx0" brushRef="#br0" timeOffset="550">584 128 8116,'0'-14'-633,"0"0"0,0 7 633,0-7 0,0 9 0,0-2 0,0 14 0,10-2 0,1 11 0,4 5 0,-1 5 0,0 5 0,5-3 0,-3 8 0,-1 4 0,-4 0 0,4-2 0,-6-5 0,0-2 0,-4 4 0,7-7 0,-3-2 0,-4-2 0,5-3 0,-1-2 0,3-5 0,-7-4 0,4-10 0,-2-10 0,0-4 0,-2-5 0,0-2 0,2 0 0,-5 0 0,7-1 0,1 1 0,-8-3 0,8-4 0,-3-5 0,2-2 0,3-1 0,-7 3 0,4-5 0,-2 5 0,0 3 0,8 8 0,-8 8 0,0 9 0,-7-2 0,0 14 0,7-2 0,0 9 0,-2 3 0,-3 2 0,-2 2 0,9 0 0,-6 0 0,6 1 0</inkml:trace>
  <inkml:trace contextRef="#ctx0" brushRef="#br0" timeOffset="833">1349 171 8116,'0'-22'-1266,"0"1"1266,0 0 0,0 7 0,0 0 0,0-1 0,0 4 0,0 11 0,0 14 0,0 7 0,0 7 0,0-4 0,0 7 0,0-3 0,0 0 0,0 3 0,0-5 0,0 2 0,-7 8 0,0-8 0,2-2 0,3-2 0,2-3 0,0 0 0,0 1 0,0-1 0,0 0 0,0-9 0,0-3 0,0-9 0</inkml:trace>
  <inkml:trace contextRef="#ctx0" brushRef="#br0" timeOffset="1182">1094 171 8116,'3'-22'-633,"1"1"0,3 0 633,-2 0 0,7 2 0,0 2 0,2 5 0,0 3 0,0-5 0,8 7 0,-1 2 0,2 3 0,3 2 0,3 0 0,-3 2 0,-3 5 0,1 7 0,2 15 0,2 4 0,-2 0 0,-9 14 0,-5-4 0,-1 1 0,1 1 0,-7 0 0,2 2 0,-5 3 0,-2-3 0,-2-9 0,-5-3 0,-7 3 0,-5-5 0,-2 0 0,-1-2 0,1-3 0,0 3 0,-8-14 0,-1 4 0,-1-2 0,0 0 0,-4-5 0,7-2 0,2-3 0,2-4 0,3-3 0,-1-2 0,8 0 0,0 0 0,9-9 0,-2-6 0,14-3 0,5-4 0</inkml:trace>
  <inkml:trace contextRef="#ctx0" brushRef="#br0" timeOffset="1583">1944 234 7123,'-9'-21'-1091,"4"9"1091,-9 5 0,7 5 0,-7 2 0,7 2 0,-8 5 0,-1 8 0,7 3 0,1 4 0,8-3 0,8-5 0,-4-5 0,10-9 0,3 0 0,-5-7 0,0-2 0,-1-3 0,1-2 0,5 2 0,-8-7 0,-2 5 0,3-5 0,-3-2 0,0 7 0,-10-1 0,-4-1 0,5 6 0,-15 3 0,10 14 0,0 8 0,-2 3 0,7 4 0,-8-1 0,10 0 0</inkml:trace>
  <inkml:trace contextRef="#ctx0" brushRef="#br0" timeOffset="1983">2072 404 6850,'-3'19'0,"-1"-2"0,-3-3 0,0-7 0,7 7 0,0 3 0,0-5 0,0 2 0,2-9 0,5 2 0,-2-5 0,9-2 0,-2-9 0,4-6 0,-2-3 0,-9 3 0,2 1 0,-7 7 0,-7-7 0,2 9 0,-9-2 0,-2 7 0,-3 7 0,-2 5 0,-1 9 0,1 1 0,9-1 0,5 0 0,5-7 0,2 0 0,2-9 0,5 2 0,7-4 0,5-13 0,3 8 0,-11-8 0,-1 10 0,-20 0 0,-1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43.952"/>
    </inkml:context>
    <inkml:brush xml:id="br0">
      <inkml:brushProperty name="width" value="0.04286" units="cm"/>
      <inkml:brushProperty name="height" value="0.04286" units="cm"/>
    </inkml:brush>
  </inkml:definitions>
  <inkml:trace contextRef="#ctx0" brushRef="#br0">43 86 7783,'-10'-12'-806,"8"-7"1,-8 15 805,10-11 0,-9 11 0,7-6 0,-8 8 0,10-5 0,3 4 0,4-4 0,4 5 0,13 2 0,4 0 0,-4 0 0,7 0 0,-3 0 0,0 0 0,1 0 0,-8 0 0,0 0 0,0 0 0,-6 0 0,-1 0 0,-10 0 0,6 0 0,-10 0 0,0 0 0,0 9 0,9 3 0,3 9 0</inkml:trace>
  <inkml:trace contextRef="#ctx0" brushRef="#br0" timeOffset="367">43 256 8061,'0'12'-1649,"0"-3"1649,0-9 0,2 0 0,5 0 0,7 0 0,12 0 0,3 0 0,-3 0 0,4-2 0,-1-3 0,-3-2 0,-3 2 0,3 1 0,-2-1 0,-5-2 0,-3 0 0,-4 7 0,-3 0 0,-9 0 0,0 0 0,0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42.684"/>
    </inkml:context>
    <inkml:brush xml:id="br0">
      <inkml:brushProperty name="width" value="0.04286" units="cm"/>
      <inkml:brushProperty name="height" value="0.04286" units="cm"/>
    </inkml:brush>
  </inkml:definitions>
  <inkml:trace contextRef="#ctx0" brushRef="#br0">65 86 6829,'0'-21'0,"-10"-1"0,8 8 0,-5 0 0,4 9 0,3-4 0,0 11 0,0 5 0,0 8 0,0 3 0,0 6 0,0 4 0,0 8 0,3 4 0,1 5 0,3 2 0,-2 3 0,-2-3 0,-3-9 0,0-5 0,0-3 0,0-1 0,0-8 0,0 0 0,0 1 0,0-1 0,-3-2 0,-4-5 0,5-5 0,-8-9 0,10-2 0,0-5 0,0-5 0,0-9 0</inkml:trace>
  <inkml:trace contextRef="#ctx0" brushRef="#br0" timeOffset="734">1 43 6829,'0'-14'0,"0"0"0,0 9 0,9-4 0,5 11 0,5 5 0,3 8 0,1 3 0,3 4 0,2 1 0,-2 6 0,-4-3 0,-6 7 0,-2-3 0,1 1 0,3-5 0,-1 2 0,-3-2 0,3-2 0,-6-10 0,1 0 0,-2 3 0,6-8 0,-11 1 0,9-10 0,-9 0 0,4-10 0,-6-4 0,4-5 0,-3-2 0,8 0 0,-2-1 0,-6 1 0,8 0 0,0 0 0,2-1 0,0 1 0,1 0 0,6 0 0,0-1 0,-7 8 0,0 0 0,3-2 0,-5 4 0,0-2 0,-3-3 0,0 8 0,-1 2 0,-6 2 0,5-2 0,-5 4 0,-2-6 0,0 9 0,0 0 0,0 9 0,0 8 0,0 9 0,0 0 0,0 9 0,0 3 0,0 0 0,0-3 0,0 10 0,0-7 0,0 0 0,0-8 0,3 3 0,1-2 0,4-5 0,-4-2 0,-1-3 0,-3 0 0,0 1 0,0-8 0,0 0 0,0-7 0,0 7 0,0-9 0,0 4 0,0-9 0,0 0 0,-10 0 0,-2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46.601"/>
    </inkml:context>
    <inkml:brush xml:id="br0">
      <inkml:brushProperty name="width" value="0.04286" units="cm"/>
      <inkml:brushProperty name="height" value="0.04286" units="cm"/>
    </inkml:brush>
  </inkml:definitions>
  <inkml:trace contextRef="#ctx0" brushRef="#br0">1 64 8070,'0'-14'-828,"0"0"1,0 7 827,0-8 0,0 11 0,0-6 0,0 13 0,0 4 0,0 7 0,0 12 0,0 2 0,0 0 0,0 3 0,0 2 0,0 10 0,0-1 0,0-6 0,0-1 0,2 3 0,3 0 0,2-3 0,7 3 0,-4-10 0,2-2 0,-5-5 0,4-4 0,1-3 0,0 0 0,5-2 0,-6-2 0,4-10 0,-1 0 0,7 0 0,0 0 0,-2-3 0,-2-2 0,-6-4 0,-1-3 0,4 5 0,-4-7 0,1-3 0,-4-1 0,5-4 0,-2 1 0,-3 0 0,2 0 0,-6 4 0,4-2 0,-5-5 0,-2-9 0,0 5 0,0 2 0,0 0 0,0 0 0,0-2 0,0-1 0,0-1 0,-2 6 0,-3-4 0,-2 4 0,0 3 0,7 0 0,0 9 0,0 2 0,0 13 0,0 4 0,0 7 0,0-4 0,9 18 0,3-5 0</inkml:trace>
  <inkml:trace contextRef="#ctx0" brushRef="#br0" timeOffset="868">1170 43 6404,'0'-14'0,"0"-1"0,-3 11 0,-4-3 0,-7 4 0,-12 3 0,-7 0 0,-5 3 0,-6 4 0,-4-3 0,6 8 0,2-2 0,4-6 0,-2 6 0,8-3 0,-3-2 0,14-3 0,-2-2 0,2 0 0,7 0 0,-2 0 0,9 0 0,-4 2 0,9 5 0,9-4 0,5 6 0,5 1 0,-5-8 0,0 7 0,3-1 0,2-1 0,2 7 0,0-5 0,1 3 0,-1 0 0,0 4 0,-2-1 0,-5 1 0,5-4 0,-5 2 0,5 3 0,-5-8 0,-2 0 0,-3 1 0,-1-8 0,-8 10 0,0-5 0,0-4 0,-10 13 0,-4-9 0,-5 10 0,-2-3 0,2 5 0,2 0 0,3-3 0,-2-2 0,-1 1 0,1 6 0,1 0 0,1 0 0,-7 1 0,0-4 0,2-1 0,2-5 0,6 0 0,1-1 0,1-6 0,2 2 0,4-4 0,-6-3 0,11 0 0,5 0 0,7 0 0,12 0 0,3 0 0,8 0 0,-3-3 0,-1-4 0,14 5 0,-5-8 0,3 3 0,-2 0 0,-8 2 0,-4 3 0,-10 2 0,0 0 0,1 0 0,-11 0 0,-1 0 0,-10 0 0,0 0 0,0-9 0,0-3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1:49.116"/>
    </inkml:context>
    <inkml:brush xml:id="br0">
      <inkml:brushProperty name="width" value="0.04286" units="cm"/>
      <inkml:brushProperty name="height" value="0.04286" units="cm"/>
    </inkml:brush>
  </inkml:definitions>
  <inkml:trace contextRef="#ctx0" brushRef="#br0">1 616 7995,'0'-14'-601,"0"0"1,0 7 600,0-7 0,0 7 0,0-7 0,0 9 0,0-5 0,2 13 0,3 4 0,4 7 0,3 5 0,2 5 0,7 4 0,1 7 0,-1 5 0,0-4 0,-2-3 0,-2 0 0,-3 0 0,-2-7 0,4 2 0,-4-4 0,-3-3 0,5 1 0,-4-4 0,2-3 0,-8 3 0,8-15 0,-5 4 0,-4-5 0,6-2 0,-9 0 0,0 0 0,0 0 0</inkml:trace>
  <inkml:trace contextRef="#ctx0" brushRef="#br0" timeOffset="367">553 574 7995,'0'-21'0,"-2"9"-1201,-5 5 1201,4 4 0,-8 3 0,3 0 0,4 0 0,-8 3 0,0 4 0,0 9 0,-4 10 0,4 0 0,-2 10 0,0 2 0,2 2 0,-7 2 0,7 1 0,-2-3 0,0-5 0,2 3 0,-5-7 0,6-1 0,1 1 0,-4-2 0,7-8 0,-2-2 0,4-3 0,-2-2 0,0-9 0,7 5 0,0-10 0,7-3 0,0-4 0,19-5 0,-3-9 0</inkml:trace>
  <inkml:trace contextRef="#ctx0" brushRef="#br0" timeOffset="900">638 43 7995,'-12'9'-283,"1"-7"-1271,3 6 1554,6-6 0,-7-2 0,9 0 0,16 0 0,8 0 0,9-2 0,12-6 0,-3 6 0,5-5 0,-6 2 0,-6-2 0,-9 5 0,2-5 0,-4 2 0,-3-2 0,-7 5 0,1-5 0,1 4 0,-7 3 0,1 0 0,-10 0 0,0 0 0,0 10 0,-10 1 0,-1 11 0</inkml:trace>
  <inkml:trace contextRef="#ctx0" brushRef="#br0" timeOffset="1220">872 64 6158,'0'24'0,"0"4"0,0-2 0,0 9 0,0 1 0,0-3 0,0 0 0,0-7 0,0 2 0,0-2 0,0-2 0,0-3 0,0 0 0,0 0 0,0 1 0,0-10 0,2-3 0,5-9 0,-4 2 0,4 5 0,-5-4 0,-2 6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6:56.503"/>
    </inkml:context>
    <inkml:brush xml:id="br0">
      <inkml:brushProperty name="width" value="0.04286" units="cm"/>
      <inkml:brushProperty name="height" value="0.04286" units="cm"/>
    </inkml:brush>
  </inkml:definitions>
  <inkml:trace contextRef="#ctx0" brushRef="#br0">0 168 6902,'8'21'0,"-1"1"0,0-1 0,-5 3 0,3 4 0,2 7 0,0 5 0,-7-4 0,0-1 0,0 1 0,0-1 0,0-2 0,0-2 0,0-5 0,0-2 0,-7-3 0,0 0 0,0-7 0,7 0 0,-3-7 0,-4 8 0,5-13 0,-5-2 0,4-9 0,3-13 0,0 1 0,0-10 0,0-4 0,3-3 0,4 3 0,5-5 0,9 4 0,0-4 0,0-3 0,1 3 0,-1 5 0,0 7 0,0 4 0,1 5 0,-1 5 0,-7 4 0,0 10 0,-7 0 0,8 0 0,-4 10 0,6 4 0,-5 5 0,-3 2 0,-4 0 0,4 1 0,-2 1 0,-2 6 0,-3-6 0,-2 8 0,0-3 0,0 1 0,0-1 0,0-7 0,0 1 0,0-1 0,0 0 0,0 0 0,-2-2 0,-5-5 0,5-4 0,-8-13 0,10-4 0,0-7 0,0-5 0,0-2 0,0-3 0,0-4 0,10-3 0,4-6 0,5 4 0,2 2 0,0-5 0,-2 8 0,-2 2 0,-3 2 0,0 6 0,5 1 0,-3 5 0,-1 3 0,-8-1 0,7 3 0,0 7 0,7 0 0,-7 10 0,-2 11 0,-2 0 0,-6 0 0,-1 3 0,-3 2 0,0 2 0,0-2 0,0-2 0,0-3 0,0 0 0,0 1 0,0-1 0,0 0 0,0 1 0,0-11 0,0-1 0,2-10 0,5 0 0,5-10 0,9-1 0</inkml:trace>
  <inkml:trace contextRef="#ctx0" brushRef="#br0" timeOffset="233">808 189 6902,'0'22'0,"0"-8"0,0 0 0,2 3 0,5 1 0,-4 6 0,4 2 0,-5 2 0,1 5 0,1-9 0,3-5 0,-2 0 0,-2 0 0,-3 2 0,0 0 0,0-7 0,0 1 0,0-11 0,0 6 0</inkml:trace>
  <inkml:trace contextRef="#ctx0" brushRef="#br0" timeOffset="399">723 19 8224,'12'-2'-2179,"-5"-5"2179,-5 5 0,-2-5 0,0 14 0,10 4 0,2 11 0,9-1 0</inkml:trace>
  <inkml:trace contextRef="#ctx0" brushRef="#br0" timeOffset="999">957 189 6901,'12'0'0,"4"3"0,-6 4 0,-1 7 0,0 5 0,1 5 0,-5 2 0,2 2 0,0 7 0,-5-4 0,3 0 0,2-1 0,0 6 0,-7-8 0,0-2 0,0-2 0,0-10 0,0 0 0,0 3 0,0-8 0,0 1 0,0-13 0,0-4 0,0-5 0,0-9 0,0 0 0,0 0 0,2-3 0,3-4 0,5-8 0,1-2 0,6 3 0,2-3 0,2 7 0,0-2 0,-2 7 0,-2 0 0,-3 8 0,2 3 0,3 4 0,3-4 0,-1 6 0,0 9 0,-9 2 0,-3 5 0,1 8 0,-8 3 0,5 4 0,-4-1 0,-3 3 0,0 4 0,0-4 0,0 4 0,0-2 0,0 2 0,0-11 0,0 4 0,0-2 0,0 0 0,0 2 0,0 0 0,0-7 0,0 1 0,0-8 0,0 7 0,0-7 0,0 7 0,0-9 0,0 4 0,0-11 0,0-5 0,2 4 0,5-4 0,-5 5 0,10 2 0,-5 0 0,-4 0 0,6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00.702"/>
    </inkml:context>
    <inkml:brush xml:id="br0">
      <inkml:brushProperty name="width" value="0.04286" units="cm"/>
      <inkml:brushProperty name="height" value="0.04286" units="cm"/>
    </inkml:brush>
  </inkml:definitions>
  <inkml:trace contextRef="#ctx0" brushRef="#br0">128 0 6473,'-12'3'0,"3"2"0,-1 2 0,8 9 0,-7-2 0,-1 5 0,8 5 0,-8 2 0,3 4 0,0 4 0,0 1 0,5 10 0,-3 2 0,-2 3 0,0 16 0,7 0 0,-2 9 0,-6 13 0,6 6 0,-1-41 0,-1 0 0,2 1 0,2-1 0,-1 0 0,2 0 0,1 46 0,3 0 0,4-2 0,3-7 0,-5 2 0,7-16 0,3-3 0,2-7 0,2-7 0,-7-12 0,0 3 0,0-8 0,-2-6 0,7-6 0,-7-8 0,0-1 0,0-2 0,-8-3 0,3-2 0,0-9 0,-7 5 0,3-10 0,4 0 0,-5-10 0,8-2 0,-1-9 0,5 0 0,15 0 0,4-1 0</inkml:trace>
  <inkml:trace contextRef="#ctx0" brushRef="#br0" timeOffset="1399">936 638 7458,'0'-14'-706,"0"0"1,0 7 705,0-8 0,0 8 0,0-7 0,0 0 0,0-7 0,0 9 0,0 2 0,0 10 0,0 3 0,0 4 0,0 9 0,0 10 0,0 7 0,0 10 0,0 4 0,0 10 0,0-8 0,0 13 0,0-5 0,0-3 0,0-7 0,0 3 0,2-5 0,3-5 0,2-5 0,0-4 0,-7-10 0,0 0 0,0 1 0,0-1 0,0 0 0,0-9 0,0 7 0,0-17 0,-9-11 0,-3-15 0</inkml:trace>
  <inkml:trace contextRef="#ctx0" brushRef="#br0" timeOffset="1883">1063 595 8136,'3'-11'0,"1"1"-501,3 1 1,0 4-601,-7-9 1101,0 9 0,0-4 0,0 9 0,0 2 0,0 5 0,0 7 0,0 5 0,8 10 0,-1 4 0,-3 7 0,-1 12 0,-3 7 0,0 2 0,0-2 0,0-2 0,0-3 0,0 3 0,0-8 0,0-4 0,0-9 0,0-3 0,0-3 0,0-1 0,0 1 0,0-6 0,0 4 0,-7-4 0,0-3 0,-1 1 0,6-11 0,-5-4 0,5-4 0,-8-3 0,10 0 0,0 0 0,0-10 0,0-1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04.102"/>
    </inkml:context>
    <inkml:brush xml:id="br0">
      <inkml:brushProperty name="width" value="0.04286" units="cm"/>
      <inkml:brushProperty name="height" value="0.04286" units="cm"/>
    </inkml:brush>
  </inkml:definitions>
  <inkml:trace contextRef="#ctx0" brushRef="#br0">21 106 8093,'0'-14'-1253,"0"0"1253,0-2 0,0 4 0,0-2 0,-2 7 0,-5-8 0,4 11 0,-6-6 0,9 13 0,0 4 0,2 7 0,5 12 0,8 5 0,1 2 0,-2 4 0,5-4 0,-7 3 0,2 2 0,0 2 0,-2-7 0,5-2 0,-5-3 0,-3 0 0,0 1 0,-4-8 0,2 0 0,3-2 0,-6-3 0,3-1 0,-2 1 0,-2 3 0,-3 2 0,0-9 0,-10-2 0,-2-10 0</inkml:trace>
  <inkml:trace contextRef="#ctx0" brushRef="#br0" timeOffset="267">425 21 8093,'0'15'-1253,"-2"-4"1253,-5-1 0,4 6 0,-6-1 0,2 3 0,0 4 0,-10 6 0,3 3 0,-5 2 0,-2 5 0,0-5 0,-1 0 0,1-3 0,0-4 0,0 5 0,2-3 0,4-2 0,-1-2 0,7-3 0,-3 1 0,7-8 0,-2 0 0,5-9 0,2 4 0</inkml:trace>
  <inkml:trace contextRef="#ctx0" brushRef="#br0" timeOffset="531">298 106 8093,'7'-21'-1032,"0"0"0,9 9 1032,-2 5 0,-2 5 0,2 4 0,3 5 0,2 7 0,2 5 0,0 2 0,1 1 0,-1 1 0,-2 3 0,-3 3 0,-2-3 0,3-3 0,-5-1 0,0-1 0,-1 0 0,1 0 0,-5 1 0,7-1 0,-9 0 0,14 0 0,-7-18 0,9-6 0</inkml:trace>
  <inkml:trace contextRef="#ctx0" brushRef="#br0" timeOffset="751">744 85 8093,'0'-21'-1917,"0"12"1917,0 9 0,-7 9 0,-3 12 0,-2 0 0,5 8 0,-4 2 0,-1-1 0,0 1 0,5 4 0,-5-4 0,3 0 0,2 2 0,-3 0 0,8-7 0,-8 2 0,3-4 0,0-3 0,0-7 0,5 0 0,-3 3 0,-2 2 0,0-5 0,7 0 0,-10-9 0,-1 4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06.268"/>
    </inkml:context>
    <inkml:brush xml:id="br0">
      <inkml:brushProperty name="width" value="0.04286" units="cm"/>
      <inkml:brushProperty name="height" value="0.04286" units="cm"/>
    </inkml:brush>
  </inkml:definitions>
  <inkml:trace contextRef="#ctx0" brushRef="#br0">211 43 7090,'0'-12'0,"0"1"0,-2 6 0,-5-2 0,2 0 0,-9 7 0,-3 0 0,-2 7 0,-2 5 0,0 6 0,7 1 0,0 17 0,-1 4 0,4 7 0,-6 7 0,10 10 0,0 0 0,-3 0 0,8 0 0,-5-3 0,7-2 0,7-2 0,-2-3 0,9 3 0,2-10 0,3-9 0,3-1 0,-3-8 0,-3-3 0,-2-3 0,0-1 0,8-1 0,-8-7 0,0 0 0,-9-9 0,4 4 0,-9-9 0,0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07.133"/>
    </inkml:context>
    <inkml:brush xml:id="br0">
      <inkml:brushProperty name="width" value="0.04286" units="cm"/>
      <inkml:brushProperty name="height" value="0.04286" units="cm"/>
    </inkml:brush>
  </inkml:definitions>
  <inkml:trace contextRef="#ctx0" brushRef="#br0">86 341 8081,'-10'-12'-624,"8"-7"1,-8 7 623,1 0 0,7-6 0,-10 15 0,7-6 0,-2-1 0,0 8 0,7-5 0,0 16 0,0 13 0,0 1 0,0 13 0,0 1 0,0 3 0,0 5 0,0 3 0,0-1 0,0-7 0,0 7 0,0-9 0,0-3 0,0-2 0,0-4 0,-2-8 0,-3 0 0,-2 1 0,0-11 0,7-4 0,0-14 0,0-4 0,0-11 0,0 1 0,0 0 0,7-3 0,2-2 0,1-5 0,-1-2 0,8-2 0,-3-7 0,5-3 0,2-5 0,-7 5 0,0-4 0,3 4 0,2 12 0,2 4 0,-2 6 0,-3 1 0,-1 1 0,-8 9 0,7 5 0,-7 5 0,7 2 0,-9 9 0,4 6 0,-2 3 0,0 4 0,8 6 0,-8 3 0,-3 2 0,-1-5 0,-3 5 0,2 0 0,3-2 0,2 0 0,0-3 0,-7-7 0,0 1 0,0-1 0,0 0 0,0 0 0,2-9 0,5-5 0,-4-7 0,6-5 0,1-2 0,-6-9 0,8 2 0,-2-5 0,-1-2 0,-4-1 0,2-1 0,-2-6 0,4 6 0,0-8 0,3 0 0,5-4 0,-5 4 0,-1 0 0,1 3 0,0 0 0,0-1 0,4 11 0,-4 1 0,-2 3 0,4 7 0,-7-7 0,9 9 0,-13-2 0,4 14 0,-2 5 0,-1 9 0,3 3 0,-2 4 0,-3 5 0,-2 7 0,0-2 0,0-3 0,0 1 0,0 6 0,0-2 0,0-4 0,0 2 0,0-10 0,0 0 0,0 3 0,0-15 0,0 6 0,0-3 0,0 0 0,0 2 0,0-9 0,3-3 0,4-9 0,-2-9 0,9-6 0,0-3 0,7-4 0</inkml:trace>
  <inkml:trace contextRef="#ctx0" brushRef="#br0" timeOffset="418">978 341 8081,'12'-10'-555,"-5"-4"1,-4 2 0,-3-2 554,0-2 0,0 4 0,0-2 0,0 9 0,0-2 0,0 14 0,0 7 0,-3 12 0,-2 5 0,-2 2 0,0 2 0,7 8 0,0-1 0,0 1 0,0-1 0,0 1 0,3-3 0,4-2 0,7-3 0,-2-9 0,2 2 0,2-4 0,3-12 0,3-5 0,-1-5 0,0-2 0,0 0 0,1-2 0,-1-5 0,0-7 0,0-5 0,-2-2 0,-2-1 0,-3 1 0,-9 0 0,4 0 0,-2-3 0,0-4 0,0 4 0,-7-7 0,0 1 0,0 4 0,0-10 0,0-2 0,0-2 0,0-2 0,0 2 0,0 2 0,0 5 0,0 2 0,0 3 0,0 6 0,10 11 0,-8 4 0,5 14 0,-4 4 0,-3 11 0,0-1 0,-10 10 0,-2 2 0</inkml:trace>
  <inkml:trace contextRef="#ctx0" brushRef="#br0" timeOffset="669">1488 468 6834,'14'0'0,"1"0"0,1 0 0,3 0 0,9 0 0,1 0 0,-3 0 0,-3 0 0,-1 0 0,-1 0 0,0 0 0,-7 0 0,0 0 0,3 0 0,-8 0 0,10 0 0,-7 0 0</inkml:trace>
  <inkml:trace contextRef="#ctx0" brushRef="#br0" timeOffset="936">2147 277 7787,'-7'-14'-807,"0"0"1,0 7 806,7-8 0,0 11 0,0-3 0,0 14 0,0 4 0,0 13 0,0 2 0,0 5 0,0 2 0,0-5 0,0 8 0,0-1 0,0-2 0,0 5 0,0-7 0,0-1 0,0 1 0,0-3 0,0-6 0,0-1 0,0 0 0,0 0 0,0 1 0,0-8 0,0 0 0,-10-9 0,-1 4 0</inkml:trace>
  <inkml:trace contextRef="#ctx0" brushRef="#br0" timeOffset="1455">2105 277 8058,'0'-14'0,"0"0"0,0-3-484,0-2 0,2 5 270,5 0 1,5 2 0,7-4 0,-3 4 0,-2 0 213,3 0 0,2 7 0,2-4 0,0 0 0,1 6 0,-1-4 0,0 5 0,0 2 0,1 0 0,-8 2 0,0 3 0,0 4 0,-2 3 0,4 2 0,-8 7 0,-4 1 0,-4-1 0,-7 0 0,-7 3 0,-5 4 0,-2-4 0,-3 4 0,-2-4 0,-2-3 0,-7 0 0,6 0 0,3-2 0,3-4 0,8-4 0,1-4 0,10-4 0,-4 6 0,16-9 0,6 0 0,5 0 0,2 0 0,2 0 0,6 0 0,-6 7 0,6 3 0,-6 2 0,-1 2 0,-1 7 0,-2 0 0,-5 1 0,-2-8 0,-8 0 0,4 2 0,-1-4 0,-7 2 0,0 3 0,-10-5 0,-4-1 0,-5 1 0,-2 0 0,-7-7 0,-3 2 0,0-2 0,0 2 0,3-5 0,7 5 0,0-4 0,-1-3 0,1 0 0,0 0 0,9 0 0,-7-10 0,7-2 0</inkml:trace>
  <inkml:trace contextRef="#ctx0" brushRef="#br0" timeOffset="1870">2551 86 8058,'12'-22'-1646,"-1"8"1646,-3 0 0,-6 7 0,7-5 0,1 3 0,-5 2 0,9 7 0,2 2 0,3 5 0,2 7 0,1 12 0,-1 5 0,0 2 0,0 12 0,1 9 0,-1 3 0,0 0 0,-2-3 0,-5 5 0,-7-2 0,-4 2 0,-3-7 0,-3-3 0,-4-4 0,-7-2 0,-7-10 0,-5-5 0,-3-4 0,4-3 0,1-7 0,3-2 0,-1-3 0,1 5 0,0-7 0,9 1 0,3-11 0,9-4 0,0 2 0,2-6 0,3-1 0,4 2 0,3 1 0,-5-1 0,7 3 0,-9 5 0,4-7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11.821"/>
    </inkml:context>
    <inkml:brush xml:id="br0">
      <inkml:brushProperty name="width" value="0.04286" units="cm"/>
      <inkml:brushProperty name="height" value="0.04286" units="cm"/>
    </inkml:brush>
  </inkml:definitions>
  <inkml:trace contextRef="#ctx0" brushRef="#br0">1 86 8079,'2'-12'-1026,"5"5"0,-4 2 1026,4-2 0,-5 5 0,-2-10 0,0 5 0,0 4 0,0-6 0,0 9 0,0 2 0,0 8 0,0 11 0,0 10 0,0 14 0,0 4 0,0 8 0,0 11 0,0 6 0,0 1 0,0-6 0,0 1 0,0-6 0,0-7 0,0-5 0,0-10 0,0-2 0,0-4 0,0-8 0,0-4 0,0-3 0,0 0 0,7-7 0,0 1 0,0-11 0,-7 6 0,0-10 0,0-3 0,0-4 0,0-7 0,-9-5 0,-3-2 0</inkml:trace>
  <inkml:trace contextRef="#ctx0" brushRef="#br0" timeOffset="532">150 43 8003,'12'-14'-1608,"-5"0"1608,-5 9 0,-2-4 0,0 9 0,0 0 0,9 9 0,-6 3 0,4 12 0,-2 4 0,-1 10 0,3 9 0,0 3 0,-4 11 0,4 5 0,-5 5 0,5-3 0,-4 3 0,-3-2 0,0-6 0,0-4 0,0-2 0,0 0 0,0-3 0,0-4 0,0-13 0,0-3 0,0-4 0,0-1 0,0-8 0,0 0 0,0 0 0,0-7 0,0 1 0,0-11 0,0 6 0,0-10 0,0 0 0,0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15.753"/>
    </inkml:context>
    <inkml:brush xml:id="br0">
      <inkml:brushProperty name="width" value="0.04286" units="cm"/>
      <inkml:brushProperty name="height" value="0.04286" units="cm"/>
    </inkml:brush>
  </inkml:definitions>
  <inkml:trace contextRef="#ctx0" brushRef="#br0">21 85 6812,'-11'0'0,"1"0"0,10 0 0,0 0 0,0-9 0,0 6 0,3-13 0,1 6 0,6 1 0,2 0 0,2-1 0,7 5 0,0-2 0,-7 0 0,1 7 0,-1 0 0,7 0 0,0 0 0,0 0 0,-9 0 0,7 0 0,-14 7 0,9 0 0,-9 3 0,2-3 0,-5-2 0,-2 9 0,0-7 0,0 7 0,0 3 0,-7-6 0,0 4 0,-2-4 0,2 3 0,2 3 0,-7-8 0,3 3 0,-1-5 0,3 8 0,5-8 0,-5 7 0,-3-7 0,3 7 0,-2-7 0,2 7 0,4-7 0,-4 8 0,5-11 0,2 6 0,-3-8 0,-4 5 0,5-4 0,-8 8 0,10-4 0,0-4 0,0 6 0,0-9 0,0 0 0,10 0 0,2-7 0,9 0 0,7 0 0,1 7 0,1-7 0,-4 0 0,3 0 0,-3-3 0,4 8 0,-1-5 0,-3 4 0,-3 3 0,-1 0 0,-1 0 0,-9 0 0,-3 0 0,-9 0 0,0 0 0,9 0 0,3 0 0,10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31.372"/>
    </inkml:context>
    <inkml:brush xml:id="br0">
      <inkml:brushProperty name="width" value="0.04286" units="cm"/>
      <inkml:brushProperty name="height" value="0.04286" units="cm"/>
    </inkml:brush>
  </inkml:definitions>
  <inkml:trace contextRef="#ctx0" brushRef="#br0">253 128 7788,'3'-12'-796,"4"5"0,-2 5 796,9 2 0,-7-7 0,7 0 0,-7 0 0,5 4 0,-3-4 0,1 5 0,-3-5 0,-2 4 0,9 3 0,-10-2 0,4-5 0,-4 5 0,3-5 0,-2 4 0,9 3 0,-9 0 0,14 10 0,-17-6 0,8 8 0,-1-2 0,-7-3 0,8 2 0,-10 3 0</inkml:trace>
  <inkml:trace contextRef="#ctx0" brushRef="#br0" timeOffset="434">466 107 6453,'-2'-12'0,"-6"5"0,6-5 0,-7 8 0,9-11 0,0 8 0,0-7 0,-7 7 0,-1-7 0,1 9 0,7-4 0,0 9 0,0 2 0,0 5 0,0 5 0,0 9 0,0 3 0,0 4 0,0 0 0,0 15 0,0 7 0,0 2 0,0 9 0,0-7 0,0 3 0,0 0 0,0-8 0,0 3 0,0-5 0,0-7 0,0-4 0,0-1 0,0-6 0,0-6 0,0-1 0,0-1 0,0 0 0,0-7 0,0 0 0,0-9 0,0 5 0,0-10 0,0 0 0,0-10 0,0 8 0,0-17 0,0 7 0</inkml:trace>
  <inkml:trace contextRef="#ctx0" brushRef="#br0" timeOffset="1267">275 553 8117,'-12'-9'-1266,"-7"-3"1266,17 0 0,-10 3 0,5 9 0,7 0 0,0 0 0,4 0 0,18-3 0,8-1 0,8-3 0,5-3 0,1 5 0,4-2 0,1 3 0,1-1 0,-10 0 0,-2-2 0,-3 2 0,-9 3 0,5 0 0,0-5 0,-15 4 0,5-4 0,-2 5 0,-9 2 0,-3 0 0,-14 0 0,2 0 0,-9 0 0,-7 0 0,-8 2 0,1 3 0,-3 2 0,5 2 0,-9-4 0,-3 2 0,-2-2 0,-3 4 0,1-2 0,-1-2 0,1 5 0,-1-3 0,3 0 0,2 0 0,3 0 0,2 0 0,-2-7 0,6 2 0,6 5 0,1-4 0,1 4 0,0-5 0,7-2 0,0 0 0,9 0 0,-2 0 0,14 0 0,5 0 0,11-2 0,3-3 0,7-2 0,7 2 0,1-4 0,15 2 0,3 0 0,3-3 0,-6 6 0,-1-8 0,-1 2 0,0 6 0,-14 1 0,3 1 0,-3-5 0,-9 4 0,-3-4 0,-4 5 0,-3 2 0,-9 0 0,-3 0 0,-9 0 0,0 0 0,0-9 0,0-3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35.956"/>
    </inkml:context>
    <inkml:brush xml:id="br0">
      <inkml:brushProperty name="width" value="0.04286" units="cm"/>
      <inkml:brushProperty name="height" value="0.04286" units="cm"/>
    </inkml:brush>
  </inkml:definitions>
  <inkml:trace contextRef="#ctx0" brushRef="#br0">43 744 8046,'0'-14'-675,"0"0"1,-2 2 0,-3-5 674,-2 3 0,0 7 0,4-5 0,-4 3 0,5 2 0,-7 9 0,9 5 0,0 5 0,0 12 0,0 2 0,0 2 0,0 17 0,2-3 0,3 3 0,2 0 0,0 7 0,-7 5 0,2 2 0,5-3 0,-4 3 0,4-9 0,-5-5 0,-2-7 0,0 2 0,0-7 0,0 0 0,0-5 0,0-4 0,0-3 0,0-7 0,0 0 0,0-9 0,0 5 0,0-10 0,0-3 0,0-4 0,0 2 0,0-9 0,0 7 0,2-5 0,6 3 0,-6-8 0,7 6 0</inkml:trace>
  <inkml:trace contextRef="#ctx0" brushRef="#br0" timeOffset="615">192 701 8046,'0'-14'-614,"0"0"0,0 7 614,0-7 0,0 9 0,0-4 0,0 13 0,0 8 0,0 9 0,0 8 0,0-1 0,2 10 0,5 9 0,-4 7 0,4 13 0,-5 1 0,-2 3 0,0 0 0,0-8 0,0-1 0,0-5 0,0-5 0,0-10 0,0-2 0,0-4 0,0 1 0,0-8 0,0-3 0,2-5 0,3-5 0,2-1 0,0-11 0,-7 6 0,0-10 0,0-3 0,0-4 0,0 5 0,-9-17 0,-3 7 0</inkml:trace>
  <inkml:trace contextRef="#ctx0" brushRef="#br0" timeOffset="1084">511 871 8046,'0'-11'-614,"0"1"0,0 13 614,0 4 0,0 12 0,0 11 0,0 3 0,0 5 0,0 2 0,0 3 0,0 2 0,0 4 0,7-4 0,0 2 0,0-7 0,2-7 0,6-2 0,-4-5 0,1-9 0,-2-3 0,6-9 0,-2 2 0,5-5 0,0-4 0,-2-5 0,-3-8 0,0-3 0,5-4 0,-5 1 0,3 0 0,-10 0 0,0-3 0,2-4 0,-7 4 0,6-4 0,-6 2 0,-2-3 0,0 3 0,0-7 0,0 0 0,0 0 0,-7 7 0,0-2 0,2 4 0,3 10 0,2 0 0,0 12 0,0 2 0,0 2 0,0 12 0,-10 0 0,-2 7 0</inkml:trace>
  <inkml:trace contextRef="#ctx0" brushRef="#br0" timeOffset="1483">978 744 6818,'10'-12'0,"-8"3"0,7 9 0,-9 9 0,0 5 0,0 5 0,0 2 0,0 10 0,0 5 0,0 6 0,0 8 0,0-5 0,0 6 0,0-1 0,0 0 0,3 2 0,2-8 0,2 1 0,-3-5 0,-1-11 0,-3-1 0,0-4 0,0-3 0,0 0 0,0 1 0,0-11 0,0-1 0,0-10 0,2-3 0,5-4 0,5-14 0,9-12 0</inkml:trace>
  <inkml:trace contextRef="#ctx0" brushRef="#br0" timeOffset="1917">1191 616 7324,'2'-18'-1301,"5"3"1301,-4 6 0,8 11 0,-4 5 0,-4 5 0,6 12 0,-2 2 0,0 2 0,0 10 0,-7 0 0,0 9 0,0 0 0,0 10 0,0 2 0,0 2 0,-7-6 0,0-4 0,0-1 0,0-3 0,0-7 0,0 3 0,7-10 0,0 0 0,0-5 0,0-4 0,0-3 0,0 1 0,0-8 0,0 0 0,0-7 0,0 7 0,0-9 0,0 4 0,0-9 0,0 0 0,0-9 0,-9-12 0,-3-12 0</inkml:trace>
  <inkml:trace contextRef="#ctx0" brushRef="#br0" timeOffset="2717">1403 276 7324,'3'-11'-1301,"4"4"1301,7 4 0,-2-4 0,2 0 0,2 2 0,-4 3 0,2 2 0,3 0 0,2-7 0,2 0 0,0 2 0,-7 3 0,1 2 0,-1 0 0,-2 2 0,-5 5 0,-5-2 0,-2 9 0,0-7 0,-2 7 0,-5 3 0,2-5 0,-9 2 0,-3 2 0,-2 3 0,-2 2 0,0-2 0,2-2 0,5-3 0,-5 0 0,5 7 0,2-2 0,0-2 0,3-3 0,-8-9 0,15 14 0,-8-17 0,13 7 0,4-9 0,7 0 0,12 0 0,2 0 0,-2 0 0,-2 0 0,-3 0 0,0 0 0,0 0 0,1 0 0,-8 0 0,0 0 0,3 0 0,-8 0 0,0 0 0,-9 0 0,0 0 0,0 10 0,-9 2 0,-3 9 0</inkml:trace>
  <inkml:trace contextRef="#ctx0" brushRef="#br0" timeOffset="3818">2062 21 6167,'0'-11'0,"0"1"0,0 10 0,0 0 0,9 0 0,3 0 0,10 0 0,-8 0 0,0 3 0,2 4 0,-4-3 0,2 8 0,3 0 0,2 0 0,0-5 0,-3 7 0,-2 3 0,3 1 0,-5 11 0,2-1 0,0 0 0,-2 3 0,7 0 0,-7 7 0,2-3 0,0 3 0,-7 2 0,5 2 0,-3 1 0,-4-1 0,4 3 0,-2 3 0,-2 1 0,-2-2 0,-3 5 0,0-2 0,0-1 0,0 3 0,0 3 0,-3 6 0,-4-2 0,-7-2 0,2-8 0,0 6 0,1-3 0,-1-5 0,7-2 0,-4-5 0,1-2 0,1-3 0,-7-2 0,5 3 0,-1-6 0,1 1 0,-1-7 0,6 4 0,-6-4 0,-2-3 0,5 0 0,-4 0 0,-1 1 0,0-1 0,5 0 0,-5 0 0,3 1 0,-1-11 0,5-1 0,-2-1 0,-2-6 0,4 6 0,-2 0 0,0-6 0,7 6 0,0-9 0,-2 0 0,-3-2 0,-2-5 0,0 2 0,7-9 0,-7 7 0,0-7 0,0 9 0,7-14 0,0 7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34.206"/>
    </inkml:context>
    <inkml:brush xml:id="br0">
      <inkml:brushProperty name="width" value="0.04286" units="cm"/>
      <inkml:brushProperty name="height" value="0.04286" units="cm"/>
    </inkml:brush>
  </inkml:definitions>
  <inkml:trace contextRef="#ctx0" brushRef="#br0">341 426 6818,'0'-12'0,"0"3"0,0 9 0,9 2 0,6 8 0,4 8 0,2 8 0,0 15 0,0-1 0,1 7 0,-1 10 0,-2-5 0,-5-1 0,-5 1 0,1-4 0,-8-4 0,5-3 0,-4-6 0,-3-7 0,0-4 0,2-5 0,3-3 0,2-1 0,0-11 0,-7 6 0,0-13 0,0-4 0,-7-4 0,0-11 0,2-1 0,3-6 0,2 6 0,0-6 0,-3 6 0,-4 1 0,5 1 0,-5 0 0,4 0 0,3 9 0,0 2 0,-7 13 0,-2 4 0,-3 7 0,-5 5 0,-4 12 0,-5 4 0,-2 5 0,-12 3 0,0-1 0,-8-2 0,1-2 0,2-2 0,5-3 0,2 2 0,8-7 0,6-4 0,-2-5 0,12-5 0,4 5 0,1-19 0,9 0 0,9-9 0,8-13 0,9 1 0,-2 0 0,16-10 0,-7-2 0</inkml:trace>
  <inkml:trace contextRef="#ctx0" brushRef="#br0" timeOffset="933">660 150 7324,'0'-22'-434,"0"1"0,2 9 1,3 3 433,2-1 0,2 8 0,-4-7 0,2-1 0,10 6 0,-3-8 0,5 2 0,2 6 0,-7-6 0,0 3 0,3 2 0,2 3 0,2 2 0,-7 0 0,0 0 0,-9 0 0,5 2 0,-10 5 0,0-2 0,0 9 0,0 3 0,0 2 0,0 2 0,-8 0 0,1 0 0,0-2 0,0-2 0,0-3 0,-2 0 0,2 7 0,-8 1 0,4-1 0,-1 0 0,2 0 0,-6-6 0,2-1 0,-5 0 0,0 0 0,2-2 0,3-3 0,9-2 0,-4-7 0,9 0 0,2 0 0,5 0 0,8 0 0,6-2 0,5-3 0,2-2 0,-2 3 0,3-1 0,-4 0 0,1-2 0,-7 0 0,10 7 0,-6 0 0,-11 0 0,-2 0 0,-10 0 0,0 0 0,9 0 0,3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47.025"/>
    </inkml:context>
    <inkml:brush xml:id="br0">
      <inkml:brushProperty name="width" value="0.04286" units="cm"/>
      <inkml:brushProperty name="height" value="0.04286" units="cm"/>
    </inkml:brush>
  </inkml:definitions>
  <inkml:trace contextRef="#ctx0" brushRef="#br0">40 137 7986,'15'-19'-1595,"-1"3"1595,2 2 0,-4 7 0,2-5 0,0 0 0,-2 0 0,7 5 0,-5-7 0,-2 9 0,2-2 0,3 5 0,-8-8 0,8 10 0,-10 0 0,0 3 0,-5 11 0,3 2 0,2 3 0,0-2 0,-7 4 0,0 10 0,-2-3 0,-5 0 0,-5-4 0,-2-3 0,0 1 0,2-1 0,-5 0 0,3 0 0,-2 1 0,-3-1 0,-3-2 0,1-5 0,0 5 0,0-5 0,-1 5 0,1-7 0,9-3 0,5-9 0,14 0 0,-2 0 0,9 0 0,3-2 0,2-3 0,2-2 0,0 0 0,1 7 0,-1-3 0,0-4 0,0 5 0,1-5 0,-1 5 0,0 2 0,0 0 0,1 0 0,-8 0 0,0 0 0,-7 0 0,7 0 0,0 0 0,8 0 0,-1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7:48.091"/>
    </inkml:context>
    <inkml:brush xml:id="br0">
      <inkml:brushProperty name="width" value="0.04286" units="cm"/>
      <inkml:brushProperty name="height" value="0.04286" units="cm"/>
    </inkml:brush>
  </inkml:definitions>
  <inkml:trace contextRef="#ctx0" brushRef="#br0">171 128 7888,'0'-14'-763,"0"0"0,0 7 763,0-7 0,9 0 0,6-8 0,3 8 0,4 0 0,-1 9 0,0-2 0,-7 5 0,1 2 0,-11 0 0,6 2 0,-10 5 0,0-2 0,0 9 0,0 3 0,0 2 0,-3 2 0,-1 0 0,-6-2 0,-2-5 0,8 5 0,-6-5 0,3 5 0,0 2 0,-7 1 0,4-1 0,-1 0 0,-1 0 0,-2 1 0,-3-1 0,8-2 0,-1-3 0,-2-4 0,1-3 0,4 8 0,-8-3 0,1 3 0,-7-3 0,7-2 0,0-5 0,7-5 0,-8 5 0,8-4 0,-5-6 0,3-4 0,2 2 0,7-9 0,0 7 0,0-7 0,2 9 0,5-2 0,-2 5 0,9 2 0,3 0 0,2 2 0,2 5 0,0 7 0,0 5 0,1 0 0,-1-2 0,0-3 0,0-7 0,1 5 0,-1-3 0,0 5 0,0-7 0,1-2 0,-8-2 0,0-3 0,3 0 0,-8-3 0,0-2 0,1-2 0,-8-2 0,5 2 0,-4 4 0,-3-8 0,0 4 0,9 4 0,3-6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8:46.815"/>
    </inkml:context>
    <inkml:brush xml:id="br0">
      <inkml:brushProperty name="width" value="0.04286" units="cm"/>
      <inkml:brushProperty name="height" value="0.04286" units="cm"/>
    </inkml:brush>
  </inkml:definitions>
  <inkml:trace contextRef="#ctx0" brushRef="#br0">0 1 6021,'0'21'0,"0"0"0,0 0 0,0 1 0,0-1 0,3 0 0,2 0 0,2 1 0,7-8 0,-5 0 0,1 2 0,-1 3 0,5-4 0,-4-1 0,2 2 0,-1 3 0,6 0 0,-3-5 0,-7-2 0,7-5 0,3 7 0,2-4 0,2-3 0,0-3 0,0 1 0,1 2 0,-1 0 0,0-7 0,1 0 0,-1 0 0,0-7 0,0 0 0,1 2 0,-1 3 0,0 2 0,0-7 0,1 0 0,-1 0 0,-2 4 0,-3-1 0,-2-3 0,1-3 0,6 6 0,0-4 0,0 4 0,1-1 0,1 0 0,3-2 0,2 2 0,1 1 0,-6-1 0,3-2 0,3 2 0,-3 3 0,-3-5 0,-1 0 0,-1 2 0,0 3 0,-2-1 0,-3-1 0,-1-4 0,-8 1 0,7 5 0,2-5 0,-4 5 0,2-6 0,1 6 0,6 2 0,0-7 0,0 0 0,3 2 0,4 3 0,-4 2 0,4-3 0,-2-1 0,3-3 0,-6 0 0,8 7 0,-3-3 0,1-1 0,-4-4 0,6 1 0,-2 7 0,-4 0 0,-1 0 0,-3 0 0,1 0 0,-1 0 0,-7 0 0,0 0 0,3 0 0,2 0 0,2 0 0,0 0 0,-2 3 0,-2 1 0,-3 4 0,2-4 0,3 6 0,2-3 0,1-3 0,-8 6 0,0-3 0,-2 2 0,4-4 0,-2 2 0,3-2 0,-5 4 0,2-1 0,-7 1 0,7-2 0,-9-2 0,2 9 0,-5-7 0,-2 7 0,0-9 0,0 4 0,0-9 0,0 0 0,10 0 0,-8 0 0,8-2 0,-8-3 0,3-4 0,4-1 0,3 1 0,-5-5 0,7 4 0,3-1 0,2-4 0,2-4 0,0 5 0,3-2 0,2 6 0,2 1 0,-2-1 0,-2 1 0,-3 4 0,0-2 0,0-2 0,1 4 0,-1-2 0,0 0 0,0 7 0,1 0 0,-1 0 0,0 0 0,0-7 0,1 0 0,-1 2 0,0 3 0,-7 2 0,1 0 0,1 0 0,3 0 0,5-3 0,2-1 0,2-4 0,0 1 0,-7 7 0,1 0 0,-1 0 0,0 0 0,0 0 0,1 0 0,-1 0 0,0 0 0,8 0 0,-1 0 0,-2 0 0,0 0 0,0 0 0,2 0 0,0 0 0,3 0 0,-5 0 0,7 0 0,0 0 0,0 0 0,-4 0 0,6 0 0,3 0 0,-5 0 0,2 0 0,1 0 0,-1 0 0,1 0 0,-3 0 0,2 0 0,-4 0 0,-1 0 0,-6 0 0,4 0 0,-4 0 0,-3 0 0,-7 0 0,-2-2 0,-2-5 0,-1 5 0,-2-6 0,-4 4 0,4-3 0,-5 4 0,-2-6 0,-9 9 0,-3 9 0,-9 3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8:54.583"/>
    </inkml:context>
    <inkml:brush xml:id="br0">
      <inkml:brushProperty name="width" value="0.04286" units="cm"/>
      <inkml:brushProperty name="height" value="0.04286" units="cm"/>
    </inkml:brush>
  </inkml:definitions>
  <inkml:trace contextRef="#ctx0" brushRef="#br0">43 43 7752,'-19'-2'-1586,"5"-5"1586,4 5 0,13-8 0,4 10 0,7 0 0,5 0 0,11 0 0,4-2 0,1-3 0,0-2 0,-2 0 0,5 7 0,-5 0 0,-2 0 0,4 0 0,-6 0 0,-3 0 0,-10 0 0,-2 0 0,-9 0 0,2 0 0,-14 0 0,-7 0 0,-5 9 0,-2 3 0</inkml:trace>
  <inkml:trace contextRef="#ctx0" brushRef="#br0" timeOffset="266">234 22 8041,'-12'0'-1226,"0"0"1226,5 0 0,5 10 0,-5 6 0,5 10 0,2 7 0,0 10 0,0 2 0,0 2 0,0 2 0,0 10 0,0-4 0,0-1 0,0-4 0,-3-6 0,-2-1 0,-2-3 0,3-4 0,-6-6 0,3-9 0,2 1 0,3-1 0,2-7 0,0 0 0,0-9 0,0 7 0,0-5 0,0-5 0,-9 8 0,-3-10 0</inkml:trace>
  <inkml:trace contextRef="#ctx0" brushRef="#br0" timeOffset="683">383 681 6815,'14'0'0,"0"0"0,3 0 0,2 0 0,2-2 0,0-3 0,0-2 0,1-10 0,-1 3 0,0-5 0,-2 5 0,-5 0 0,-4 0 0,-1 2 0,-7-7 0,5 5 0,-4-5 0,-3-2 0,0-1 0,0 1 0,0 0 0,0 0 0,0-1 0,0 1 0,0 0 0,-7 7 0,-3 2 0,-1 3 0,3 1 0,-6 8 0,-2 3 0,-3 4 0,0-2 0,2 9 0,3 5 0,-2 7 0,-1 0 0,1 7 0,4 0 0,2 0 0,3-5 0,7 5 0,0-2 0,0-5 0,0 0 0,0 0 0,3 2 0,4-2 0,5-5 0,9-4 0,-2-3 0,-5 3 0,5-8 0,-7 0 0,-1 1 0,8-8 0,-16 8 0,16-10 0,-8 0 0</inkml:trace>
  <inkml:trace contextRef="#ctx0" brushRef="#br0" timeOffset="1067">723 447 7320,'21'-21'-649,"-7"9"0,-2 3 649,-2-1 0,6 8 0,-2-5 0,5 4 0,0 6 0,-2 2 0,-3 2 0,-7 9 0,5-2 0,-1 8 0,1 6 0,-7-4 0,2 6 0,-5-1 0,-2-1 0,0 7 0,0-6 0,0-3 0,0-3 0,-9-2 0,-5-2 0,-5-4 0,5-4 0,0-4 0,-1-4 0,-4 2 0,5-10 0,5 0 0,9-9 0,0-3 0,0-2 0,0-2 0,0 0 0,0 0 0,2-3 0,3-2 0,4-2 0,3 2 0,2-5 0,8 3 0,-1 2 0,0 2 0,0 10 0,1 0 0,-1 9 0,0-2 0,-9 7 0,-5 7 0,5 5 0,0 9 0</inkml:trace>
  <inkml:trace contextRef="#ctx0" brushRef="#br0" timeOffset="1949">1169 341 6166,'12'21'0,"-3"-4"0,-6 2 0,1 4 0,4 1 0,-1-1 0,-7 1 0,0 2 0,0 2 0,0 3 0,0-5 0,0 2 0,0-2 0,-3-4 0,-1-6 0,-4-2 0,1-7 0,7 8 0,0-13 0,0-2 0,0-2 0,0-13 0,0-1 0,0-3 0,0-2 0,0-1 0,0 1 0,0 0 0,3 0 0,1-3 0,6-2 0,2-2 0,2-8 0,7 8 0,0 2 0,1 2 0,-1 3 0,0 2 0,0 5 0,-6 5 0,-1 9 0,2 0 0,-6 2 0,-1 5 0,1 7 0,-8 5 0,5 2 0,-5 1 0,-2-1 0,7 7 0,1 1 0,-4-3 0,-1-3 0,-3 6 0,0-1 0,0-2 0,0-3 0,0-8 0,-3-1 0,-4 2 0,2-6 0,-6-1 0,1 1 0,1-8 0,2 5 0,4-7 0,-4-7 0,5-5 0,2-9 0,0 0 0,0-1 0,2 1 0,5 0 0,-2-7 0,9-1 0,3 3 0,2 3 0,2 1 0,-2 1 0,-3 0 0,-2 0 0,3-1 0,2 8 0,2 2 0,0 3 0,1 4 0,-1 3 0,0 2 0,0 0 0,-6 0 0,-1 0 0,-2 9 0,2 6 0,-7 3 0,-5 4 0,-2-1 0,0 3 0,0 2 0,0 2 0,-9 3 0,-3-5 0,-2 4 0,0 3 0,2-7 0,-2 3 0,7-6 0,2-2 0,0 1 0,-2-1 0,0 0 0,7 0 0,0-9 0,0-2 0,0-10 0,0 0 0,9 0 0,-6 0 0,6-3 0,-9-4 0,10 5 0,1-8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48:49.998"/>
    </inkml:context>
    <inkml:brush xml:id="br0">
      <inkml:brushProperty name="width" value="0.04286" units="cm"/>
      <inkml:brushProperty name="height" value="0.04286" units="cm"/>
    </inkml:brush>
  </inkml:definitions>
  <inkml:trace contextRef="#ctx0" brushRef="#br0">20 0 8041,'-3'12'-1634,"-4"-5"1634,5-5 0,-5-2 0,14 0 0,7 0 0,5 0 0,2 0 0,3 0 0,4 0 0,-2 0 0,7 0 0,0 0 0,0 0 0,0 0 0,5 0 0,-3 0 0,-9 0 0,3 0 0,-6 0 0,-1 0 0,-1 0 0,0 0 0,0 0 0,-9 0 0,-2 0 0,-10 0 0,0 0 0,-19 10 0,-5 2 0</inkml:trace>
  <inkml:trace contextRef="#ctx0" brushRef="#br0" timeOffset="350">190 43 8041,'0'14'-409,"0"0"1,0-7-1,0 7 409,0 3 0,0 9 0,0 4 0,0 4 0,0 3 0,-8-1 0,1 4 0,3 5 0,1 2 0,3-7 0,0-2 0,0-5 0,0-2 0,0 4 0,0-7 0,0-2 0,0-2 0,0-3 0,0 0 0,0 1 0,0-8 0,0 0 0,0-9 0,0 4 0,0-9 0,-9 10 0,-3 1 0</inkml:trace>
  <inkml:trace contextRef="#ctx0" brushRef="#br0" timeOffset="718">466 446 7752,'0'-11'-793,"0"1"0,0 13 793,0 4 0,0 4 0,0 11 0,0-1 0,0 0 0,0 3 0,0 2 0,0 2 0,0-2 0,0 0 0,0 0 0,0 2 0,0-2 0,0-2 0,0-3 0,2-2 0,3-2 0,2-3 0,0-9 0,-7 4 0,0-9 0,-9 9 0,-3 3 0</inkml:trace>
  <inkml:trace contextRef="#ctx0" brushRef="#br0" timeOffset="1034">423 340 6815,'0'-21'0,"0"7"0,0 0 0,0-3 0,0 5 0,0-2 0,0 9 0,0-2 0,0 14 0,0 8 0,0 3 0,0 13 0,0 2 0</inkml:trace>
  <inkml:trace contextRef="#ctx0" brushRef="#br0" timeOffset="1634">742 106 8041,'0'-11'-1226,"0"1"1226,0 10 0,0 3 0,0 4 0,-2 7 0,-3 5 0,-2 2 0,0 10 0,7 2 0,0 4 0,0 6 0,0-5 0,0 11 0,0-4 0,0-2 0,0-1 0,0 1 0,0-1 0,0 1 0,0-10 0,-3-3 0,-4 1 0,5-7 0,-5 4 0,5-4 0,2-12 0,0-3 0,0-11 0,2-5 0,5-8 0,-2-1 0,9-3 0,2-2 0,-4 4 0,2-11 0,3 4 0,2 1 0,2-6 0,0 6 0,1-6 0,-1 6 0,0 1 0,0 1 0,-2 0 0,-5 0 0,5 9 0,-16 2 0,4 10 0,-12 3 0,-4 4 0,-3 7 0,-2 0 0,-8 5 0,1 5 0,0-1 0,7 3 0,2 0 0,2 3 0,3-1 0,7-7 0,0 0 0,0 1 0,0-1 0,0 0 0,3-2 0,4-5 0,5 3 0,9-10 0,0-2 0,0-3 0,1-2 0,-1 0 0,0 0 0,0-19 0,1-5 0</inkml:trace>
  <inkml:trace contextRef="#ctx0" brushRef="#br0" timeOffset="2151">1146 85 6022,'0'21'0,"0"-4"0,2 2 0,3 7 0,2 2 0,-2 3 0,-3 9 0,0 0 0,6 7 0,-6 3 0,5-8 0,-5 1 0,-4-3 0,-5-4 0,2 1 0,-7-8 0,3-3 0,4-3 0,-4-2 0,2 1 0,0-1 0,7-9 0,0-5 0,0-14 0,0-7 0,0-5 0,0-3 0,2-1 0,5-5 0,7-8 0,-2 3 0,2 0 0,3 2 0,2 5 0,2 3 0,0 4 0,-2 2 0,-5 3 0,5 9 0,-5-2 0,-2 7 0,0 7 0,0 8 0,-1 3 0,-6 4 0,5-1 0,-3 0 0,0 0 0,0 8 0,-7 1 0,0 1 0,0 0 0,0-3 0,0-7 0,0 1 0,0-1 0,0 0 0,0 0 0,0-9 0,0-2 0,0-10 0</inkml:trace>
  <inkml:trace contextRef="#ctx0" brushRef="#br0" timeOffset="2515">1656 383 8041,'-14'7'-613,"2"2"0,0 1 613,0-1 0,5 8 0,-7-3 0,0 7 0,2 7 0,-4-4 0,8 7 0,1-3 0,-2 0 0,7 8 0,-6-8 0,6-2 0,2 5 0,0-3 0,2-4 0,6-8 0,-4-4 0,10-5 0,1-4 0,4 1 0,-3-6 0,-2-5 0,-2-10 0,5 5 0,-6-2 0,-1 0 0,-1 0 0,-4-7 0,2-1 0,-2 1 0,-3 0 0,-2 0 0,0-1 0,0 1 0,0-9 0,0-4 0,0 1 0,0 5 0,0 4 0,0 3 0,0 0 0,0 9 0,-7 12 0,-2 12 0,-1 2 0,1 0 0,2 0 0,-3 8 0,-2-1 0</inkml:trace>
  <inkml:trace contextRef="#ctx0" brushRef="#br0" timeOffset="2982">1826 446 8041,'9'-21'-1634,"-6"7"1634,4 0 0,-5 9 0,-2-4 0,0 9 0,0 9 0,3 5 0,1 5 0,3 2 0,0 8 0,-7-1 0,0 0 0,0 3 0,0-7 0,0 6 0,0-1 0,0-1 0,-7 0 0,-2-6 0,-3-1 0,7-9 0,-4-3 0,9-11 0,0-5 0,0-7 0,0-5 0,2-3 0,3 1 0,2 0 0,10-3 0,-3-2 0,2-4 0,-2-3 0,5 4 0,-4-4 0,3 3 0,4 4 0,-1 2 0,0 3 0,0 9 0,1 5 0,-11 14 0,-3 9 0,-6 10 0,-2-2 0,0 4 0,0-4 0,0-3 0,2 8 0,3-1 0,2-2 0,-2-3 0,-3-1 0,-2-1 0,0 0 0,0 0 0,0 1 0,0-1 0,0-7 0,0 0 0,0-9 0,0 4 0,0-9 0</inkml:trace>
  <inkml:trace contextRef="#ctx0" brushRef="#br0" timeOffset="3382">2442 319 7320,'-21'12'-433,"7"7"1,0-5-1,-5 7 433,-7 7 0,9-2 0,-4 7 0,4 0 0,6 1 0,-6-6 0,10 5 0,0-2 0,-3-5 0,8-3 0,-5-2 0,5 1 0,11-3 0,5-5 0,5-5 0,2-9 0,1 0 0,-3-9 0,-3-3 0,-2 0 0,-7-7 0,5 5 0,-2-5 0,-6-2 0,-1 0 0,-3-1 0,0-1 0,0-5 0,0 4 0,0-7 0,0 3 0,0 0 0,-7-8 0,0 8 0,2 2 0,0 12 0,-2 7 0,2 7 0,-7 7 0,3 7 0,0 5 0,4 2 0,-2 0 0,-10 0 0,5 1 0</inkml:trace>
  <inkml:trace contextRef="#ctx0" brushRef="#br0" timeOffset="3835">2485 340 8041,'0'-21'-1875,"0"0"1875,0 9 0,0 2 0,2 10 0,5 0 0,3 3 0,6 4 0,-2 7 0,0 12 0,8 5 0,-3-1 0,-5 1 0,5 7 0,-8-5 0,4 0 0,-1-5 0,-9 3 0,2 0 0,-5-1 0,-2 1 0,0-3 0,0-6 0,0-1 0,0-7 0,0 0 0,0-9 0,0-5 0,0-14 0,0-5 0,0-2 0,2-1 0,3 1 0,2 0 0,3-3 0,-3-2 0,4-4 0,1-3 0,7 4 0,-7-4 0,2 0 0,0 0 0,-2 7 0,5-2 0,-3 4 0,-9 10 0,4 2 0,0 3 0,-6 2 0,6 7 0,-9 2 0,0 5 0,-9 5 0,-3 9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2:41.675"/>
    </inkml:context>
    <inkml:brush xml:id="br0">
      <inkml:brushProperty name="width" value="0.04286" units="cm"/>
      <inkml:brushProperty name="height" value="0.04286" units="cm"/>
    </inkml:brush>
  </inkml:definitions>
  <inkml:trace contextRef="#ctx0" brushRef="#br0">22 106 7978,'0'-11'-1964,"0"-8"1964,0 16 0,0-6 0,0 9 0,0 0 0,0 9 0,0 6 0,0 3 0,0 4 0,0 1 0,0 6 0,0 6 0,0 5 0,0 3 0,0-1 0,0 1 0,0-1 0,0 5 0,0-2 0,0-5 0,0 1 0,0-8 0,0 0 0,0-3 0,0-4 0,0-2 0,0-3 0,-2 1 0,-5-1 0,4 0 0,-4 0 0,5 1 0,2-1 0,0-7 0,0 0 0,0-9 0,0 4 0,0-11 0,0-5 0,0-5 0,0-9 0,0 0 0,0-1 0,0-1 0,0-6 0,0 6 0,0-6 0,0 3 0,0-2 0,0-7 0,0-5 0,0-3 0,0 1 0,0-1 0,7 1 0,0 1 0,-2 6 0,4-5 0,1 4 0,-1-1 0,0 1 0,-2 5 0,-7 10 0,3 0 0,4 0 0,-5-1 0,5 1 0,-2 9 0,0 3 0,2 0 0,2 6 0,-2-4 0,-2-2 0,9 2 0,-9-1 0,7 8 0,-5 0 0,-2 0 0,9 0 0,-7 8 0,5 1 0,0 3 0,-1 4 0,1 6 0,5 4 0,-3 4 0,2 3 0,-4 3 0,0 6 0,0 1 0,-3-1 0,1 1 0,4-8 0,-5-2 0,1 0 0,-1 0 0,5-7 0,-7 3 0,8-6 0,-6-4 0,0-2 0,1-3 0,-3-9 0,-5 4 0,5-9 0,-2-2 0,7-5 0,-3-8 0,1-3 0,-3-6 0,7-4 0,-2 4 0,0-4 0,0 4 0,-1 3 0,1-3 0,5-2 0,-5-2 0,-3 2 0,5 2 0,-4 1 0,-1-3 0,0-3 0,6 1 0,-6 7 0,1-1 0,-1 1 0,5 0 0,-7 0 0,0-1 0,-4 1 0,4 0 0,-5 7 0,5 0 0,-4 7 0,-3-8 0,0 11 0,0-6 0,0 10 0,0 0 0,0 10 0,2 4 0,3 7 0,2 5 0,-3 2 0,6 10 0,-3-2 0,-2 4 0,-3 5 0,0 2 0,3 2 0,2-1 0,0 4 0,-7 0 0,0-1 0,0 1 0,0-2 0,0-10 0,0-2 0,3-5 0,4-2 0,-5-3 0,5-7 0,-4 1 0,-3-1 0,0 0 0,0 0 0,2-9 0,3-2 0,2-1 0,0-7 0,-7 8 0,0-10 0,0 0 0,0 9 0,0 3 0,0 9 0,-10 1 0,-1-1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2:43.110"/>
    </inkml:context>
    <inkml:brush xml:id="br0">
      <inkml:brushProperty name="width" value="0.04286" units="cm"/>
      <inkml:brushProperty name="height" value="0.04286" units="cm"/>
    </inkml:brush>
  </inkml:definitions>
  <inkml:trace contextRef="#ctx0" brushRef="#br0">22 192 7604,'0'-22'-1450,"0"1"1450,0 9 0,0 3 0,0 9 0,0 9 0,-3 6 0,-1 6 0,-3 5 0,2 2 0,2 12 0,3 0 0,0 8 0,0-1 0,0-2 0,0-3 0,0 1 0,0-1 0,0 1 0,3-3 0,4-5 0,2 5 0,8-4 0,-3 2 0,3-3 0,-1-4 0,1-10 0,-3 0 0,2 1 0,1-8 0,-1-2 0,-1-3 0,1-4 0,3-3 0,-5 5 0,0 0 0,3-2 0,-5-3 0,2-2 0,2-2 0,1-5 0,-3-7 0,5 2 0,-5-2 0,5-3 0,2-2 0,-2-2 0,-2 0 0,-3 0 0,2-1 0,-6 1 0,-1 0 0,1 0 0,-8-1 0,5-1 0,-2-3 0,2-3 0,-5-1 0,5 1 0,-4-6 0,-3-3 0,0 3 0,0-13 0,0 8 0,0 0 0,0 2 0,0 3 0,0-5 0,-3 4 0,-4 8 0,5-3 0,-5 3 0,4 2 0,3 2 0,0 3 0,0 0 0,0 0 0,0 9 0,0 2 0,0 10 0,0 3 0,0 4 0,0 7 0,-9 14 0,-3 5 0</inkml:trace>
  <inkml:trace contextRef="#ctx0" brushRef="#br0" timeOffset="1117">936 1127 7934,'14'-7'-779,"0"0"0,-9-10 779,2 3 0,-5 2 0,-2-2 0,0 7 0,0-7 0,-2 7 0,-5-8 0,2 11 0,-9-3 0,0 4 0,-8 3 0,1 0 0,0 0 0,0 0 0,-1 0 0,8 0 0,0 0 0,-3 0 0,8 3 0,0 1 0,-1 3 0,5 3 0,-9-3 0,7 2 0,-5 8 0,3-3 0,2-9 0,7 7 0,0-5 0,2-5 0,5 5 0,-2 3 0,9-3 0,0 0 0,8 0 0,-4 2 0,-3 3 0,1-5 0,-9 7 0,7-7 0,-4 8 0,2 1 0,-5 1 0,4-1 0,-1-2 0,-1-7 0,-4 8 0,2 1 0,0-4 0,-7 2 0,0 3 0,0 2 0,0 2 0,0-7 0,0 0 0,-2-7 0,-5 7 0,-5-9 0,-9 2 0,0-4 0,-1-3 0,1 0 0,0 0 0,0 0 0,-1-10 0,1-4 0,7-3 0,0 3 0,9 5 0,-4 9 0,9-10 0,0-1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2:42.160"/>
    </inkml:context>
    <inkml:brush xml:id="br0">
      <inkml:brushProperty name="width" value="0.04286" units="cm"/>
      <inkml:brushProperty name="height" value="0.04286" units="cm"/>
    </inkml:brush>
  </inkml:definitions>
  <inkml:trace contextRef="#ctx0" brushRef="#br0">41 85 7978,'0'-14'-281,"-2"2"-1262,-5 3 1543,4 2 0,-8 7 0,3 0 0,6-3 0,-5-4 0,7 5 0,7-5 0,7 5 0,5 2 0,5 0 0,2 0 0,2 0 0,3-8 0,-5 1 0,2 3 0,-2 1 0,-2 3 0,-3 0 0,0 0 0,0 0 0,-6 0 0,-1 0 0,-10 0 0,6 0 0,-10 0 0,2 0 0,5 0 0,-4 3 0,4 4 0,-5-5 0,-2 17 0,0-7 0</inkml:trace>
  <inkml:trace contextRef="#ctx0" brushRef="#br0" timeOffset="250">62 255 7276,'-7'14'-1262,"0"1"1262,0-11 0,9 6 0,6-10 0,6 0 0,5 0 0,2 0 0,2 0 0,3 0 0,5 0 0,2 0 0,-4-7 0,4 0 0,-3 2 0,-4 3 0,-2-6 0,-3 1 0,0 3 0,1-8 0,-1 9 0,-7-6 0,0 9 0,-9 0 0,4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2:46.760"/>
    </inkml:context>
    <inkml:brush xml:id="br0">
      <inkml:brushProperty name="width" value="0.04286" units="cm"/>
      <inkml:brushProperty name="height" value="0.04286" units="cm"/>
    </inkml:brush>
  </inkml:definitions>
  <inkml:trace contextRef="#ctx0" brushRef="#br0">614 62 7543,'12'-2'-1357,"-3"-3"1357,1-2 0,-8-10 0,8 15 0,-10-10 0,0 5 0,-10 5 0,-6-5 0,-8 7 0,-4 7 0,-10-5 0,2 7 0,-6 1 0,-8 4 0,6-2 0,-4 0 0,11-3 0,-1 1 0,7-6 0,0 6 0,1-1 0,4 1 0,2-1 0,3-4 0,0 2 0,9 0 0,2 2 0,13 1 0,4 6 0,7-4 0,5-2 0,9 6 0,0-4 0,1 2 0,2 0 0,-6-2 0,9 5 0,-4-3 0,6-2 0,-8 4 0,-2-4 0,-2-3 0,-3-4 0,0 5 0,0-3 0,1-3 0,-8-1 0,-2-1 0,-1 3 0,1 2 0,-7 0 0,2 2 0,-14 6 0,2-6 0,-7 1 0,3-1 0,-8-4 0,3 6 0,-2 1 0,-1-2 0,3-1 0,0 5 0,-7-4 0,2 2 0,5 4 0,-12 3 0,4 2 0,-1 1 0,-3 6 0,0 0 0,-3-2 0,3 0 0,3 2 0,2-4 0,-1 4 0,1-4 0,0-3 0,7 1 0,2-1 0,2 0 0,-4-7 0,5-2 0,-3-3 0,7 8 0,-2-15 0,14 5 0,-2 3 0,9-3 0,3-2 0,11-3 0,7-4 0,6-3 0,3-4 0,6-3 0,-3 5 0,8-5 0,-1 0 0,0 0 0,-7 7 0,1-2 0,-8 3 0,-5-3 0,-2 4 0,3-4 0,-8 5 0,-4 2 0,-13 0 0,-1 0 0,-10 0 0,0 0 0,0 9 0,0 3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2:53.644"/>
    </inkml:context>
    <inkml:brush xml:id="br0">
      <inkml:brushProperty name="width" value="0.04286" units="cm"/>
      <inkml:brushProperty name="height" value="0.04286" units="cm"/>
    </inkml:brush>
  </inkml:definitions>
  <inkml:trace contextRef="#ctx0" brushRef="#br0">0 234 7988,'0'-12'-1972,"0"3"1972,0 9 0,0 0 0,3 9 0,4 6 0,2 6 0,8 7 0,-3 8 0,2 4 0,1 5 0,-1 2 0,-2 2 0,1 8 0,4-5 0,-3 0 0,-4 0 0,-3-5 0,8-2 0,-5-5 0,-1-4 0,1-6 0,-7-6 0,4 0 0,3-3 0,-5 5 0,7-12 0,-9-5 0,7 1 0,-5-10 0,-5-3 0,6-4 0,3-4 0,1-11 0,9 1 0</inkml:trace>
  <inkml:trace contextRef="#ctx0" brushRef="#br0" timeOffset="400">680 319 7284,'0'-21'-1268,"-2"2"1268,-5 5 0,2 2 0,-9 5 0,9 5 0,-4-8 0,2 22 0,-3 7 0,-2 12 0,-4 6 0,-3 8 0,5 5 0,0-3 0,-3 3 0,-2-3 0,5 5 0,2-3 0,0-1 0,1-3 0,4-5 0,-5-3 0,2-1 0,-4-10 0,7 2 0,0-4 0,-3-3 0,8-7 0,-5 0 0,5-9 0,2 5 0,0-10 0,0 0 0,0 0 0</inkml:trace>
  <inkml:trace contextRef="#ctx0" brushRef="#br0" timeOffset="833">893 22 6792,'21'0'0,"0"0"0,8 0 0,-1 0 0,0 0 0,3 0 0,-7-7 0,4 0 0,-5 2 0,-1 2 0,-1 3 0,0 0 0,-7 0 0,1 0 0,-11 0 0,6 0 0,-10 0 0,-10 10 0,-2 2 0</inkml:trace>
  <inkml:trace contextRef="#ctx0" brushRef="#br0" timeOffset="1051">1063 43 7992,'0'-12'-494,"0"5"0,0 14 0,0 7 0,0 5 494,0 2 0,0 3 0,0 2 0,0 2 0,0 3 0,0-5 0,0 2 0,0-2 0,0-2 0,0-3 0,0 0 0,0 1 0,0-1 0,0 0 0,0 10 0,0 2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2:57.395"/>
    </inkml:context>
    <inkml:brush xml:id="br0">
      <inkml:brushProperty name="width" value="0.04286" units="cm"/>
      <inkml:brushProperty name="height" value="0.04286" units="cm"/>
    </inkml:brush>
  </inkml:definitions>
  <inkml:trace contextRef="#ctx0" brushRef="#br0">107 234 8271,'2'12'-634,"5"-5"237,7-5 1,5-2-1,2 0 1,3 0 396,4 0 0,-4 0 0,4-2 0,-2-3 0,3-2 0,-13 0 0,5 7 0,-2 0 0,0 0 0,2 0 0,1 0 0,-8 0 0,0 0 0,-7 0 0,7 0 0,-9 0 0,4 0 0</inkml:trace>
  <inkml:trace contextRef="#ctx0" brushRef="#br0" timeOffset="367">0 468 6923,'0'12'0,"0"-3"0,10-9 0,6 0 0,8 0 0,4 0 0,8 0 0,-6 0 0,3 0 0,1-2 0,3-3 0,-4-2 0,0 2 0,0 3 0,-7-1 0,3-1 0,-6-3 0,-1 2 0,-1 2 0,0 3 0,-9 0 0,-3 0 0,-9 0 0,0 0 0,10 0 0,2 0 0</inkml:trace>
  <inkml:trace contextRef="#ctx0" brushRef="#br0" timeOffset="797">425 0 6215,'3'12'0,"1"-3"0,6-1 0,2-1 0,4-3 0,10 6 0,5-1 0,0 1 0,-1-1 0,1 5 0,-5-4 0,2-1 0,-2 1 0,-2-1 0,-3-4 0,0 2 0,-2 2 0,-2-4 0,-5 4 0,-1 1 0,1-1 0,-7 8 0,2-3 0,-5 5 0,-2 2 0,-2 3 0,-5 2 0,-7 2 0,-7 10 0,-5-5 0,-5 2 0,0 1 0,1 2 0,-6-5 0,10 0 0,5-3 0,4-4 0,6-2 0,-4-3 0,6 0 0,7 1 0,-6-1 0,6 0 0,-7 1 0,9-1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00.159"/>
    </inkml:context>
    <inkml:brush xml:id="br0">
      <inkml:brushProperty name="width" value="0.04286" units="cm"/>
      <inkml:brushProperty name="height" value="0.04286" units="cm"/>
    </inkml:brush>
  </inkml:definitions>
  <inkml:trace contextRef="#ctx0" brushRef="#br0">22 107 6839,'0'-21'0,"0"9"0,0 0 0,0 5 0,0 5 0,0-8 0,0 10 0,0 3 0,0 4 0,-2 4 0,-3 11 0,-2-1 0,2 0 0,3 8 0,2 1 0,0 3 0,0 0 0,0 5 0,0-2 0,0 1 0,0 3 0,0 3 0,0-1 0,0 1 0,0-1 0,0-1 0,0-4 0,0-1 0,7-3 0,2 2 0,1-6 0,1-6 0,1-2 0,-5 1 0,7-3 0,3-5 0,2 2 0,2-9 0,0-2 0,1-3 0,-1-2 0,0-2 0,-2-5 0,-2-7 0,-3-3 0,2 3 0,1-5 0,-1 5 0,-2-5 0,-2-4 0,5-1 0,-5 0 0,-3 5 0,1-4 0,-6-5 0,3 2 0,-2 0 0,-3-3 0,-2 3 0,0-9 0,0-3 0,0-2 0,0-3 0,0 1 0,0-1 0,0 1 0,0-1 0,0 3 0,0 3 0,0 1 0,0 10 0,0-2 0,0 4 0,0 3 0,0 9 0,0 3 0,0 11 0,0 5 0,-9 14 0,-3 12 0</inkml:trace>
  <inkml:trace contextRef="#ctx0" brushRef="#br0" timeOffset="519">702 702 6864,'0'-21'0,"0"7"0,0-1 0,0 8 0,0-7 0,0 9 0,0-4 0,0 11 0,0 5 0,0 8 0,2 3 0,3 4 0,4-1 0,3 0 0,-5 3 0,5 2 0,0 2 0,0-2 0,-8 5 0,6-3 0,-3-2 0,0-2 0,3-3 0,-6 0 0,3 0 0,0 1 0,-7-1 0,0-7 0,0 0 0,0-9 0,0 4 0,-9-18 0,-3-3 0</inkml:trace>
  <inkml:trace contextRef="#ctx0" brushRef="#br0" timeOffset="824">766 872 7843,'0'-12'-1657,"-3"3"1657,-4 9 0,3 9 0,-11 5 0,1 5 0,0 2 0,0 1 0,-7 6 0,-8 3 0,3-1 0,3 1 0,1 0 0,4-5 0,1 2 0,3-2 0,0-2 0,-8-3 0,8-2 0,0-5 0,9-4 0,-4-10 0,9 0 0,9 9 0,3 3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07.161"/>
    </inkml:context>
    <inkml:brush xml:id="br0">
      <inkml:brushProperty name="width" value="0.04286" units="cm"/>
      <inkml:brushProperty name="height" value="0.04286" units="cm"/>
    </inkml:brush>
  </inkml:definitions>
  <inkml:trace contextRef="#ctx0" brushRef="#br0">0 893 8003,'0'-22'-1205,"0"8"1205,0 0 0,0 9 0,0-4 0,0 9 0,3 2 0,4 5 0,-2 5 0,9 9 0,5 3 0,4 4 0,6 8 0,6 4 0,-7 2 0,-2 1 0,-2-1 0,2-1 0,-3-4 0,-4-1 0,0 2 0,0-5 0,2 0 0,1-3 0,-8-1 0,-2-8 0,-1 0 0,1 0 0,-7-6 0,4-4 0,1-1 0,-8-3 0,8-7 0,-10 0 0,0 0 0,0-9 0,0-3 0</inkml:trace>
  <inkml:trace contextRef="#ctx0" brushRef="#br0" timeOffset="434">659 893 8003,'0'-22'-1205,"0"8"1205,0 0 0,0 9 0,0-4 0,0 9 0,-2 9 0,-5 6 0,-7 3 0,-5 16 0,-3 6 0,-1 9 0,-3 3 0,-3 0 0,-1 5 0,4-5 0,-3 0 0,3 0 0,3-5 0,4-9 0,5-3 0,-3-9 0,8 2 0,-1-4 0,1-3 0,2 0 0,7 1 0,0-10 0,0-3 0,0-9 0,0 0 0,9 0 0,3-9 0,9-3 0</inkml:trace>
  <inkml:trace contextRef="#ctx0" brushRef="#br0" timeOffset="1285">1594 43 8162,'0'-22'-2125,"0"11"2125,0 1 0,0 10 0,-2 0 0,-5 0 0,-3 10 0,-6 4 0,2 5 0,2 2 0,-5-2 0,3 0 0,-2 0 0,-3 4 0,-3 13 0,1-1 0,0 8 0,0 6 0,-1 8 0,4 14 0,1 7 0,3 4 0,9 10 0,-2 0 0,5 3 0,2-44 0,0-1 0,0 40 0,0-39 0,0 0 0,2 43 0,5-2 0,3 0 0,6-7 0,-2 0 0,3 0 0,2-9 0,2-5 0,0-5 0,0-2 0,8-10 0,-1-5 0,-4-4 0,-8-2 0,3-8 0,-5-2 0,3-2 0,-3-5 0,3-2 0,-10-3 0,-3 0 0,6 0 0,-3 1 0,0-8 0,-7 0 0,0-9 0,0 4 0,0-9 0,0 0 0,-9 0 0,-3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05.959"/>
    </inkml:context>
    <inkml:brush xml:id="br0">
      <inkml:brushProperty name="width" value="0.04286" units="cm"/>
      <inkml:brushProperty name="height" value="0.04286" units="cm"/>
    </inkml:brush>
  </inkml:definitions>
  <inkml:trace contextRef="#ctx0" brushRef="#br0">43 0 8003,'-14'0'-1607,"0"0"1607,9 0 0,-4 0 0,11 0 0,5 0 0,7 0 0,5 0 0,5 3 0,2 2 0,2 2 0,-2-3 0,5-1 0,0-3 0,-1 0 0,1 0 0,-3 0 0,-6 0 0,-1 0 0,-2-3 0,-3-1 0,-2-3 0,-9-1 0,5 8 0,-10 0 0,0 3 0,-3 2 0,-4 2 0,5 9 0,-17-13 0,7 6 0</inkml:trace>
  <inkml:trace contextRef="#ctx0" brushRef="#br0" timeOffset="320">43 213 7294,'-9'12'-1277,"6"0"1277,-4-5 0,5-3 0,2 11 0,2-11 0,5 3 0,8-4 0,3-3 0,13 7 0,5 0 0,4-2 0,2-3 0,-2-2 0,-2-2 0,-5-3 0,-2-2 0,-3 0 0,-6 7 0,-1 0 0,-9-10 0,-3 8 0,-9-8 0,-2 18 0,-5-1 0,4 0 0,-16 2 0,8 3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10.079"/>
    </inkml:context>
    <inkml:brush xml:id="br0">
      <inkml:brushProperty name="width" value="0.04286" units="cm"/>
      <inkml:brushProperty name="height" value="0.04286" units="cm"/>
    </inkml:brush>
  </inkml:definitions>
  <inkml:trace contextRef="#ctx0" brushRef="#br0">511 107 7998,'11'-10'-1604,"-1"8"1604,-10-8 0,0 13 0,0 4 0,0 7 0,0 5 0,0 2 0,0 0 0,0 1 0,0-1 0,0 0 0,0 0 0,-3 1 0,-4-1 0,-4 0 0,-11-2 0,1-5 0,7 3 0,0-10 0,-3-2 0,-2-3 0,-2-2 0,0 0 0,0 0 0,-1 0 0,3-2 0,3-3 0,4-5 0,3-1 0,-6-4 0,6-3 0,-3 1 0,-4 3 0,4 0 0,0-8 0,3-1 0,4-6 0,0 8 0,0-2 0,-2 6 0,3 1 0,1 4 0,3-2 0,0-1 0,10 4 0,4 1 0,7 3 0,7 0 0,-2 0 0,8 7 0,-1 0 0,0 0 0,2 0 0,10 0 0,2 0 0,3 0 0,2-2 0,-5-3 0,2-2 0,-1 2 0,-11 0 0,-3 1 0,-4-4 0,-4 4 0,-2 1 0,-3 3 0,0 0 0,-9 0 0,-2 0 0,-10 0 0,0 0 0,9 0 0,-7 0 0,17 10 0,-7 2 0</inkml:trace>
  <inkml:trace contextRef="#ctx0" brushRef="#br0" timeOffset="368">851 532 7690,'9'-12'-1537,"-7"2"1537,8 10 0,-10 10 0,0 4 0,0 5 0,0 5 0,0 2 0,0 2 0,0 0 0,0 3 0,0-7 0,0 4 0,0-5 0,0-1 0,0-1 0,0 0 0,0 0 0,0-6 0,0-1 0,0-7 0,0 7 0,0-9 0,0 2 0,0-14 0,0-5 0,0-9 0</inkml:trace>
  <inkml:trace contextRef="#ctx0" brushRef="#br0" timeOffset="718">893 383 7969,'-12'0'-950,"-7"0"950,5 0 0,5 9 0,-10 3 0,19 0 0,0-5 0,12-5 0,-1-4 0,4-5 0,-11 2 0,6-9 0,-3-2 0,0-3 0,0 5 0,-7-1 0,0 1 0,0-7 0,0 0 0,0 7 0,0-1 0,0-1 0,0 6 0,-9 20 0,-3 13 0</inkml:trace>
  <inkml:trace contextRef="#ctx0" brushRef="#br0" timeOffset="1417">43 1212 8099,'-14'0'-1677,"0"0"1677,9 0 0,-4 0 0,9 0 0,0 0 0,11 0 0,11 0 0,13 0 0,12 0 0,3 0 0,14 0 0,9 0 0,7 0 0,14-7 0,6 0 0,-49 4 0,2 1 0,1-1 0,0 1 0,1 0 0,1-1 0,2 0 0,0-1 0,1 2 0,0 0 0,-2-3 0,-1 0 0,3 1 0,0 1 0,0 1 0,0-1 0,-1 1 0,0 0 0,0-2 0,0 1 0,-1 1 0,-1 1 0,-3-2 0,-2-1 0,48 2 0,-7-5 0,-11 0 0,-8 2 0,-7 2 0,-5-4 0,-16 0 0,0 0 0,-7 0 0,-5 0 0,-7-2 0,-10 4 0,-1-2 0,-8-3 0,7 3 0,-9 5 0,4-8 0,-9 10 0,0 0 0,-9 0 0,-3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12.880"/>
    </inkml:context>
    <inkml:brush xml:id="br0">
      <inkml:brushProperty name="width" value="0.04286" units="cm"/>
      <inkml:brushProperty name="height" value="0.04286" units="cm"/>
    </inkml:brush>
  </inkml:definitions>
  <inkml:trace contextRef="#ctx0" brushRef="#br0">277 617 7074,'0'-14'0,"0"-1"0,0 1 0,0 0 0,0 0 0,0 9 0,0-2 0,0 14 0,0 5 0,0 12 0,0 2 0,0 2 0,-3 10 0,-1-3 0,-3 5 0,-8-4 0,8-1 0,0 1 0,0-3 0,0-5 0,0-4 0,5-6 0,-3-1 0,-2-3 0,0-9 0,4 4 0,-4-9 0,3-2 0,-8-5 0,2-7 0,-4-5 0,7-2 0,0-1 0,-2 1 0,4 0 0,-7-3 0,3-4 0,4-8 0,-7 3 0,0-2 0,0-3 0,5-2 0,-2 5 0,-1 2 0,1 2 0,0 5 0,1 2 0,8 3 0,0 0 0,0 7 0,0-1 0,0 11 0,17-6 0,7 8 0,6-3 0,8-2 0,9 0 0,5 7 0,0 0 0,0 0 0,5-7 0,-8 0 0,-1 2 0,-6 3 0,-6-1 0,-8-1 0,-4-3 0,-3 2 0,-7 3 0,0 2 0,-9 0 0,4 0 0,-16 2 0,0 5 0,-2 5 0,2 9 0,4 10 0,-6 2 0</inkml:trace>
  <inkml:trace contextRef="#ctx0" brushRef="#br0" timeOffset="316">638 1042 8020,'12'-10'-1619,"-3"6"1619,-9-10 0,0 11 0,0 3 0,0 12 0,0 7 0,0 2 0,0 3 0,0 4 0,0-4 0,0 4 0,0-2 0,0 0 0,0 2 0,0 1 0,0-8 0,0 0 0,0 0 0,0 1 0,0-8 0,0 0 0,0-9 0,0 4 0,0-9 0,0 0 0</inkml:trace>
  <inkml:trace contextRef="#ctx0" brushRef="#br0" timeOffset="650">617 787 8016,'-7'14'-1212,"-3"-2"1212,-2-3 0,8 8 0,-3-3 0,4 5 0,6-7 0,4-5 0,7-5 0,5-2 0,0-2 0,-3-3 0,-4-4 0,-3-3 0,1-2 0,-5-8 0,2 1 0,0 7 0,-7 0 0,0-3 0,-3 1 0,-1-1 0,-3 3 0,-10 9 0,12-4 0,-9 9 0,9 9 0,-4 3 0,9 9 0</inkml:trace>
  <inkml:trace contextRef="#ctx0" brushRef="#br0" timeOffset="1400">872 86 6162,'0'-15'0,"0"1"0,2 7 0,5-5 0,7 3 0,-2 2 0,2 4 0,3-4 0,2 5 0,2-5 0,0 5 0,1 2 0,-1 0 0,-7 0 0,0 0 0,-9 2 0,2 5 0,-5 5 0,-2 9 0,0 0 0,0 1 0,-7-8 0,-2 0 0,-1 2 0,1 3 0,-1-5 0,6 1 0,-6 1 0,-2 3 0,5-5 0,-7-2 0,-2-3 0,6 1 0,1-5 0,-1 2 0,8 0 0,-7-7 0,9 0 0,0 0 0,9 0 0,5 0 0,5-3 0,2-1 0,1-3 0,-1 2 0,0 0 0,0 0 0,1-2 0,-1 0 0,-9 7 0,-3 0 0,-7 0 0,6 0 0,-6 10 0,7-8 0,-9 8 0</inkml:trace>
  <inkml:trace contextRef="#ctx0" brushRef="#br0" timeOffset="1898">1254 851 6161,'22'0'0,"-1"0"0,2-3 0,6-1 0,6-4 0,5 4 0,3 1 0,-1 1 0,1-3 0,-1-2 0,1-2 0,-3 4 0,-5-2 0,-6 2 0,-13 3 0,-4-1 0,-2-4 0,-3 5 0,-7-7 0,-10 9 0,-4 0 0,-5 0 0,-2 9 0,0 3 0</inkml:trace>
  <inkml:trace contextRef="#ctx0" brushRef="#br0" timeOffset="2349">1531 426 8015,'11'0'-404,"-1"0"0,-10 2 0,0 5 404,0 7 0,0 12 0,0 5 0,0 2 0,0 5 0,0 9 0,0 5 0,0 0 0,0 0 0,7 0 0,0-5 0,-2 3 0,-3-3 0,-2-2 0,0-5 0,0-2 0,0-3 0,0-9 0,0 2 0,0-4 0,0-3 0,0 0 0,0-9 0,0-2 0,0-10 0,0-3 0,0-4 0,0 2 0,2-6 0,6 1 0,-6 3 0,7 5 0,-9-5 0,0 4 0,0-6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16.344"/>
    </inkml:context>
    <inkml:brush xml:id="br0">
      <inkml:brushProperty name="width" value="0.04286" units="cm"/>
      <inkml:brushProperty name="height" value="0.04286" units="cm"/>
    </inkml:brush>
  </inkml:definitions>
  <inkml:trace contextRef="#ctx0" brushRef="#br0">171 2083 6754,'-10'-12'0,"8"3"0,-7 9 0,9 2 0,2 5 0,5 8 0,7 11 0,12 4 0,3 3 0,-3 5 0,4 9 0,1 3 0,0-3 0,-1-2 0,-1-2 0,-8-3 0,0-5 0,0-7 0,-6-4 0,-4-3 0,-1 1 0,-3-8 0,-7 0 0,0-7 0,0 7 0,-9-9 0,-6 2 0,-4-5 0,-2 8 0,0-8 0,0 8 0</inkml:trace>
  <inkml:trace contextRef="#ctx0" brushRef="#br0" timeOffset="250">362 2466 7911,'0'-21'-680,"0"6"-545,0 1 1225,0 10 0,-2 1 0,-5 13 0,-7 4 0,-5 9 0,-3 1 0,1 9 0,-2 0 0,-6 0 0,3-5 0,-7 6 0,3-4 0,4-4 0,2 3 0,3-6 0,2-4 0,5 0 0,-3-7 0,10 2 0,0-9 0,7 4 0,9-18 0,3-3 0</inkml:trace>
  <inkml:trace contextRef="#ctx0" brushRef="#br0" timeOffset="834">490 1998 6164,'9'-19'0,"3"3"0,2 4 0,0 3 0,0-1 0,8 5 0,-1-2 0,0 0 0,0 5 0,1-3 0,-1-2 0,0 0 0,0 7 0,1 0 0,-10 0 0,-1 7 0,-6 3 0,2 1 0,0 4 0,-9 6 0,-3 0 0,-2 0 0,-9-7 0,1 1 0,-4 1 0,-2 3 0,0 2 0,-3-2 0,-2-2 0,-2-3 0,2-7 0,10 5 0,1-3 0,11-2 0,-6-7 0,13 0 0,6 0 0,12 0 0,3 0 0,11 0 0,1 0 0,-3 0 0,7 0 0,-7 0 0,0 0 0,-5 0 0,3 0 0,-3 0 0,-2 0 0,-9 0 0,-3 0 0,-7 0 0,7 0 0,-9 0 0,5 0 0</inkml:trace>
  <inkml:trace contextRef="#ctx0" brushRef="#br0" timeOffset="2036">787 1 6830,'19'2'0,"-5"5"0,5-2 0,-5 9 0,5 2 0,-5 1 0,1 0 0,-1-3 0,-2 2 0,6 3 0,-3 2 0,1 1 0,-2-1 0,5 7 0,-5 1 0,3-3 0,-3-3 0,5 5 0,-7 3 0,0 2 0,6-4 0,-6 6 0,2 3 0,1 2 0,-8-5 0,7 1 0,0 2 0,0-1 0,0-1 0,1 2 0,6-8 0,0 1 0,0 0 0,-2 4 0,-2-4 0,-3 2 0,2 5 0,3-5 0,0 0 0,-2 0 0,-3 0 0,-7-7 0,5 4 0,0 1 0,-1 5 0,-6-3 0,5 2 0,-3 3 0,0 2 0,0 2 0,-5 3 0,5 5 0,-4-5 0,4 4 0,-5-4 0,-2-2 0,0-1 0,0 1 0,0-1 0,0 1 0,0-1 0,0-2 0,-2-2 0,-3-2 0,-2 1 0,-3 1 0,6 0 0,-3-5 0,2-2 0,0 4 0,0-4 0,-2 0 0,3-1 0,-6 6 0,3-6 0,0 3 0,-2 5 0,-3 2 0,-7 0 0,2-2 0,3-2 0,2-3 0,-4 5 0,4-5 0,3-3 0,-6 6 0,6-8 0,-3-2 0,5-2 0,-5-3 0,1 0 0,-1 0 0,7 1 0,-4-4 0,1-1 0,1-3 0,-2-7 0,2 7 0,2-2 0,-9 2 0,7 3 0,-7-10 0,9 10 0,-4-15 0,9 7 0,0-9 0,-3 0 0,-4 0 0,5 0 0,-8 0 0,10 0 0,0 0 0,0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19.997"/>
    </inkml:context>
    <inkml:brush xml:id="br0">
      <inkml:brushProperty name="width" value="0.04286" units="cm"/>
      <inkml:brushProperty name="height" value="0.04286" units="cm"/>
    </inkml:brush>
  </inkml:definitions>
  <inkml:trace contextRef="#ctx0" brushRef="#br0">1 766 7731,'12'-2'-1569,"-5"-6"1569,-5 6 0,-2-7 0,0 9 0,0 0 0,0 9 0,0 3 0,0 9 0,0 0 0,0 1 0,0 6 0,0 3 0,0 2 0,0 5 0,0 9 0,0 2 0,0 1 0,0 2 0,0-5 0,2 7 0,3-2 0,2-4 0,7-4 0,-4-1 0,2-1 0,4 1 0,-4-8 0,0-2 0,0-2 0,-1-5 0,4 5 0,3-3 0,-3-2 0,1-9 0,-6-6 0,1-1 0,6-5 0,2 4 0,2-2 0,0-2 0,1-5 0,-1-5 0,0-4 0,0-3 0,-6 5 0,-1-7 0,2-3 0,3-2 0,2-2 0,-2 0 0,-2-1 0,-3 1 0,-2-2 0,4-3 0,-2-3 0,-9-6 0,5 4 0,-3-2 0,0-7 0,-2-7 0,-3 2 0,-2-7 0,0 0 0,0-5 0,-7 3 0,0 0 0,2 2 0,3 5 0,-5 9 0,-1 5 0,4 2 0,1 10 0,3 7 0,0-3 0,0 8 0,0-1 0,0 1 0,0-3 0</inkml:trace>
  <inkml:trace contextRef="#ctx0" brushRef="#br0" timeOffset="467">660 1 8016,'-12'9'-1854,"2"-6"1854,1 6 0,9-9 0,0 0 0,12 0 0,7 0 0,9 0 0,3 0 0,2 0 0,5 0 0,2 0 0,0 0 0,-5 0 0,-6 0 0,-6 0 0,-2 0 0,1 0 0,-1 0 0,-9 0 0,-5 0 0,-14 0 0,-7 0 0,-5 0 0,-3 0 0,1 10 0,0 1 0</inkml:trace>
  <inkml:trace contextRef="#ctx0" brushRef="#br0" timeOffset="632">851 1 8016,'12'9'-404,"-3"-6"0,-9 8 0,0-3 404,0 6 0,0 5 0,0 4 0,0 3 0,0 3 0,0 8 0,0-4 0,0 0 0,0 8 0,0-8 0,0 2 0,0-2 0,0-2 0,-2-1 0,-3-4 0,-2 3 0,-10 9 0,6-5 0</inkml:trace>
  <inkml:trace contextRef="#ctx0" brushRef="#br0" timeOffset="1617">1212 1701 8016,'-14'0'-1617,"0"0"1617,-3 0 0,6 0 0,-4 0 0,1 0 0,-7 0 0,0 0 0,-1 0 0,1 0 0,0 7 0,0 0 0,2 0 0,5 3 0,-3-6 0,8 8 0,-1 0 0,1 0 0,-1-5 0,6 7 0,-4 3 0,1-6 0,7 4 0,0 1 0,0-4 0,0 2 0,0-7 0,0 7 0,3-9 0,4 2 0,7-5 0,5-2 0,2 3 0,0 4 0,1-5 0,-1 5 0,0-4 0,-7-3 0,1 2 0,1 5 0,-4-4 0,2 6 0,3 0 0,-6-4 0,1 9 0,-2 3 0,-1-5 0,-4 2 0,2 2 0,0 3 0,-7 3 0,0-1 0,0 0 0,0 0 0,0-7 0,-2-2 0,-6-2 0,4 4 0,-10-7 0,-3-2 0,-2-3 0,-2 5 0,0 0 0,-1-2 0,1-3 0,-7-2 0,-1 0 0,4 0 0,1 0 0,3-9 0,-1-3 0,1 0 0,7 0 0,0 5 0,-3-7 0,8 2 0,2-2 0,4 9 0,3-4 0,0 9 0,0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6:53:23.030"/>
    </inkml:context>
    <inkml:brush xml:id="br0">
      <inkml:brushProperty name="width" value="0.04286" units="cm"/>
      <inkml:brushProperty name="height" value="0.04286" units="cm"/>
    </inkml:brush>
  </inkml:definitions>
  <inkml:trace contextRef="#ctx0" brushRef="#br0">12071 871 6804,'12'-2'0,"-5"-5"0,-4 2 0,-3-9 0,0 9 0,0-6 0,0 3 0,0 6 0,0 9 0,0 17 0,0 6 0,0 8 0,0 12 0,0 7 0,0 4 0,0 3 0,0-1 0,0-1 0,0-6 0,0 4 0,0-13 0,0-5 0,0-4 0,0-10 0,0 5 0,0-2 0,0-5 0,0-2 0,0-3 0,0 0 0,0-7 0,-3-2 0,-4-2 0,5-3 0,-8-7 0,1 0 0,-3 0 0</inkml:trace>
  <inkml:trace contextRef="#ctx0" brushRef="#br0" timeOffset="668">12093 1020 6804,'0'-21'0,"0"0"0,0-1 0,0 1 0,0 0 0,0 0 0,9-1 0,5 1 0,5 7 0,2 2 0,1 0 0,-1 1 0,0 6 0,0-2 0,1 4 0,-1 3 0,0 0 0,0 0 0,1 0 0,-1 0 0,0 7 0,-2 3 0,-2-1 0,-3 1 0,-7 6 0,5-1 0,-3 3 0,-4 4 0,-3-1 0,-2 0 0,0 0 0,0 1 0,0-1 0,0 3 0,-2 1 0,-5 4 0,2 2 0,-9-6 0,-3 4 0,-1-3 0,-6-3 0,-2-1 0,-2-1 0,2 0 0,2 0 0,3-2 0,2-2 0,5-3 0,2-9 0,5 2 0,4-5 0,-6-2 0,11 0 0,3-2 0,2-5 0,10 4 0,-3-4 0,5 5 0,2 2 0,0 0 0,0 0 0,3 2 0,4 5 0,-4 5 0,4 9 0,-2 1 0,3-1 0,-6 7 0,6 1 0,-6-3 0,-9 0 0,-2 0 0,0 2 0,-3-2 0,1-3 0,-3-1 0,-7-1 0,0 0 0,-7 0 0,-3-2 0,-4-2 0,-9-3 0,-1-9 0,-11 4 0,-1-2 0,3 0 0,-7 0 0,7-7 0,0 0 0,5 0 0,-3 0 0,3 0 0,2 0 0,2 0 0,10 0 0,0 0 0,-10-9 0,-9-3 0</inkml:trace>
  <inkml:trace contextRef="#ctx0" brushRef="#br0" timeOffset="2101">1 361 6022,'21'0'0,"-7"0"0,0 0 0,3 0 0,2 0 0,4 0 0,3 0 0,5 0 0,2 0 0,2 0 0,8 0 0,-1 0 0,1 0 0,6 0 0,1 0 0,0 0 0,2 0 0,-5 0 0,9 0 0,3 0 0,3 0 0,9 0 0,2 0 0,0 0 0,0 0 0,8-7 0,-1 0 0,10 2 0,-3 3 0,7 2 0,1 0 0,4-2 0,-47-2 0,0 1 0,1 1 0,0 1 0,0-2 0,0-1 0,1 3 0,-1 0-29,0 1 1,0 0-1,0 0 1,0 0-1,0 0 1,0 0 0,1 0-1,-1 0 29,0 0 0,0 0 0,-2 0 0,0 0 0,0-1 0,1-1 0,3 0 0,-1 0 0,1-2 0,-1 1 0,-3-1 0,-1 1 0,49 3 0,-48 0 0,0 0 0,1 0 0,0 0 0,2-1 0,0-1 0,2 0 0,-1 0 0,2-2 0,0 0 0,-1 2 0,-1 0 0,-3 0 0,0 1 0,-1 0 0,2 0 0,1-1 0,0-1 0,0 0 0,1-1 0,0 0 0,1 1 0,-2 3 0,0 0 0,2 0 0,-1 0 0,1 0 0,-1 0 0,-3 0 0,0 0 0,5 0 0,0 0 0,-3 0 0,0 0 0,-1 1 0,0-2 0,1-2 0,-1-1 0,0 0 0,0 1 0,0 0 0,0 1 0,0 1 0,0 0 0,1 1 0,-1 0 0,0 0 0,0 0 0,0-1 0,0-1 0,0-1 0,1-1 0,-1 3 0,0 0 0,0-3 0,0 1 0,0 1 0,0 2 0,-1 0 0,0 0 0,0-1 0,0-1 0,-1 0 0,0 0 0,1-2 0,0 0 0,-2 2 0,1 0 0,48-1 0,0 3 0,-4 0 0,-1 0 0,3-7 0,-45 4 0,0-1 0,47-1 0,-7 3 0,-2-5 0,0 0 0,4 0 0,3-3 0,-7 8 0,2-7 0,-5 2 0,-2-1 0,7 1 0,0 5 0,-2-3 0,-3-2 0,1 0 0,2 5 0,2-3 0,-3-2 0,3 0 0,-4 7 0,-6 0 0,1 0 0,7 0 0,2 0 0,-2-3 0,-3-4 0,0 5 0,3-5 0,2 5 0,-2 2 0,-3 0 0,-2 0 0,0 0 0,0 0 0,7 0 0,1 0 0,-4 0 0,-1 0 0,-1 0 0,3 0 0,2-3 0,-2-4 0,-3 5 0,-2-5 0,0 4 0,0 3 0,-7 0 0,0 0 0,0 0 0,-3 0 0,1 0 0,-8 0 0,3-2 0,-2-5 0,-6 5 0,-6-6 0,-7 6 0,-5 2 0,-5 0 0,-3 0 0,-4 0 0,-2 0 0,-2 0 0,-8 0 114,0 0 0,-12 0-114,-9 0 0,-9 0 0,-22 0 0,-2 0 0</inkml:trace>
  <inkml:trace contextRef="#ctx0" brushRef="#br0" timeOffset="3018">171 553 8144,'0'-22'-427,"0"1"0,0 7 1,0 0 426,0-3 0,0 5 0,0-2 0,0 10 0,0-6 0,0 12 0,0 6 0,0-4 0,0 10 0,0 3 0,0 2 0,0 12 0,2 4 0,3 5 0,2 3 0,7 6 0,-5 3 0,1 5 0,-1 9 0,5 0 0,-7 12 0,-2 2 0,-2 3 0,4 11 0,0 3 0,-3 2 0,-1 1 0,-3-11 0,0 3 0,0-4 0,0-3 0,0 2 0,0 3 0,0 0 0,0-8 0,7 6 0,0-6 0,-2 8 0,-1-5 0,1-7 0,2 2 0,-2 3 0,-3 2 0,-2-7 0,3-5 0,1-5 0,3-6 0,1-6 0,-8 1 0,0-7 0,0-5 0,0-3 0,0-2 0,0-2 0,0-3 0,0-9 0,0 3 0,0-6 0,2-1 0,3 1 0,2 3 0,-3 3 0,-1-1 0,-3-7 0,0 0 0,0 1 0,0 6 0,0 0 0,0-2 0,0-9 0,0-3 0,0 0 0,0-2 0,0-3 0,0-9 0,0 10 0,0 2 0</inkml:trace>
  <inkml:trace contextRef="#ctx0" brushRef="#br0" timeOffset="4015">213 4059 6742,'21'0'0,"1"0"0,-1 0 0,0 0 0,0 0 0,3 0 0,2 0 0,5 0 0,2 0 0,2 0 0,8 0 0,-1 0 0,1 0 0,6 0 0,3 0 0,0 0 0,0 0 0,12 0 0,-5 0 0,0-2 0,2-5 0,3 4 0,4-4 0,3 5 0,-2 2 0,4 0 0,0 0 0,3 0 0,2 0 0,7 0 0,2 0 0,3 0 0,2 0 0,-42 0 0,1 0 0,49 0 0,-50 0 0,1 0 0,48 0 0,-43 0 0,-1 0 0,-2-1 0,1 0 0,1-2 0,0 1 0,3-2 0,0 1 0,-4-1 0,-2 1 0,3 2 0,-1 2 0,-3-1 0,0 0 0,-1 0 0,1 0 0,1 0 0,0 0 0,0 0 0,0 0 0,-1-1 0,-1-1 0,50-5 0,-4 5 0,-45-2 0,0 1 0,48 0 0,-48 3 0,0 0 0,46 0 0,2 0 0,-49 0 0,1-2 0,1-2 0,0 1 0,1 2 0,0 0 0,1-3 0,-1 1 0,-1 1 0,0 1 0,47 1 0,-44-1 0,1 0 0,-4-1 0,0-1 0,0 0 0,-1-1 0,1 1 0,-2 1 0,40 0 0,4 2 0,1 0 0,4 0 0,-5 0 0,-2 0 0,-4 0 0,-3 0 0,0 0 0,-3 0 0,-1 0 0,-3 0 0,-3 0 0,5 0 0,-4-2 0,-3-6 0,0 6 0,-4-5 0,2 5 0,-3 2 0,-2 0 0,0 0 0,3 0 0,2 0 0,2 0 0,-2 0 0,4 0 0,1 0 0,4-7 0,-9-1 0,-2 4 0,-3 1 0,-3 3 0,1 0 0,2 0 0,5 0 0,-7 0 0,4 0 0,-4 0 0,2 0 0,3 0 0,-6 0 0,1 0 0,0 0 0,0 0 0,-1 0 0,1 0 0,0 0 0,0 0 0,2 0 0,2 0 0,3 0 0,2 0 0,-4 0 0,4 0 0,3 0 0,-8 0 0,3 0 0,-5-2 0,-2-5 0,4 5 0,1-6 0,-1 6 0,8 2 0,-3 0 0,5 0 0,0 0 0,-3 0 0,8 0 0,-5 0 0,5 0 0,2 0 0,-3 0 0,-1 0 0,-4 0 0,4 0 0,4 0 0,4 0 0,1 0 0,-7 0 0,2 0 0,-7 0 0,2 0 0,-2 0 0,5 0 0,-5 0 0,2 0 0,-2 0 0,2 0 0,-7 0 0,-2 0 0,-5 0 0,0 0 0,-16 0 0,-3 0 0,-2 0 0,-5 0 0,-2-2 0,-5-3 0,-2-2 0,-1 0 0,-4 7 0,3 0 0,-3 0 0,-10 0 0,-2-2 0,3-6 0,-8 6 0,1-7 0,-10 9 0,-3-3 0,-4-1 0,-7-4 0,-5-18 0,-2 3 0</inkml:trace>
  <inkml:trace contextRef="#ctx0" brushRef="#br0" timeOffset="5183">12645 128 7856,'-12'0'-1128,"3"0"1128,9-10 0,9 8 0,6-5 0,4 4 0,2 3 0,-7 0 0,0 0 0,-7 0 0,7 0 0,-7 0 0,8 0 0,-8 0 0,7 0 0,-7 3 0,5 4 0,0 7 0,-1 5 0,-6 2 0,2 0 0,-4 1 0,4-1 0,0 2 0,0 3 0,0 5 0,0 2 0,0-4 0,-7 4 0,2 0 0,5 0 0,-4 2 0,4 5 0,-5-4 0,-2 4 0,0-2 0,0 6 0,0 6 0,0-3 0,0 1 0,0-1 0,0 5 0,0 2 0,0 3 0,0 6 0,0-1 0,0-6 0,0 6 0,3-5 0,1 4 0,3 3 0,1-5 0,-8 0 0,0 2 0,0-2 0,0-7 0,0 2 0,0 1 0,0-1 0,0 0 0,0 5 0,0-4 0,0-3 0,7 4 0,0-6 0,-3-3 0,-1-2 0,4-2 0,0-1 0,-2 3 0,-3 4 0,-2-4 0,0 5 0,0-8 0,0-6 0,0 4 0,0-7 0,0 2 0,0 1 0,0-1 0,0 5 0,0-2 0,0-2 0,0-1 0,0 5 0,0-2 0,0-3 0,0-6 0,0 4 0,0-3 0,0-4 0,0 0 0,0 0 0,0 5 0,0 2 0,0-4 0,0 4 0,0 0 0,0 0 0,0-7 0,0 2 0,0-2 0,0 2 0,0-4 0,0 4 0,0-4 0,0-3 0,0 0 0,0 1 0,0-1 0,0-7 0,0 0 0,0 3 0,0-5 0,0 2 0,0-7 0,0 7 0,-7-7 0,-2 5 0,-3-3 0,5-2 0,-8-7 0,-1 0 0,4 0 0,-2 0 0,-3-2 0,-1-5 0,-4 5 0,1-6 0,0 6 0,0 2 0,-1 0 0,1 0 0,-10 10 0,-2 1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7:33:26.559"/>
    </inkml:context>
    <inkml:brush xml:id="br0">
      <inkml:brushProperty name="width" value="0.04286" units="cm"/>
      <inkml:brushProperty name="height" value="0.04286" units="cm"/>
    </inkml:brush>
  </inkml:definitions>
  <inkml:trace contextRef="#ctx0" brushRef="#br0">64 213 6886,'0'-11'0,"0"1"0,0 10 0,0 2 0,0 6 0,0 6 0,0-5 0,2 1 0,5-10 0,5 0 0,10 0 0,-1-7 0,-2-3 0,-5-2 0,3 5 0,-10-7 0,7 0 0,-7-8 0,0 8 0,-7 0 0,0-3 0,-9-2 0,6 8 0,-8 1 0,3 10 0,6 2 0,-7 3 0,2 5 0,-1 2 0,-6 2 0,7 7 0,2 0 0,3-6 0,2-1 0,9-2 0,6 2 0,4-7 0,-5-5 0,0-2 0,0-2 0,-2-5 0,5 2 0,-8-7 0,3 0 0,5 1 0,-8 4 0,-2-8 0,-4 1 0,-3-7 0,0 7 0,0-1 0,-3 1 0,-2 0 0,-2 0 0,-7 7 0,5-5 0,-3 2 0,-5 6 0,5 1 0,-2 3 0,-2 3 0,-3 4 0,-3 4 0,1 11 0,0 1 0,-1 6 0,1-3 0,2 7 0,5-2 0,2 4 0,7-6 0,-2-3 0,2-2 0,10-10 0,5-2 0,1-3 0,6-4 0,2-3 0,2-2 0,1 0 0,-1-2 0,0-5 0,1-7 0,-3-5 0,-5-3 0,2 1 0,-11 0 0,-7-1 0,-1 3 0,-11 3 0,-2 2 0,-3 7 0,-3-5 0,1 2 0,0 5 0,-1 3 0,1 4 0,0 6 0,-1 6 0,11-2 0,3 2 0,6 2 0,2 3 0,0 3 0,2-3 0,6-3 0,6-2 0,14 1 0,5 6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7:33:31.209"/>
    </inkml:context>
    <inkml:brush xml:id="br0">
      <inkml:brushProperty name="width" value="0.04286" units="cm"/>
      <inkml:brushProperty name="height" value="0.04286" units="cm"/>
    </inkml:brush>
  </inkml:definitions>
  <inkml:trace contextRef="#ctx0" brushRef="#br0">43 330 6877,'0'-22'0,"0"8"0,0 0 0,0 9 0,0-4 0,0 11 0,0 5 0,0 7 0,0 12 0,0 5 0,0 0 0,0 0 0,0 4 0,0-4 0,0 0 0,0 0 0,-3 0 0,-1-5 0,-4 2 0,4-2 0,-1-9 0,-2-3 0,5-9 0,-8 2 0,10-14 0,0-5 0,0-10 0,0 1 0,0 0 0,0-3 0,0-4 0,2-8 0,3-4 0,2-3 0,10 8 0,-3 2 0,5 2 0,0 2 0,-2 10 0,-6 3 0,-1 2 0,6 9 0,-1-2 0,-3 14 0,-1 7 0,-1 5 0,4 2 0,-7 1 0,-2 1 0,-3 6 0,5-6 0,0 8 0,-2-2 0,-2-1 0,-3 1 0,0-8 0,0 0 0,0 1 0,-8-1 0,-1 0 0,-3 0 0,7-6 0,-2-1 0,-5-9 0,10 2 0,-5-14 0,5-8 0,2-4 0,0-2 0,0-3 0,0-4 0,2 2 0,5-7 0,7 2 0,5 5 0,-5 2 0,1 5 0,-1 3 0,-2 2 0,7 6 0,-5-3 0,5 1 0,2 3 0,1 7 0,-1 0 0,-2 2 0,-5 5 0,-2-2 0,-7 9 0,2 3 0,-3 2 0,-1 2 0,-1 1 0,5-1 0,-4-7 0,4 0 0,-5 3 0,-2 2 0,0 2 0,0 1 0,0-1 0,0-7 0,0 0 0,0-11 0,0-3 0,0-10 0,0-11 0</inkml:trace>
  <inkml:trace contextRef="#ctx0" brushRef="#br0" timeOffset="219">618 330 6877,'0'-12'0,"0"5"0,0 14 0,0-2 0,0 9 0,0 2 0,0 3 0,0 3 0,0-1 0,0 0 0,0 1 0,0-1 0,0 0 0,0 1 0,0-1 0,0 0 0,0 1 0,0-1 0,0 0 0,0-9 0,10 7 0,2-7 0</inkml:trace>
  <inkml:trace contextRef="#ctx0" brushRef="#br0" timeOffset="384">554 31 8172,'0'-14'-991,"0"0"1,0 11 990,0 3 0,0 10 0,0 11 0,0 1 0,10 8 0,2 3 0</inkml:trace>
  <inkml:trace contextRef="#ctx0" brushRef="#br0" timeOffset="1035">725 287 7136,'12'0'0,"-3"2"0,-9 6 0,3 3 0,1 11 0,4-1 0,-1 0 0,-7 1 0,0-1 0,0 0 0,0 8 0,0-1 0,0-2 0,-3-2 0,-4-3 0,5-7 0,-5 1 0,4 1 0,3-6 0,0-1 0,0-11 0,0-5 0,0 2 0,0-9 0,0-3 0,3-2 0,4-2 0,-2 0 0,6-1 0,-1 1 0,6 0 0,-1-1 0,4 3 0,2 5 0,-7-5 0,0 7 0,3 0 0,2-4 0,2 9 0,-7 0 0,1 7 0,-11 0 0,8 0 0,-7 2 0,2 5 0,-2 7 0,-3 5 0,-2 3 0,0-1 0,0 3 0,0 2 0,0 2 0,0-7 0,3-6 0,1 1 0,3 3 0,-2 3 0,5-1 0,-3 0 0,7 0 0,-7 1 0,2-10 0,-1-5 0,-6-5 0,7-4 0,-6-5 0,2-8 0,2-4 0,7 5 0,-7 0 0,0 0 0,-7 2 0,0 3 0,0 9 0,0 0 0,10 0 0,-8 0 0,7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7:33:35.309"/>
    </inkml:context>
    <inkml:brush xml:id="br0">
      <inkml:brushProperty name="width" value="0.04286" units="cm"/>
      <inkml:brushProperty name="height" value="0.04286" units="cm"/>
    </inkml:brush>
  </inkml:definitions>
  <inkml:trace contextRef="#ctx0" brushRef="#br0">534 427 8201,'0'-15'-874,"0"1"0,0 7 874,0-7 0,0 7 0,0-8 0,0 11 0,0-6 0,0 13 0,0 6 0,0 12 0,0 13 0,3 15 0,1 8 0,4 5 0,-1 9 0,-7 0 0,0-2 0,0-3 0,0 0 0,0 1 0,-3-1 0,-4-4 0,5-13 0,-5 1 0,4-7 0,3-8 0,0-4 0,0-10 0,0 1 0,0-1 0,0-9 0,0-3 0,0-9 0,0-2 0,0-5 0,0-5 0,0-9 0</inkml:trace>
  <inkml:trace contextRef="#ctx0" brushRef="#br0" timeOffset="785">769 320 7621,'12'-14'-1416,"-5"0"1416,5-1 0,-10 1 0,5 0 0,-4 9 0,-3-2 0,0 14 0,-8 7 0,1 15 0,0 6 0,0 8 0,0 7 0,0 4 0,7 10 0,-2 0 0,-6 0 0,6 7 0,-5 0 0,5 0 0,2 3 0,0-10 0,0 2 0,0-7 0,0 0 0,0-6 0,0-4 0,0-6 0,0-7 0,0-6 0,0-8 0,0-1 0,0-7 0,0 0 0,0-9 0,0 5 0,2-20 0,3-4 0,2-5 0,0 5 0,-7 0 0,0-10 0,0-9 0</inkml:trace>
  <inkml:trace contextRef="#ctx0" brushRef="#br0" timeOffset="1599">257 21 6211,'-21'-11'0,"7"1"0,2 12 0,2 6 0,-6 3 0,2 13 0,-5 5 0,-3 6 0,1 17 0,0 12 0,2 12 0,4 7 0,7-33 0,0 2 0,3 1 0,0 0 0,1 3 0,-1 0 0,0 1 0,0 2 0,1 3 0,1 1 0,3 4 0,0-1 0,0-3 0,0 0 0,0-5 0,0 0 0,4-4 0,2-2 0,0-1 0,2-2 0,9 41 0,-3-10 0,5-6 0,-3-13 0,8-4 0,4-7 0,1-7 0,-10-5 0,0-5 0,2-3 0,-11-1 0,11-10 0,-4-3 0,-6-1 0,1-11 0,-7 6 0,2-1 0,0-6 0,-7 6 0,0-11 0,0-5 0,0 2 0,0-9 0,10 9 0,-8-23 0,7 4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7:33:38.841"/>
    </inkml:context>
    <inkml:brush xml:id="br0">
      <inkml:brushProperty name="width" value="0.04286" units="cm"/>
      <inkml:brushProperty name="height" value="0.04286" units="cm"/>
    </inkml:brush>
  </inkml:definitions>
  <inkml:trace contextRef="#ctx0" brushRef="#br0">43 491 6925,'-12'-2'0,"5"-5"0,5 4 0,2-9 0,0 5 0,0 2 0,0-9 0,0 10 0,0-6 0,-2 10 0,-6 0 0,6 0 0,-7 0 0,9 2 0,2 3 0,5 2 0,-5 10 0,8-3 0,-3 5 0,0 2 0,7 8 0,-4 4 0,-1 5 0,1 7 0,-1 2 0,-4-4 0,2-1 0,3 1 0,-6-3 0,3-4 0,-2-8 0,0 3 0,0-2 0,2-3 0,-3-3 0,6-8 0,-3-1 0,0-9 0,-4 2 0,1-14 0,3-8 0,3-4 0,-5-4 0,4-6 0,3-6 0,0-6 0,2-1 0,-5-1 0,1 0 0,-5 1 0,7-1 0,-1 1 0,1-1 0,-5 3 0,5 4 0,-2 8 0,-3 11 0,-5 5 0,5 3 0,-4 2 0,8 16 0,-6 5 0,2 8 0,-2 6 0,4 1 0,-1 11 0,-4 5 0,-1 0 0,4 7 0,0-5 0,-2-6 0,4-1 0,-2-12 0,-2-2 0,-3-2 0,1-10 0,4 0 0,-2-11 0,9-3 0,2-12 0,-4-14 0,0-2 0,0 1 0,0 4 0,-5-6 0,5-1 0,-3-4 0,-4-4 0,4 5 0,1-2 0,-1-3 0,1-2 0,4-1 0,-7 3 0,0 5 0,3 2 0,-8 3 0,8 9 0,-1 5 0,-7 4 0,8 13 0,-10 4 0,0 7 0,0 5 0,0 2 0,0 1 0,0-1 0,0 0 0,0 1 0</inkml:trace>
  <inkml:trace contextRef="#ctx0" brushRef="#br0" timeOffset="318">1109 65 8225,'0'-22'-104,"0"1"0,-2 9 1,-5 5-326,-7 5 1,-5 13 0,-3 8 0,1 10 428,0 4 0,2 5 0,2 12 0,3 7 0,-3 4 0,8 3 0,2 0 0,4 0 0,3 0 0,0-2 0,0-3 0,3-5 0,4-2 0,5 5 0,11-9 0,3-6 0,3-4 0,-1-12 0,-6 0 0,-3-7 0,-5-5 0,5-9 0,-5 2 0,5-4 0,-7-3 0,-3 0 0,1-10 0,2-2 0</inkml:trace>
  <inkml:trace contextRef="#ctx0" brushRef="#br0" timeOffset="1220">1344 427 8225,'0'-21'-1090,"0"-1"0,-3 11 1090,-4 3 0,5 8 0,-5 8 0,5 6 0,2 5 0,0 4 0,0 6 0,0 6 0,0 6 0,0-1 0,0-5 0,-8 10 0,1-7 0,3-2 0,1-1 0,3-1 0,0-15 0,0 2 0,0-2 0,0-10 0,0 1 0,0-27 0,0-4 0,0-3 0,3-2 0,1 0 0,3-2 0,1-8 0,-6 5 0,3-2 0,2-5 0,-3-2 0,8 0 0,0 2 0,2 5 0,1 2 0,-8 5 0,5 9 0,-3 3 0,8 9 0,-13-2 0,11 14 0,-11 0 0,6 12 0,-3 5 0,0 0 0,2 2 0,-4 0 0,2 5 0,-2 2 0,-3-5 0,-2 5 0,0-2 0,0-5 0,8-2 0,-1-3 0,-3 1 0,-1-1 0,-3-7 0,0 0 0,0-9 0,7 2 0,0-14 0,0-5 0,-7-9 0,2 0 0,6-1 0,-4-6 0,8-1 0,-2 1 0,-6-3 0,8 7 0,0-4 0,2 4 0,0 3 0,-6 0 0,3-1 0,1 3 0,0 5 0,-5-2 0,5 6 0,-3-2 0,-1 5 0,-6-5 0,5 3 0,-5 2 0,8 7 0,-10 2 0,0 5 0,0 0 0,-2 12 0,-6 5 0,6 4 0,-5 1 0,2 6 0,0 6 0,-2 1 0,0-1 0,7-4 0,0-1 0,0 2 0,0 0 0,0 0 0,0-5 0,0-2 0,7-3 0,0-7 0,-2 1 0,-2-1 0,-1-2 0,5-5 0,-5-2 0,6-5 0,-6-4 0,-2-3 0,0-12 0,0 0 0,0 2 0,9 1 0,3-3 0</inkml:trace>
  <inkml:trace contextRef="#ctx0" brushRef="#br0" timeOffset="2637">2858 598 6201,'-22'0'0,"1"0"0,9 0 0,3 0 0,11 0 0,7 0 0,10 0 0,8 0 0,3 0 0,-4-3 0,3-1 0,-3-4 0,-2 1 0,-3 7 0,0 0 0,1 0 0,-11 0 0,-1 0 0,-10 0 0,0 0 0,0-9 0,0 6 0,0-6 0,9 9 0,3 0 0</inkml:trace>
  <inkml:trace contextRef="#ctx0" brushRef="#br0" timeOffset="3218">3391 320 7914,'-10'-11'-857,"8"1"1,-10 10 856,5 0 0,4 2 0,-6 6 0,2 6 0,0 5 0,0 4 0,7 4 0,0 1 0,0-2 0,-3 7 0,-1 0 0,-4 3 0,4-1 0,1-1 0,3 3 0,0-3 0,0-4 0,0 1 0,0-5 0,0 3 0,0-3 0,-2-3 0,-3-1 0,-2-1 0,0-7 0,7 1 0,0-11 0,0 6 0,0-13 0,0-4 0,0-5 0,0-9 0,10 0 0,1-1 0</inkml:trace>
  <inkml:trace contextRef="#ctx0" brushRef="#br0" timeOffset="3888">3327 598 8225,'0'-22'-662,"0"1"1,0 0 661,0-1 0,0-6 0,2-1 0,5 3 0,-4 10 0,6 2 0,0-3 0,-4 5 0,9 0 0,3 3 0,-5-5 0,2 4 0,3 1 0,2-1 0,2-4 0,0 7 0,1 0 0,-1 7 0,-7 0 0,0 0 0,-7 2 0,5 5 0,-2 7 0,-3 5 0,-7 3 0,0 1 0,0 6 0,0-3 0,-3 7 0,-4-2 0,-4-3 0,-11-6 0,1-1 0,0 0 0,-1-2 0,1-2 0,0-3 0,-1 3 0,8-6 0,0 1 0,-3-2 0,8-3 0,-10-7 0,16-2 0,-1-3 0,8-2 0,1-8 0,9 8 0,3 3 0,2 1 0,2 3 0,1 0 0,-1 0 0,-2 3 0,-5 4 0,3 5 0,-8 9 0,3 0 0,-7 1 0,2-1 0,-2-2 0,2-5 0,-5 5 0,5-5 0,-4 5 0,-6 2 0,-4 1 0,-2-8 0,-8-2 0,3-3 0,-3-2 0,-2 3 0,-2-8 0,0 5 0,-1-4 0,1-3 0,0 0 0,-1 0 0,1 0 0,2-3 0,2-1 0,3-3 0,10-10 0,-4 3 0,6 2 0,2-2 0,0-3 0,7 5 0,0-2 0,10 0 0,-5-8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7:33:44.978"/>
    </inkml:context>
    <inkml:brush xml:id="br0">
      <inkml:brushProperty name="width" value="0.04286" units="cm"/>
      <inkml:brushProperty name="height" value="0.04286" units="cm"/>
    </inkml:brush>
  </inkml:definitions>
  <inkml:trace contextRef="#ctx0" brushRef="#br0">150 470 6432,'0'21'0,"7"0"0,2 3 0,1 4 0,-1 8 0,5 14 0,-4 4 0,-1 3 0,1 0 0,-3-3 0,-7 6 0,0-6 0,0-2 0,-7-2 0,-3-8 0,1-1 0,-1-6 0,-4 3 0,5-9 0,-3-6 0,-5-6 0,6-1 0,-4-6 0,-1 2 0,-3-7 0,-3 2 0,1-5 0,0-2 0,-1 0 0</inkml:trace>
  <inkml:trace contextRef="#ctx0" brushRef="#br0" timeOffset="483">470 555 8128,'0'-21'-1272,"0"6"1272,0 1 0,0 7 0,0-7 0,0 9 0,0-4 0,0 11 0,0 5 0,0 7 0,0 5 0,0 5 0,0 4 0,0 8 0,0 6 0,0 6 0,0 4 0,0 2 0,0-6 0,0 2 0,0-5 0,0-3 0,2-9 0,3-2 0,2-2 0,-2-1 0,-1 0 0,1-6 0,2-1 0,0-7 0,-7 1 0,0-1 0,0-2 0,-9-3 0,-3-9 0</inkml:trace>
  <inkml:trace contextRef="#ctx0" brushRef="#br0" timeOffset="900">683 555 8128,'0'-21'-1272,"0"6"1272,0 1 0,0 9 0,0-4 0,0 18 0,0 6 0,0 6 0,0 7 0,0 8 0,0 14 0,0 6 0,0-3 0,0 1 0,0 1 0,0 1 0,0-3 0,2 1 0,3-4 0,2-3 0,-2-2 0,-1-2 0,1-3 0,2-2 0,-2-3 0,-3-16 0,1 3 0,2-3 0,2 0 0,0-5 0,-7 0 0,0-9 0,0 4 0,0-11 0,0-5 0,0 2 0,0-9 0,0-3 0,0-2 0,9-2 0,3 0 0</inkml:trace>
  <inkml:trace contextRef="#ctx0" brushRef="#br0" timeOffset="1368">704 171 8128,'0'-14'-300,"0"0"-112,0-3 1,7-2 0,3 0 0,-1 3 411,1 1 0,6 8 0,-2-5 0,5 3 0,3 4 0,-1-4 0,0 2 0,1 2 0,-1 2 0,0 3 0,-9 3 0,-5 4 0,-4 7 0,-3 5 0,-3 5 0,-4 4 0,2-4 0,-9 4 0,0-2 0,2 3 0,-4-5 0,6 4 0,-2-4 0,7-3 0,-2 0 0,5-9 0,11-2 0,6-10 0,4 0 0,2 0 0,-2-3 0,-2-1 0,-3-4 0,0-1 0,7 2 0,1 4 0,-1-4 0,-9 5 0,-3 11 0,-9 3 0</inkml:trace>
  <inkml:trace contextRef="#ctx0" brushRef="#br0" timeOffset="2648">981 1194 8128,'19'-2'0,"-2"-3"-636,-3-2 0,-7-2 636,7 2 0,-7 4 0,8-4 0,-11 5 0,6 4 0,-10 5 0,0 8 0,0 3 0,0 4 0,0-1 0,-3 0 0,-4 1 0,-2 6 0,-8 1 0,3-1 0,-2 3 0,4-5 0,-3 7 0,1-2 0,2-5 0,1-2 0,6-3 0,-2 0 0,0 1 0,9-11 0,5-3 0,-2-6 0,9-4 0,3-3 0,2-2 0,4-8 0,3 6 0,3-1 0,-3 1 0,0-5 0,-2 4 0,-1 1 0,-4-1 0,-2 3 0,4 7 0,-9-2 0,-5-5 0,-5 4 0,-2-6 0,0 9 0,0-2 0,3-3 0,4-2 0,-5 0 0,8 7 0,-10 0 0,0 0 0,0-10 0,0 8 0,0-8 0,0 10 0,0 0 0,0 0 0</inkml:trace>
  <inkml:trace contextRef="#ctx0" brushRef="#br0" timeOffset="3234">1941 640 7529,'12'-14'-1346,"-5"0"1346,-5-3 0,-2 5 0,0-2 0,0 7 0,0-7 0,0 9 0,0-2 0,0 14 0,-7 0 0,0 12 0,2 7 0,3 5 0,2 12 0,-3 6 0,-1 1 0,-4 2 0,1-7 0,7 7 0,0-2 0,0 0 0,0-3 0,0-9 0,0-2 0,0-3 0,0 2 0,0-6 0,0-6 0,-2-1 0,-3-1 0,-2 0 0,0-6 0,7-1 0,0-9 0,0 4 0,0-18 0,0-3 0</inkml:trace>
  <inkml:trace contextRef="#ctx0" brushRef="#br0" timeOffset="3435">1685 981 8128,'-12'0'-1048,"5"0"1,14 0 1047,7 0 0,5-2 0,2-3 0,3-2 0,5 2 0,4 3 0,7 2 0,-2 0 0,-3 0 0,1-7 0,7 0 0,-3 2 0,-5 3 0,6 2 0,-6 0 0,-4-10 0,0-2 0</inkml:trace>
  <inkml:trace contextRef="#ctx0" brushRef="#br0" timeOffset="3900">2559 448 7828,'0'-12'-1645,"2"5"1645,5 14 0,-4 5 0,6 12 0,1 4 0,4 8 0,-5-3 0,1 5 0,-3 5 0,0 4 0,0-4 0,-7-8 0,0 1 0,0-3 0,0 5 0,-2-7 0,-3-1 0,-2 1 0,0-10 0,7-6 0,0-1 0,0-2 0,0-12 0,0-14 0,0-5 0,0 4 0,0 1 0,0-2 0,0-3 0,0-3 0,0 1 0,0 0 0,0 9 0,-2 2 0,-6 10 0,-8 3 0,-10 4 0,0 5 0,-10 9 0,-2 0 0,-2 1 0,5 6 0,-1 0 0,3-1 0,7-4 0,-7-1 0,16-1 0,0 0 0,-1 0 0,8-6 0,3-1 0,5-9 0,-8 14 0,-2-8 0</inkml:trace>
  <inkml:trace contextRef="#ctx0" brushRef="#br0" timeOffset="4251">2879 235 7828,'19'-14'-823,"-5"0"1,5 9 822,-5-2 0,-2 4 0,2 3 0,-9 10 0,2 4 0,-5 7 0,-2 8 0,-2-5 0,-5 4 0,-7-2 0,-5 2 0,-3-4 0,1 5 0,0-6 0,7-9 0,-1 1 0,13-11 0,2 3 0,10-4 0,11-3 0,0 0 0,3-7 0,2-3 0,5 1 0,-1-1 0,1 6 0,-2 1 0,-6 3 0,6 0 0,-5-9 0,6-3 0</inkml:trace>
  <inkml:trace contextRef="#ctx0" brushRef="#br0" timeOffset="4751">3518 384 8128,'0'-21'-150,"0"0"0,-2 9-673,-5 5 1,5 2 822,-5-2 0,4 4 0,3 6 0,-2 16 0,-5 7 0,4 19 0,-6 0 0,2 5 0,0 2 0,-1 7 0,6-2 0,-3 2 0,-2-2 0,-2-3 0,4-6 0,-2 2 0,2-3 0,3-9 0,2-5 0,0-2 0,0-5 0,0 5 0,0-3 0,0-2 0,0-9 0,0-3 0,0 0 0,2-2 0,5-5 0,-4-5 0,6-2 0,-9-2 0,0-5 0,10 5 0,1-8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7:33:56.363"/>
    </inkml:context>
    <inkml:brush xml:id="br0">
      <inkml:brushProperty name="width" value="0.04286" units="cm"/>
      <inkml:brushProperty name="height" value="0.04286" units="cm"/>
    </inkml:brush>
  </inkml:definitions>
  <inkml:trace contextRef="#ctx0" brushRef="#br0">0 107 7333,'12'-15'-654,"-5"1"0,-4 7 654,-3-7 0,0 9 0,0-4 0,0 9 0,2 0 0,5 0 0,7 0 0,5 0 0,10 0 0,-1 0 0,1 0 0,2 0 0,-8 0 0,6-3 0,-6-4 0,-1 5 0,-1-5 0,-9 4 0,-3 3 0,-11 7 0,-5 1 0,-5 8 0,0-13 0,3 6 0</inkml:trace>
  <inkml:trace contextRef="#ctx0" brushRef="#br0" timeOffset="233">278 64 7673,'-12'-9'-1503,"2"4"1503,10-9 0,0 6 0,0-6 0,0 10 0,0-6 0,-2 12 0,-5 6 0,4 3 0,-4 11 0,5-1 0,2 3 0,0 4 0,0-4 0,0 7 0,0-3 0,0 0 0,0 3 0,0-5 0,0 3 0,0-3 0,0-3 0,0-1 0,0-1 0,0 0 0,7-6 0,0-1 0,-2 2 0,-3-4 0,-2 3 0,0-8 0,0 7 0,10-9 0,-8 4 0,8-9 0</inkml:trace>
  <inkml:trace contextRef="#ctx0" brushRef="#br0" timeOffset="466">43 597 8060,'-21'0'-509,"9"0"0,14 0 0,17 0 1,10 0 508,4 0 0,2-7 0,6 0 0,-3 2 0,-3 3 0,-2-1 0,5-1 0,-5-4 0,-2 4 0,0 1 0,-5 3 0,2 0 0,10 0 0,-5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2T07:33:58.827"/>
    </inkml:context>
    <inkml:brush xml:id="br0">
      <inkml:brushProperty name="width" value="0.04286" units="cm"/>
      <inkml:brushProperty name="height" value="0.04286" units="cm"/>
    </inkml:brush>
  </inkml:definitions>
  <inkml:trace contextRef="#ctx0" brushRef="#br0">86 404 7693,'0'-22'-1539,"0"10"1539,0 3 0,0 9 0,0 2 0,0 5 0,0 8 0,0 4 0,-2 11 0,-3 8 0,-2 7 0,2 5 0,-4 9 0,1-4 0,1 2 0,-2-1 0,6-8 0,-4 2 0,3-5 0,-3-3 0,4 1 0,-4-3 0,5-4 0,2-8 0,0 3 0,0-3 0,2-2 0,5-2 0,-4-10 0,4 1 0,-5 1 0,-2-6 0,0-1 0</inkml:trace>
  <inkml:trace contextRef="#ctx0" brushRef="#br0" timeOffset="303">406 574 7973,'-12'-9'-1190,"2"6"1190,10-6 0,3 6 0,4-1 0,7-3 0,5 2 0,12 3 0,2 2 0,0 0 0,-4 0 0,-6 0 0,-1 0 0,-1 0 0,-7 0 0,0 0 0,-9 0 0,14 0 0,-7 0 0</inkml:trace>
  <inkml:trace contextRef="#ctx0" brushRef="#br0" timeOffset="500">619 489 6387,'0'-12'0,"-2"5"0,-3 14 0,-2 7 0,2 5 0,0 5 0,1 4 0,-4 8 0,4 4 0,1 3 0,3-3 0,0-2 0,0-3 0,-2-1 0,-3 4 0,-2-5 0,2-2 0,3-1 0,2-4 0,0 3 0,0-3 0,-9-2 0,6-3 0,-6 0 0</inkml:trace>
  <inkml:trace contextRef="#ctx0" brushRef="#br0" timeOffset="683">491 979 7973,'-21'12'-350,"7"-2"0,-1-8-909,-1 5 1259,-3-5 0,7 8 0,14-10 0,17 0 0,7 0 0,0 0 0,5 0 0,0 0 0,2 0 0,5 0 0,-7 0 0,9-10 0,-7-1 0</inkml:trace>
  <inkml:trace contextRef="#ctx0" brushRef="#br0" timeOffset="985">1024 489 7973,'0'-21'-1586,"0"6"1586,0 1 0,0 9 0,0-2 0,0 14 0,0 5 0,0 10 0,-2 1 0,-5 6 0,4 4 0,-4 9 0,5 1 0,2 0 0,0-1 0,0 1 0,0-3 0,0-4 0,-3 2 0,-1-7 0,-3-1 0,2 1 0,2-2 0,3-8 0,0 0 0,0 1 0,-7-8 0,0 0 0,-9-9 0,4 4 0</inkml:trace>
  <inkml:trace contextRef="#ctx0" brushRef="#br0" timeOffset="1286">1131 468 7973,'0'-22'-1586,"7"8"1586,0 0 0,0 9 0,-7-4 0,0 18 0,0 5 0,2 8 0,6 6 0,-6 5 0,5 10 0,-5-1 0,-2 1 0,0 7 0,0 0 0,0-1 0,0 3 0,0-7 0,-2 3 0,-3-8 0,-2-4 0,0-8 0,5 5 0,-3 0 0,-2 1 0,0-8 0,7 2 0,0-4 0,0-3 0,0-11 0,0-10 0,0-10 0,0-11 0</inkml:trace>
  <inkml:trace contextRef="#ctx0" brushRef="#br0" timeOffset="1636">1259 169 7973,'21'-9'-350,"-7"-1"0,0-6-280,3 1 1,2 11 629,2-4 0,1 6 0,-1 2 0,-9 10 0,-5 4 0,-7 5 0,-7 2 0,2 0 0,-9 1 0,-3-1 0,-2 0 0,-2 1 0,9-10 0,3-1 0,11-6 0,5 2 0,5 0 0,12-7 0,4 0 0,8 0 0,-6 3 0,-1 1 0,-3 6 0,2 2 0,-4-8 0,7 15 0,-10-7 0</inkml:trace>
  <inkml:trace contextRef="#ctx0" brushRef="#br0" timeOffset="1936">1472 873 7693,'14'0'-1539,"0"0"1539,-9 0 0,4 9 0,-9 5 0,-2 5 0,-5 3 0,-5 1 0,-9 3 0,0 3 0,-1-3 0,3-2 0,5-3 0,5-2 0,-1-5 0,8-2 0,-5-5 0,16-5 0,10 5 0,7-4 0,10-6 0,-6-1 0,1-3 0,0 2 0,5-5 0,-8 1 0,0-1 0,3 1 0,-9-8 0,-1 3 0,10-5 0,-8-2 0</inkml:trace>
  <inkml:trace contextRef="#ctx0" brushRef="#br0" timeOffset="2536">1941 20 6783,'2'-12'0,"5"5"0,5 7 0,10 7 0,-1 10 0,0 9 0,3 19 0,0 19 0,-3 14 0,-9 12 0,-8 9 0,-3-44 0,-2 2 0,1-1 0,-2 1 0,-1-1 0,-1 0 0,-2-2 0,-2 1 0,-5-2 0,-3 0 0,0 0 0,-1-2 0,1 0 0,-1-2 0,-3-2 0,0-2 0,-13 31 0,-1-9 0,6-8 0,0-14 0,4-3 0,5-11 0,2-7 0,5-12 0,3-5 0,11-14 0,5-7 0,-2 4 0,7 1 0,-2-1 0,4 5 0,-5-7 0,3 3 0,-7 0 0,2 1 0,-5 6 0,-2-7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13F8ED-F748-4479-B582-0379E1C4B02E}"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AEB52-722B-4DEF-828B-5B4E4B98C8AF}" type="slidenum">
              <a:rPr lang="en-US" smtClean="0"/>
              <a:t>‹#›</a:t>
            </a:fld>
            <a:endParaRPr lang="en-US"/>
          </a:p>
        </p:txBody>
      </p:sp>
    </p:spTree>
    <p:extLst>
      <p:ext uri="{BB962C8B-B14F-4D97-AF65-F5344CB8AC3E}">
        <p14:creationId xmlns:p14="http://schemas.microsoft.com/office/powerpoint/2010/main" val="1912097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p:cNvSpPr>
            <a:spLocks noGrp="1"/>
          </p:cNvSpPr>
          <p:nvPr>
            <p:ph type="sldNum" sz="quarter" idx="5"/>
          </p:nvPr>
        </p:nvSpPr>
        <p:spPr/>
        <p:txBody>
          <a:bodyPr/>
          <a:lstStyle/>
          <a:p>
            <a:fld id="{5CCAEB52-722B-4DEF-828B-5B4E4B98C8AF}" type="slidenum">
              <a:rPr lang="en-US" smtClean="0"/>
              <a:t>88</a:t>
            </a:fld>
            <a:endParaRPr lang="en-US"/>
          </a:p>
        </p:txBody>
      </p:sp>
    </p:spTree>
    <p:extLst>
      <p:ext uri="{BB962C8B-B14F-4D97-AF65-F5344CB8AC3E}">
        <p14:creationId xmlns:p14="http://schemas.microsoft.com/office/powerpoint/2010/main" val="2000699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03902-8FF2-B1CC-884F-49E3D8907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0892E-B573-A2D5-4775-A964ECD82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D4FC5-FB23-BDD6-24DF-20C5131F29F6}"/>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E1072AB8-8699-BB9C-CA48-146267BD6F6F}"/>
              </a:ext>
            </a:extLst>
          </p:cNvPr>
          <p:cNvSpPr>
            <a:spLocks noGrp="1"/>
          </p:cNvSpPr>
          <p:nvPr>
            <p:ph type="sldNum" sz="quarter" idx="5"/>
          </p:nvPr>
        </p:nvSpPr>
        <p:spPr/>
        <p:txBody>
          <a:bodyPr/>
          <a:lstStyle/>
          <a:p>
            <a:fld id="{5CCAEB52-722B-4DEF-828B-5B4E4B98C8AF}" type="slidenum">
              <a:rPr lang="en-US" smtClean="0"/>
              <a:t>89</a:t>
            </a:fld>
            <a:endParaRPr lang="en-US"/>
          </a:p>
        </p:txBody>
      </p:sp>
    </p:spTree>
    <p:extLst>
      <p:ext uri="{BB962C8B-B14F-4D97-AF65-F5344CB8AC3E}">
        <p14:creationId xmlns:p14="http://schemas.microsoft.com/office/powerpoint/2010/main" val="2275083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84FB4-C31E-BB18-6262-4645ED45B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3FBCA-EBEC-5E3D-BE2F-C350EF526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B31391-56F6-5653-E032-E5BDD406BCD1}"/>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6D1C9BE2-AF6F-4167-2A35-737B66D59720}"/>
              </a:ext>
            </a:extLst>
          </p:cNvPr>
          <p:cNvSpPr>
            <a:spLocks noGrp="1"/>
          </p:cNvSpPr>
          <p:nvPr>
            <p:ph type="sldNum" sz="quarter" idx="5"/>
          </p:nvPr>
        </p:nvSpPr>
        <p:spPr/>
        <p:txBody>
          <a:bodyPr/>
          <a:lstStyle/>
          <a:p>
            <a:fld id="{5CCAEB52-722B-4DEF-828B-5B4E4B98C8AF}" type="slidenum">
              <a:rPr lang="en-US" smtClean="0"/>
              <a:t>94</a:t>
            </a:fld>
            <a:endParaRPr lang="en-US"/>
          </a:p>
        </p:txBody>
      </p:sp>
    </p:spTree>
    <p:extLst>
      <p:ext uri="{BB962C8B-B14F-4D97-AF65-F5344CB8AC3E}">
        <p14:creationId xmlns:p14="http://schemas.microsoft.com/office/powerpoint/2010/main" val="1490888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7A8B9-59F9-F62D-CDC3-FD28A957F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643F4-EFA2-1B39-F8F5-C67E8A85B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94CF3-F64A-BCB3-60D3-2421791B9357}"/>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D301B35B-90C6-9853-44BB-BA6DE39CA0E4}"/>
              </a:ext>
            </a:extLst>
          </p:cNvPr>
          <p:cNvSpPr>
            <a:spLocks noGrp="1"/>
          </p:cNvSpPr>
          <p:nvPr>
            <p:ph type="sldNum" sz="quarter" idx="5"/>
          </p:nvPr>
        </p:nvSpPr>
        <p:spPr/>
        <p:txBody>
          <a:bodyPr/>
          <a:lstStyle/>
          <a:p>
            <a:fld id="{5CCAEB52-722B-4DEF-828B-5B4E4B98C8AF}" type="slidenum">
              <a:rPr lang="en-US" smtClean="0"/>
              <a:t>95</a:t>
            </a:fld>
            <a:endParaRPr lang="en-US"/>
          </a:p>
        </p:txBody>
      </p:sp>
    </p:spTree>
    <p:extLst>
      <p:ext uri="{BB962C8B-B14F-4D97-AF65-F5344CB8AC3E}">
        <p14:creationId xmlns:p14="http://schemas.microsoft.com/office/powerpoint/2010/main" val="1381380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p:cNvSpPr>
            <a:spLocks noGrp="1"/>
          </p:cNvSpPr>
          <p:nvPr>
            <p:ph type="sldNum" sz="quarter" idx="5"/>
          </p:nvPr>
        </p:nvSpPr>
        <p:spPr/>
        <p:txBody>
          <a:bodyPr/>
          <a:lstStyle/>
          <a:p>
            <a:fld id="{5CCAEB52-722B-4DEF-828B-5B4E4B98C8AF}" type="slidenum">
              <a:rPr lang="en-US" smtClean="0"/>
              <a:t>99</a:t>
            </a:fld>
            <a:endParaRPr lang="en-US"/>
          </a:p>
        </p:txBody>
      </p:sp>
    </p:spTree>
    <p:extLst>
      <p:ext uri="{BB962C8B-B14F-4D97-AF65-F5344CB8AC3E}">
        <p14:creationId xmlns:p14="http://schemas.microsoft.com/office/powerpoint/2010/main" val="693859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BF2C2-E62B-A1E8-E75F-21D470062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773B6-3B68-E1A0-4AFB-4546B425C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FD5FA-A699-0D9D-7CD0-E65561D07469}"/>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AB2629CF-FFEE-0626-97A3-1922D33BAAD8}"/>
              </a:ext>
            </a:extLst>
          </p:cNvPr>
          <p:cNvSpPr>
            <a:spLocks noGrp="1"/>
          </p:cNvSpPr>
          <p:nvPr>
            <p:ph type="sldNum" sz="quarter" idx="5"/>
          </p:nvPr>
        </p:nvSpPr>
        <p:spPr/>
        <p:txBody>
          <a:bodyPr/>
          <a:lstStyle/>
          <a:p>
            <a:fld id="{5CCAEB52-722B-4DEF-828B-5B4E4B98C8AF}" type="slidenum">
              <a:rPr lang="en-US" smtClean="0"/>
              <a:t>101</a:t>
            </a:fld>
            <a:endParaRPr lang="en-US"/>
          </a:p>
        </p:txBody>
      </p:sp>
    </p:spTree>
    <p:extLst>
      <p:ext uri="{BB962C8B-B14F-4D97-AF65-F5344CB8AC3E}">
        <p14:creationId xmlns:p14="http://schemas.microsoft.com/office/powerpoint/2010/main" val="20505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03D8E-DEE9-CD61-365F-6D73AFBBF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0F949-D0A4-9093-FC8D-11C6CAB3C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A8518-3E9A-165B-E60C-72F81B605AF9}"/>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564D0EBA-8E71-B291-C120-D58561EAF0D4}"/>
              </a:ext>
            </a:extLst>
          </p:cNvPr>
          <p:cNvSpPr>
            <a:spLocks noGrp="1"/>
          </p:cNvSpPr>
          <p:nvPr>
            <p:ph type="sldNum" sz="quarter" idx="5"/>
          </p:nvPr>
        </p:nvSpPr>
        <p:spPr/>
        <p:txBody>
          <a:bodyPr/>
          <a:lstStyle/>
          <a:p>
            <a:fld id="{5CCAEB52-722B-4DEF-828B-5B4E4B98C8AF}" type="slidenum">
              <a:rPr lang="en-US" smtClean="0"/>
              <a:t>102</a:t>
            </a:fld>
            <a:endParaRPr lang="en-US"/>
          </a:p>
        </p:txBody>
      </p:sp>
    </p:spTree>
    <p:extLst>
      <p:ext uri="{BB962C8B-B14F-4D97-AF65-F5344CB8AC3E}">
        <p14:creationId xmlns:p14="http://schemas.microsoft.com/office/powerpoint/2010/main" val="4250072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F1FBF-E53F-A809-5215-6C1749803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47128-ECDF-36B8-F896-D27D1E477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8081-466F-70E1-7F33-8272273DB8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2D967E-1D62-978C-91EC-814ADCF48482}"/>
              </a:ext>
            </a:extLst>
          </p:cNvPr>
          <p:cNvSpPr>
            <a:spLocks noGrp="1"/>
          </p:cNvSpPr>
          <p:nvPr>
            <p:ph type="sldNum" sz="quarter" idx="5"/>
          </p:nvPr>
        </p:nvSpPr>
        <p:spPr/>
        <p:txBody>
          <a:bodyPr/>
          <a:lstStyle/>
          <a:p>
            <a:fld id="{5CCAEB52-722B-4DEF-828B-5B4E4B98C8AF}" type="slidenum">
              <a:rPr lang="en-US" smtClean="0"/>
              <a:t>103</a:t>
            </a:fld>
            <a:endParaRPr lang="en-US"/>
          </a:p>
        </p:txBody>
      </p:sp>
    </p:spTree>
    <p:extLst>
      <p:ext uri="{BB962C8B-B14F-4D97-AF65-F5344CB8AC3E}">
        <p14:creationId xmlns:p14="http://schemas.microsoft.com/office/powerpoint/2010/main" val="2898620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72CB8-B3BB-7A1F-C8FA-87219DABA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78F5B-25BC-3E9C-B5CF-BC4F7FFF4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F140D-5F06-16BD-99B3-E8B6F927DB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92484F-92F8-ED47-7F83-0A5B80C642BC}"/>
              </a:ext>
            </a:extLst>
          </p:cNvPr>
          <p:cNvSpPr>
            <a:spLocks noGrp="1"/>
          </p:cNvSpPr>
          <p:nvPr>
            <p:ph type="sldNum" sz="quarter" idx="5"/>
          </p:nvPr>
        </p:nvSpPr>
        <p:spPr/>
        <p:txBody>
          <a:bodyPr/>
          <a:lstStyle/>
          <a:p>
            <a:fld id="{5CCAEB52-722B-4DEF-828B-5B4E4B98C8AF}" type="slidenum">
              <a:rPr lang="en-US" smtClean="0"/>
              <a:t>104</a:t>
            </a:fld>
            <a:endParaRPr lang="en-US"/>
          </a:p>
        </p:txBody>
      </p:sp>
    </p:spTree>
    <p:extLst>
      <p:ext uri="{BB962C8B-B14F-4D97-AF65-F5344CB8AC3E}">
        <p14:creationId xmlns:p14="http://schemas.microsoft.com/office/powerpoint/2010/main" val="1720776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a:t>
            </a:r>
            <a:r>
              <a:rPr lang="en-US" dirty="0" err="1"/>
              <a:t>penalizing_fluctuation</a:t>
            </a:r>
            <a:r>
              <a:rPr lang="en-US" dirty="0"/>
              <a:t>_-with </a:t>
            </a:r>
            <a:r>
              <a:rPr lang="en-US" dirty="0" err="1"/>
              <a:t>sidecoils</a:t>
            </a:r>
            <a:endParaRPr lang="en-US" dirty="0"/>
          </a:p>
        </p:txBody>
      </p:sp>
      <p:sp>
        <p:nvSpPr>
          <p:cNvPr id="4" name="Slide Number Placeholder 3"/>
          <p:cNvSpPr>
            <a:spLocks noGrp="1"/>
          </p:cNvSpPr>
          <p:nvPr>
            <p:ph type="sldNum" sz="quarter" idx="5"/>
          </p:nvPr>
        </p:nvSpPr>
        <p:spPr/>
        <p:txBody>
          <a:bodyPr/>
          <a:lstStyle/>
          <a:p>
            <a:fld id="{5CCAEB52-722B-4DEF-828B-5B4E4B98C8AF}" type="slidenum">
              <a:rPr lang="en-US" smtClean="0"/>
              <a:t>112</a:t>
            </a:fld>
            <a:endParaRPr lang="en-US"/>
          </a:p>
        </p:txBody>
      </p:sp>
    </p:spTree>
    <p:extLst>
      <p:ext uri="{BB962C8B-B14F-4D97-AF65-F5344CB8AC3E}">
        <p14:creationId xmlns:p14="http://schemas.microsoft.com/office/powerpoint/2010/main" val="491835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F513C-D5BD-98F8-1371-E1D246BE1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B71D0-DFA2-6D23-30CC-6C1D0EA64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6E016-4D0E-B72B-A56F-F1F04C208A5D}"/>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91C39F74-7914-17C6-684F-BE0D665524C5}"/>
              </a:ext>
            </a:extLst>
          </p:cNvPr>
          <p:cNvSpPr>
            <a:spLocks noGrp="1"/>
          </p:cNvSpPr>
          <p:nvPr>
            <p:ph type="sldNum" sz="quarter" idx="5"/>
          </p:nvPr>
        </p:nvSpPr>
        <p:spPr/>
        <p:txBody>
          <a:bodyPr/>
          <a:lstStyle/>
          <a:p>
            <a:fld id="{5CCAEB52-722B-4DEF-828B-5B4E4B98C8AF}" type="slidenum">
              <a:rPr lang="en-US" smtClean="0"/>
              <a:t>120</a:t>
            </a:fld>
            <a:endParaRPr lang="en-US"/>
          </a:p>
        </p:txBody>
      </p:sp>
    </p:spTree>
    <p:extLst>
      <p:ext uri="{BB962C8B-B14F-4D97-AF65-F5344CB8AC3E}">
        <p14:creationId xmlns:p14="http://schemas.microsoft.com/office/powerpoint/2010/main" val="3483169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A0891-994C-48E3-2C79-06E3B2DB6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8A9A4-B2A9-DB62-414A-7DA74AE2F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8A882-0C7E-FB28-01B6-FAD097670926}"/>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DC822553-A4F1-AAE2-9841-49226C796945}"/>
              </a:ext>
            </a:extLst>
          </p:cNvPr>
          <p:cNvSpPr>
            <a:spLocks noGrp="1"/>
          </p:cNvSpPr>
          <p:nvPr>
            <p:ph type="sldNum" sz="quarter" idx="5"/>
          </p:nvPr>
        </p:nvSpPr>
        <p:spPr/>
        <p:txBody>
          <a:bodyPr/>
          <a:lstStyle/>
          <a:p>
            <a:fld id="{5CCAEB52-722B-4DEF-828B-5B4E4B98C8AF}" type="slidenum">
              <a:rPr lang="en-US" smtClean="0"/>
              <a:t>122</a:t>
            </a:fld>
            <a:endParaRPr lang="en-US"/>
          </a:p>
        </p:txBody>
      </p:sp>
    </p:spTree>
    <p:extLst>
      <p:ext uri="{BB962C8B-B14F-4D97-AF65-F5344CB8AC3E}">
        <p14:creationId xmlns:p14="http://schemas.microsoft.com/office/powerpoint/2010/main" val="3492168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41E0B-CC49-EC9B-11EE-3BB019209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3B8F1-806E-E9E2-DF29-20EC0CA72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F4499-A22D-626F-3328-8167D7A8B596}"/>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1635D88F-7974-7FB3-98B7-2CDD9E0577AE}"/>
              </a:ext>
            </a:extLst>
          </p:cNvPr>
          <p:cNvSpPr>
            <a:spLocks noGrp="1"/>
          </p:cNvSpPr>
          <p:nvPr>
            <p:ph type="sldNum" sz="quarter" idx="5"/>
          </p:nvPr>
        </p:nvSpPr>
        <p:spPr/>
        <p:txBody>
          <a:bodyPr/>
          <a:lstStyle/>
          <a:p>
            <a:fld id="{5CCAEB52-722B-4DEF-828B-5B4E4B98C8AF}" type="slidenum">
              <a:rPr lang="en-US" smtClean="0"/>
              <a:t>123</a:t>
            </a:fld>
            <a:endParaRPr lang="en-US"/>
          </a:p>
        </p:txBody>
      </p:sp>
    </p:spTree>
    <p:extLst>
      <p:ext uri="{BB962C8B-B14F-4D97-AF65-F5344CB8AC3E}">
        <p14:creationId xmlns:p14="http://schemas.microsoft.com/office/powerpoint/2010/main" val="230836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9524C-3E9F-36E9-A0ED-9D110D264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9F02F-8AC2-F04A-7971-B33AF0938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09F25-012A-6BD3-FE23-74B5FF0B020B}"/>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26BD7953-3705-28CF-D718-F2650CB7CA1C}"/>
              </a:ext>
            </a:extLst>
          </p:cNvPr>
          <p:cNvSpPr>
            <a:spLocks noGrp="1"/>
          </p:cNvSpPr>
          <p:nvPr>
            <p:ph type="sldNum" sz="quarter" idx="5"/>
          </p:nvPr>
        </p:nvSpPr>
        <p:spPr/>
        <p:txBody>
          <a:bodyPr/>
          <a:lstStyle/>
          <a:p>
            <a:fld id="{5CCAEB52-722B-4DEF-828B-5B4E4B98C8AF}" type="slidenum">
              <a:rPr lang="en-US" smtClean="0"/>
              <a:t>124</a:t>
            </a:fld>
            <a:endParaRPr lang="en-US"/>
          </a:p>
        </p:txBody>
      </p:sp>
    </p:spTree>
    <p:extLst>
      <p:ext uri="{BB962C8B-B14F-4D97-AF65-F5344CB8AC3E}">
        <p14:creationId xmlns:p14="http://schemas.microsoft.com/office/powerpoint/2010/main" val="1521176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9470-5886-6122-466D-A6CB94C2A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FD102-6975-8741-4975-6FBC4E105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3AD772-B3AD-8229-2400-BAD2124405C1}"/>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E9AD403D-D65E-8A4B-7A08-60E864174005}"/>
              </a:ext>
            </a:extLst>
          </p:cNvPr>
          <p:cNvSpPr>
            <a:spLocks noGrp="1"/>
          </p:cNvSpPr>
          <p:nvPr>
            <p:ph type="sldNum" sz="quarter" idx="5"/>
          </p:nvPr>
        </p:nvSpPr>
        <p:spPr/>
        <p:txBody>
          <a:bodyPr/>
          <a:lstStyle/>
          <a:p>
            <a:fld id="{5CCAEB52-722B-4DEF-828B-5B4E4B98C8AF}" type="slidenum">
              <a:rPr lang="en-US" smtClean="0"/>
              <a:t>125</a:t>
            </a:fld>
            <a:endParaRPr lang="en-US"/>
          </a:p>
        </p:txBody>
      </p:sp>
    </p:spTree>
    <p:extLst>
      <p:ext uri="{BB962C8B-B14F-4D97-AF65-F5344CB8AC3E}">
        <p14:creationId xmlns:p14="http://schemas.microsoft.com/office/powerpoint/2010/main" val="265417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F3DB-8941-BCDC-282C-48FB9823B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B0D7F-BD49-A7C1-47EF-87346E8F7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3AF7D-C0B0-3B5F-7034-B40DEA47CC5E}"/>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4C3816B3-AB8E-D43F-1E19-C1AD5150FF22}"/>
              </a:ext>
            </a:extLst>
          </p:cNvPr>
          <p:cNvSpPr>
            <a:spLocks noGrp="1"/>
          </p:cNvSpPr>
          <p:nvPr>
            <p:ph type="sldNum" sz="quarter" idx="5"/>
          </p:nvPr>
        </p:nvSpPr>
        <p:spPr/>
        <p:txBody>
          <a:bodyPr/>
          <a:lstStyle/>
          <a:p>
            <a:fld id="{5CCAEB52-722B-4DEF-828B-5B4E4B98C8AF}" type="slidenum">
              <a:rPr lang="en-US" smtClean="0"/>
              <a:t>126</a:t>
            </a:fld>
            <a:endParaRPr lang="en-US"/>
          </a:p>
        </p:txBody>
      </p:sp>
    </p:spTree>
    <p:extLst>
      <p:ext uri="{BB962C8B-B14F-4D97-AF65-F5344CB8AC3E}">
        <p14:creationId xmlns:p14="http://schemas.microsoft.com/office/powerpoint/2010/main" val="52608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D0AF-EEB7-9C26-69DA-0E7EE6BC0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A1B80-F35E-538A-A063-26CBE698D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056656-B6E7-22E7-6EF4-082C42D7C79F}"/>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0D3A2A6C-A7D6-EA7B-F525-29219CC16FA5}"/>
              </a:ext>
            </a:extLst>
          </p:cNvPr>
          <p:cNvSpPr>
            <a:spLocks noGrp="1"/>
          </p:cNvSpPr>
          <p:nvPr>
            <p:ph type="sldNum" sz="quarter" idx="5"/>
          </p:nvPr>
        </p:nvSpPr>
        <p:spPr/>
        <p:txBody>
          <a:bodyPr/>
          <a:lstStyle/>
          <a:p>
            <a:fld id="{5CCAEB52-722B-4DEF-828B-5B4E4B98C8AF}" type="slidenum">
              <a:rPr lang="en-US" smtClean="0"/>
              <a:t>127</a:t>
            </a:fld>
            <a:endParaRPr lang="en-US"/>
          </a:p>
        </p:txBody>
      </p:sp>
    </p:spTree>
    <p:extLst>
      <p:ext uri="{BB962C8B-B14F-4D97-AF65-F5344CB8AC3E}">
        <p14:creationId xmlns:p14="http://schemas.microsoft.com/office/powerpoint/2010/main" val="1250463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4140F-EC5B-5081-F3FA-C1027A344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A5CCD-ADDD-D150-D252-C0DA81E13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4CC13-7D04-3296-AFA2-9DFC4A491525}"/>
              </a:ext>
            </a:extLst>
          </p:cNvPr>
          <p:cNvSpPr>
            <a:spLocks noGrp="1"/>
          </p:cNvSpPr>
          <p:nvPr>
            <p:ph type="body" idx="1"/>
          </p:nvPr>
        </p:nvSpPr>
        <p:spPr/>
        <p:txBody>
          <a:bodyPr/>
          <a:lstStyle/>
          <a:p>
            <a:r>
              <a:rPr lang="en-US" dirty="0"/>
              <a:t>With both z and r weighting, larger radius larger weights, so that the solver cares more about ppm levels at larger radii, both r weighing and z weighting are diagonals</a:t>
            </a:r>
          </a:p>
        </p:txBody>
      </p:sp>
      <p:sp>
        <p:nvSpPr>
          <p:cNvPr id="4" name="Slide Number Placeholder 3">
            <a:extLst>
              <a:ext uri="{FF2B5EF4-FFF2-40B4-BE49-F238E27FC236}">
                <a16:creationId xmlns:a16="http://schemas.microsoft.com/office/drawing/2014/main" id="{34DF20B1-D3CF-45F8-31A3-8B466DC5D65E}"/>
              </a:ext>
            </a:extLst>
          </p:cNvPr>
          <p:cNvSpPr>
            <a:spLocks noGrp="1"/>
          </p:cNvSpPr>
          <p:nvPr>
            <p:ph type="sldNum" sz="quarter" idx="5"/>
          </p:nvPr>
        </p:nvSpPr>
        <p:spPr/>
        <p:txBody>
          <a:bodyPr/>
          <a:lstStyle/>
          <a:p>
            <a:fld id="{5CCAEB52-722B-4DEF-828B-5B4E4B98C8AF}" type="slidenum">
              <a:rPr lang="en-US" smtClean="0"/>
              <a:t>128</a:t>
            </a:fld>
            <a:endParaRPr lang="en-US"/>
          </a:p>
        </p:txBody>
      </p:sp>
    </p:spTree>
    <p:extLst>
      <p:ext uri="{BB962C8B-B14F-4D97-AF65-F5344CB8AC3E}">
        <p14:creationId xmlns:p14="http://schemas.microsoft.com/office/powerpoint/2010/main" val="3582445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1502-573A-7E52-033B-4719C521E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3C97C-0C31-82BF-D127-0AAF9FDE7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7B326-620F-6E3A-39FA-9F957FC7E8B7}"/>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FC1719A5-9881-9D3C-6D0A-7901593B5220}"/>
              </a:ext>
            </a:extLst>
          </p:cNvPr>
          <p:cNvSpPr>
            <a:spLocks noGrp="1"/>
          </p:cNvSpPr>
          <p:nvPr>
            <p:ph type="sldNum" sz="quarter" idx="5"/>
          </p:nvPr>
        </p:nvSpPr>
        <p:spPr/>
        <p:txBody>
          <a:bodyPr/>
          <a:lstStyle/>
          <a:p>
            <a:fld id="{5CCAEB52-722B-4DEF-828B-5B4E4B98C8AF}" type="slidenum">
              <a:rPr lang="en-US" smtClean="0"/>
              <a:t>131</a:t>
            </a:fld>
            <a:endParaRPr lang="en-US"/>
          </a:p>
        </p:txBody>
      </p:sp>
    </p:spTree>
    <p:extLst>
      <p:ext uri="{BB962C8B-B14F-4D97-AF65-F5344CB8AC3E}">
        <p14:creationId xmlns:p14="http://schemas.microsoft.com/office/powerpoint/2010/main" val="2598396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F95E5-AF2A-10D4-FCA3-A9E0458C5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22283-7D68-808F-0AB6-51E7DAB4B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03034-F3FF-DECD-4E77-60546B114059}"/>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6A6F6384-3CDC-C52F-7F47-A2FCD9DEB646}"/>
              </a:ext>
            </a:extLst>
          </p:cNvPr>
          <p:cNvSpPr>
            <a:spLocks noGrp="1"/>
          </p:cNvSpPr>
          <p:nvPr>
            <p:ph type="sldNum" sz="quarter" idx="5"/>
          </p:nvPr>
        </p:nvSpPr>
        <p:spPr/>
        <p:txBody>
          <a:bodyPr/>
          <a:lstStyle/>
          <a:p>
            <a:fld id="{5CCAEB52-722B-4DEF-828B-5B4E4B98C8AF}" type="slidenum">
              <a:rPr lang="en-US" smtClean="0"/>
              <a:t>132</a:t>
            </a:fld>
            <a:endParaRPr lang="en-US"/>
          </a:p>
        </p:txBody>
      </p:sp>
    </p:spTree>
    <p:extLst>
      <p:ext uri="{BB962C8B-B14F-4D97-AF65-F5344CB8AC3E}">
        <p14:creationId xmlns:p14="http://schemas.microsoft.com/office/powerpoint/2010/main" val="3615738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E613A-A67D-8C94-85AB-6A368504B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0FDC8-42B5-3A43-B95B-16669E94F9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05E08-FF38-490C-E71F-6532C57FAF1B}"/>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B8B5EBC9-C630-E8D0-5819-9AB109F19441}"/>
              </a:ext>
            </a:extLst>
          </p:cNvPr>
          <p:cNvSpPr>
            <a:spLocks noGrp="1"/>
          </p:cNvSpPr>
          <p:nvPr>
            <p:ph type="sldNum" sz="quarter" idx="5"/>
          </p:nvPr>
        </p:nvSpPr>
        <p:spPr/>
        <p:txBody>
          <a:bodyPr/>
          <a:lstStyle/>
          <a:p>
            <a:fld id="{5CCAEB52-722B-4DEF-828B-5B4E4B98C8AF}" type="slidenum">
              <a:rPr lang="en-US" smtClean="0"/>
              <a:t>133</a:t>
            </a:fld>
            <a:endParaRPr lang="en-US"/>
          </a:p>
        </p:txBody>
      </p:sp>
    </p:spTree>
    <p:extLst>
      <p:ext uri="{BB962C8B-B14F-4D97-AF65-F5344CB8AC3E}">
        <p14:creationId xmlns:p14="http://schemas.microsoft.com/office/powerpoint/2010/main" val="28337503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64C67-570B-25A6-38A3-88AACA998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FDAAA-DACF-2D31-AB24-F2CE44BF5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04D8C-8023-D1FC-0F48-E50E7FDEAD7F}"/>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2066B69E-2F46-8AB3-F8A7-59CE387B842B}"/>
              </a:ext>
            </a:extLst>
          </p:cNvPr>
          <p:cNvSpPr>
            <a:spLocks noGrp="1"/>
          </p:cNvSpPr>
          <p:nvPr>
            <p:ph type="sldNum" sz="quarter" idx="5"/>
          </p:nvPr>
        </p:nvSpPr>
        <p:spPr/>
        <p:txBody>
          <a:bodyPr/>
          <a:lstStyle/>
          <a:p>
            <a:fld id="{5CCAEB52-722B-4DEF-828B-5B4E4B98C8AF}" type="slidenum">
              <a:rPr lang="en-US" smtClean="0"/>
              <a:t>134</a:t>
            </a:fld>
            <a:endParaRPr lang="en-US"/>
          </a:p>
        </p:txBody>
      </p:sp>
    </p:spTree>
    <p:extLst>
      <p:ext uri="{BB962C8B-B14F-4D97-AF65-F5344CB8AC3E}">
        <p14:creationId xmlns:p14="http://schemas.microsoft.com/office/powerpoint/2010/main" val="68526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8E76-E6D5-F0A2-D1A1-D1B0899A7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95DD3-CDDE-001A-20C1-9717FA388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45AAC-A359-9CD3-BA44-F19EFE5602A1}"/>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ED4552D1-2DA4-E9B1-4A52-89F00F2512AA}"/>
              </a:ext>
            </a:extLst>
          </p:cNvPr>
          <p:cNvSpPr>
            <a:spLocks noGrp="1"/>
          </p:cNvSpPr>
          <p:nvPr>
            <p:ph type="sldNum" sz="quarter" idx="5"/>
          </p:nvPr>
        </p:nvSpPr>
        <p:spPr/>
        <p:txBody>
          <a:bodyPr/>
          <a:lstStyle/>
          <a:p>
            <a:fld id="{5CCAEB52-722B-4DEF-828B-5B4E4B98C8AF}" type="slidenum">
              <a:rPr lang="en-US" smtClean="0"/>
              <a:t>135</a:t>
            </a:fld>
            <a:endParaRPr lang="en-US"/>
          </a:p>
        </p:txBody>
      </p:sp>
    </p:spTree>
    <p:extLst>
      <p:ext uri="{BB962C8B-B14F-4D97-AF65-F5344CB8AC3E}">
        <p14:creationId xmlns:p14="http://schemas.microsoft.com/office/powerpoint/2010/main" val="11739160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B297C-D8D2-91A6-B74E-D3AC38D2B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D1C87-9F04-727C-4B37-E493359B8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6D1A3-8FDB-F0C3-72B8-D883D0ACF95B}"/>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4C127F09-B1DD-9B8C-0B16-6CF4282F7487}"/>
              </a:ext>
            </a:extLst>
          </p:cNvPr>
          <p:cNvSpPr>
            <a:spLocks noGrp="1"/>
          </p:cNvSpPr>
          <p:nvPr>
            <p:ph type="sldNum" sz="quarter" idx="5"/>
          </p:nvPr>
        </p:nvSpPr>
        <p:spPr/>
        <p:txBody>
          <a:bodyPr/>
          <a:lstStyle/>
          <a:p>
            <a:fld id="{5CCAEB52-722B-4DEF-828B-5B4E4B98C8AF}" type="slidenum">
              <a:rPr lang="en-US" smtClean="0"/>
              <a:t>136</a:t>
            </a:fld>
            <a:endParaRPr lang="en-US"/>
          </a:p>
        </p:txBody>
      </p:sp>
    </p:spTree>
    <p:extLst>
      <p:ext uri="{BB962C8B-B14F-4D97-AF65-F5344CB8AC3E}">
        <p14:creationId xmlns:p14="http://schemas.microsoft.com/office/powerpoint/2010/main" val="1547639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46F75-0B20-824C-64CE-A9B6A81292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6393E-8AF4-9C02-26D1-EE078E7948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0011F1-9677-8A1A-1021-289F0AEC52E9}"/>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64286B58-E79F-F52A-0232-381B5DE71CBC}"/>
              </a:ext>
            </a:extLst>
          </p:cNvPr>
          <p:cNvSpPr>
            <a:spLocks noGrp="1"/>
          </p:cNvSpPr>
          <p:nvPr>
            <p:ph type="sldNum" sz="quarter" idx="5"/>
          </p:nvPr>
        </p:nvSpPr>
        <p:spPr/>
        <p:txBody>
          <a:bodyPr/>
          <a:lstStyle/>
          <a:p>
            <a:fld id="{5CCAEB52-722B-4DEF-828B-5B4E4B98C8AF}" type="slidenum">
              <a:rPr lang="en-US" smtClean="0"/>
              <a:t>137</a:t>
            </a:fld>
            <a:endParaRPr lang="en-US"/>
          </a:p>
        </p:txBody>
      </p:sp>
    </p:spTree>
    <p:extLst>
      <p:ext uri="{BB962C8B-B14F-4D97-AF65-F5344CB8AC3E}">
        <p14:creationId xmlns:p14="http://schemas.microsoft.com/office/powerpoint/2010/main" val="3491189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FE69-35E5-8E31-33B1-CBBE94C29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41819-59C8-B526-6D19-F268C1F909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569E4-2D0F-5A48-0E06-B5824EEF7E9D}"/>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07E28D24-E9B1-F7D2-4036-9CE21940B9BF}"/>
              </a:ext>
            </a:extLst>
          </p:cNvPr>
          <p:cNvSpPr>
            <a:spLocks noGrp="1"/>
          </p:cNvSpPr>
          <p:nvPr>
            <p:ph type="sldNum" sz="quarter" idx="5"/>
          </p:nvPr>
        </p:nvSpPr>
        <p:spPr/>
        <p:txBody>
          <a:bodyPr/>
          <a:lstStyle/>
          <a:p>
            <a:fld id="{5CCAEB52-722B-4DEF-828B-5B4E4B98C8AF}" type="slidenum">
              <a:rPr lang="en-US" smtClean="0"/>
              <a:t>138</a:t>
            </a:fld>
            <a:endParaRPr lang="en-US"/>
          </a:p>
        </p:txBody>
      </p:sp>
    </p:spTree>
    <p:extLst>
      <p:ext uri="{BB962C8B-B14F-4D97-AF65-F5344CB8AC3E}">
        <p14:creationId xmlns:p14="http://schemas.microsoft.com/office/powerpoint/2010/main" val="5825357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32781-3F5D-5F08-0196-B24E1790D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9D5F7-899A-65AA-6863-992B6BF79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A8BDE-4599-FDEE-9898-3CB81961190D}"/>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04DDAE60-7A54-4329-7BAE-2CF98648A373}"/>
              </a:ext>
            </a:extLst>
          </p:cNvPr>
          <p:cNvSpPr>
            <a:spLocks noGrp="1"/>
          </p:cNvSpPr>
          <p:nvPr>
            <p:ph type="sldNum" sz="quarter" idx="5"/>
          </p:nvPr>
        </p:nvSpPr>
        <p:spPr/>
        <p:txBody>
          <a:bodyPr/>
          <a:lstStyle/>
          <a:p>
            <a:fld id="{5CCAEB52-722B-4DEF-828B-5B4E4B98C8AF}" type="slidenum">
              <a:rPr lang="en-US" smtClean="0"/>
              <a:t>139</a:t>
            </a:fld>
            <a:endParaRPr lang="en-US"/>
          </a:p>
        </p:txBody>
      </p:sp>
    </p:spTree>
    <p:extLst>
      <p:ext uri="{BB962C8B-B14F-4D97-AF65-F5344CB8AC3E}">
        <p14:creationId xmlns:p14="http://schemas.microsoft.com/office/powerpoint/2010/main" val="2818496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550E-B5DB-FD14-1D3A-2E7A90753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A93F6-F0D2-7D3B-8FFE-02AD45D4A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D23FA-FF9F-A583-C38F-6863245F2991}"/>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18E6B6F0-00D7-810C-8D46-5EB4779D4824}"/>
              </a:ext>
            </a:extLst>
          </p:cNvPr>
          <p:cNvSpPr>
            <a:spLocks noGrp="1"/>
          </p:cNvSpPr>
          <p:nvPr>
            <p:ph type="sldNum" sz="quarter" idx="5"/>
          </p:nvPr>
        </p:nvSpPr>
        <p:spPr/>
        <p:txBody>
          <a:bodyPr/>
          <a:lstStyle/>
          <a:p>
            <a:fld id="{5CCAEB52-722B-4DEF-828B-5B4E4B98C8AF}" type="slidenum">
              <a:rPr lang="en-US" smtClean="0"/>
              <a:t>140</a:t>
            </a:fld>
            <a:endParaRPr lang="en-US"/>
          </a:p>
        </p:txBody>
      </p:sp>
    </p:spTree>
    <p:extLst>
      <p:ext uri="{BB962C8B-B14F-4D97-AF65-F5344CB8AC3E}">
        <p14:creationId xmlns:p14="http://schemas.microsoft.com/office/powerpoint/2010/main" val="15344115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6E6E8-F7BC-B8D1-90D5-ECDC63CED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04D8E-BA06-1775-8C25-723ADC55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41794-A5C5-C85B-3B42-A79F01E978F5}"/>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F91FA809-0606-0ED3-58B2-465D721AED3A}"/>
              </a:ext>
            </a:extLst>
          </p:cNvPr>
          <p:cNvSpPr>
            <a:spLocks noGrp="1"/>
          </p:cNvSpPr>
          <p:nvPr>
            <p:ph type="sldNum" sz="quarter" idx="5"/>
          </p:nvPr>
        </p:nvSpPr>
        <p:spPr/>
        <p:txBody>
          <a:bodyPr/>
          <a:lstStyle/>
          <a:p>
            <a:fld id="{5CCAEB52-722B-4DEF-828B-5B4E4B98C8AF}" type="slidenum">
              <a:rPr lang="en-US" smtClean="0"/>
              <a:t>143</a:t>
            </a:fld>
            <a:endParaRPr lang="en-US"/>
          </a:p>
        </p:txBody>
      </p:sp>
    </p:spTree>
    <p:extLst>
      <p:ext uri="{BB962C8B-B14F-4D97-AF65-F5344CB8AC3E}">
        <p14:creationId xmlns:p14="http://schemas.microsoft.com/office/powerpoint/2010/main" val="25771885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1C6C-A6B1-609D-85D1-C155AAEE5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CAEEE-8F49-4B82-C48B-FB8171B54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64D50-32F5-4A1E-7AF8-D27EED9813CE}"/>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B2AF2AAB-D6E5-4911-7569-B95BB4990C58}"/>
              </a:ext>
            </a:extLst>
          </p:cNvPr>
          <p:cNvSpPr>
            <a:spLocks noGrp="1"/>
          </p:cNvSpPr>
          <p:nvPr>
            <p:ph type="sldNum" sz="quarter" idx="5"/>
          </p:nvPr>
        </p:nvSpPr>
        <p:spPr/>
        <p:txBody>
          <a:bodyPr/>
          <a:lstStyle/>
          <a:p>
            <a:fld id="{5CCAEB52-722B-4DEF-828B-5B4E4B98C8AF}" type="slidenum">
              <a:rPr lang="en-US" smtClean="0"/>
              <a:t>144</a:t>
            </a:fld>
            <a:endParaRPr lang="en-US"/>
          </a:p>
        </p:txBody>
      </p:sp>
    </p:spTree>
    <p:extLst>
      <p:ext uri="{BB962C8B-B14F-4D97-AF65-F5344CB8AC3E}">
        <p14:creationId xmlns:p14="http://schemas.microsoft.com/office/powerpoint/2010/main" val="6962126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754BC-AFF6-2D10-056E-35D385872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93B71-7B3D-48DC-AF4E-91ED35BCA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B0E50-8E8B-1250-B516-7B538524D77D}"/>
              </a:ext>
            </a:extLst>
          </p:cNvPr>
          <p:cNvSpPr>
            <a:spLocks noGrp="1"/>
          </p:cNvSpPr>
          <p:nvPr>
            <p:ph type="body" idx="1"/>
          </p:nvPr>
        </p:nvSpPr>
        <p:spPr/>
        <p:txBody>
          <a:bodyPr/>
          <a:lstStyle/>
          <a:p>
            <a:r>
              <a:rPr lang="en-US" dirty="0"/>
              <a:t>From “</a:t>
            </a:r>
            <a:r>
              <a:rPr lang="en-US" dirty="0" err="1"/>
              <a:t>penalizing_fluctuation.ipynb</a:t>
            </a:r>
            <a:r>
              <a:rPr lang="en-US" dirty="0"/>
              <a:t>”</a:t>
            </a:r>
          </a:p>
        </p:txBody>
      </p:sp>
      <p:sp>
        <p:nvSpPr>
          <p:cNvPr id="4" name="Slide Number Placeholder 3">
            <a:extLst>
              <a:ext uri="{FF2B5EF4-FFF2-40B4-BE49-F238E27FC236}">
                <a16:creationId xmlns:a16="http://schemas.microsoft.com/office/drawing/2014/main" id="{20B31E66-C1A9-E8EF-A968-C16DBB5BE43D}"/>
              </a:ext>
            </a:extLst>
          </p:cNvPr>
          <p:cNvSpPr>
            <a:spLocks noGrp="1"/>
          </p:cNvSpPr>
          <p:nvPr>
            <p:ph type="sldNum" sz="quarter" idx="5"/>
          </p:nvPr>
        </p:nvSpPr>
        <p:spPr/>
        <p:txBody>
          <a:bodyPr/>
          <a:lstStyle/>
          <a:p>
            <a:fld id="{5CCAEB52-722B-4DEF-828B-5B4E4B98C8AF}" type="slidenum">
              <a:rPr lang="en-US" smtClean="0"/>
              <a:t>145</a:t>
            </a:fld>
            <a:endParaRPr lang="en-US"/>
          </a:p>
        </p:txBody>
      </p:sp>
    </p:spTree>
    <p:extLst>
      <p:ext uri="{BB962C8B-B14F-4D97-AF65-F5344CB8AC3E}">
        <p14:creationId xmlns:p14="http://schemas.microsoft.com/office/powerpoint/2010/main" val="9821631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2B1B4-BD3D-CE03-B3AD-4313AE5A5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35458-C6CC-94EF-5241-C4B37A1C4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6CA2A-CA95-5689-5986-020DCF0E38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23149-7DCE-2F18-79DF-F09863017949}"/>
              </a:ext>
            </a:extLst>
          </p:cNvPr>
          <p:cNvSpPr>
            <a:spLocks noGrp="1"/>
          </p:cNvSpPr>
          <p:nvPr>
            <p:ph type="sldNum" sz="quarter" idx="5"/>
          </p:nvPr>
        </p:nvSpPr>
        <p:spPr/>
        <p:txBody>
          <a:bodyPr/>
          <a:lstStyle/>
          <a:p>
            <a:fld id="{5CCAEB52-722B-4DEF-828B-5B4E4B98C8AF}" type="slidenum">
              <a:rPr lang="en-US" smtClean="0"/>
              <a:t>146</a:t>
            </a:fld>
            <a:endParaRPr lang="en-US"/>
          </a:p>
        </p:txBody>
      </p:sp>
    </p:spTree>
    <p:extLst>
      <p:ext uri="{BB962C8B-B14F-4D97-AF65-F5344CB8AC3E}">
        <p14:creationId xmlns:p14="http://schemas.microsoft.com/office/powerpoint/2010/main" val="4081103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AE8A2-1DC1-94F7-F7CE-53850BD90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E56B5-BDC3-D647-17E7-5275F21FE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E0423-F69B-C977-63EE-3D1C673F71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F0193D-1491-9C73-611D-6A94CAF73E04}"/>
              </a:ext>
            </a:extLst>
          </p:cNvPr>
          <p:cNvSpPr>
            <a:spLocks noGrp="1"/>
          </p:cNvSpPr>
          <p:nvPr>
            <p:ph type="sldNum" sz="quarter" idx="5"/>
          </p:nvPr>
        </p:nvSpPr>
        <p:spPr/>
        <p:txBody>
          <a:bodyPr/>
          <a:lstStyle/>
          <a:p>
            <a:fld id="{5CCAEB52-722B-4DEF-828B-5B4E4B98C8AF}" type="slidenum">
              <a:rPr lang="en-US" smtClean="0"/>
              <a:t>148</a:t>
            </a:fld>
            <a:endParaRPr lang="en-US"/>
          </a:p>
        </p:txBody>
      </p:sp>
    </p:spTree>
    <p:extLst>
      <p:ext uri="{BB962C8B-B14F-4D97-AF65-F5344CB8AC3E}">
        <p14:creationId xmlns:p14="http://schemas.microsoft.com/office/powerpoint/2010/main" val="9466813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38D62-CBF2-A299-B15B-9D80ADA53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B6574-FB37-C97A-92A2-68107B13B9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55DB0-3938-A54B-F852-85EF16709245}"/>
              </a:ext>
            </a:extLst>
          </p:cNvPr>
          <p:cNvSpPr>
            <a:spLocks noGrp="1"/>
          </p:cNvSpPr>
          <p:nvPr>
            <p:ph type="body" idx="1"/>
          </p:nvPr>
        </p:nvSpPr>
        <p:spPr/>
        <p:txBody>
          <a:bodyPr/>
          <a:lstStyle/>
          <a:p>
            <a:r>
              <a:rPr lang="en-US" dirty="0"/>
              <a:t>File: </a:t>
            </a:r>
            <a:r>
              <a:rPr lang="en-US" dirty="0" err="1"/>
              <a:t>cheby_noside_goodfit</a:t>
            </a:r>
            <a:endParaRPr lang="en-US" dirty="0"/>
          </a:p>
        </p:txBody>
      </p:sp>
      <p:sp>
        <p:nvSpPr>
          <p:cNvPr id="4" name="Slide Number Placeholder 3">
            <a:extLst>
              <a:ext uri="{FF2B5EF4-FFF2-40B4-BE49-F238E27FC236}">
                <a16:creationId xmlns:a16="http://schemas.microsoft.com/office/drawing/2014/main" id="{162A0446-AA82-BDAD-7156-AF8C5525A512}"/>
              </a:ext>
            </a:extLst>
          </p:cNvPr>
          <p:cNvSpPr>
            <a:spLocks noGrp="1"/>
          </p:cNvSpPr>
          <p:nvPr>
            <p:ph type="sldNum" sz="quarter" idx="5"/>
          </p:nvPr>
        </p:nvSpPr>
        <p:spPr/>
        <p:txBody>
          <a:bodyPr/>
          <a:lstStyle/>
          <a:p>
            <a:fld id="{5CCAEB52-722B-4DEF-828B-5B4E4B98C8AF}" type="slidenum">
              <a:rPr lang="en-US" smtClean="0"/>
              <a:t>149</a:t>
            </a:fld>
            <a:endParaRPr lang="en-US"/>
          </a:p>
        </p:txBody>
      </p:sp>
    </p:spTree>
    <p:extLst>
      <p:ext uri="{BB962C8B-B14F-4D97-AF65-F5344CB8AC3E}">
        <p14:creationId xmlns:p14="http://schemas.microsoft.com/office/powerpoint/2010/main" val="3706204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82C7-7675-3CC6-C9C4-AAFEBA616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675E5-6BDD-F301-65FF-432A1599D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BF0EB-8A72-76FF-C7E8-2578344908C2}"/>
              </a:ext>
            </a:extLst>
          </p:cNvPr>
          <p:cNvSpPr>
            <a:spLocks noGrp="1"/>
          </p:cNvSpPr>
          <p:nvPr>
            <p:ph type="body" idx="1"/>
          </p:nvPr>
        </p:nvSpPr>
        <p:spPr/>
        <p:txBody>
          <a:bodyPr/>
          <a:lstStyle/>
          <a:p>
            <a:r>
              <a:rPr lang="en-US" dirty="0"/>
              <a:t>From “</a:t>
            </a:r>
            <a:r>
              <a:rPr lang="en-US" dirty="0" err="1"/>
              <a:t>cheby_noside_goodfit</a:t>
            </a:r>
            <a:r>
              <a:rPr lang="en-US" dirty="0"/>
              <a:t>”</a:t>
            </a:r>
          </a:p>
        </p:txBody>
      </p:sp>
      <p:sp>
        <p:nvSpPr>
          <p:cNvPr id="4" name="Slide Number Placeholder 3">
            <a:extLst>
              <a:ext uri="{FF2B5EF4-FFF2-40B4-BE49-F238E27FC236}">
                <a16:creationId xmlns:a16="http://schemas.microsoft.com/office/drawing/2014/main" id="{EBCBF8C0-2F3D-E7DB-6CC1-265757A15B15}"/>
              </a:ext>
            </a:extLst>
          </p:cNvPr>
          <p:cNvSpPr>
            <a:spLocks noGrp="1"/>
          </p:cNvSpPr>
          <p:nvPr>
            <p:ph type="sldNum" sz="quarter" idx="5"/>
          </p:nvPr>
        </p:nvSpPr>
        <p:spPr/>
        <p:txBody>
          <a:bodyPr/>
          <a:lstStyle/>
          <a:p>
            <a:fld id="{5CCAEB52-722B-4DEF-828B-5B4E4B98C8AF}" type="slidenum">
              <a:rPr lang="en-US" smtClean="0"/>
              <a:t>150</a:t>
            </a:fld>
            <a:endParaRPr lang="en-US"/>
          </a:p>
        </p:txBody>
      </p:sp>
    </p:spTree>
    <p:extLst>
      <p:ext uri="{BB962C8B-B14F-4D97-AF65-F5344CB8AC3E}">
        <p14:creationId xmlns:p14="http://schemas.microsoft.com/office/powerpoint/2010/main" val="19145917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EFE83-4C1B-A376-3A1C-498102C03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B314C-687D-0DCF-742C-39D50E48A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C1DE93-88E9-9153-2A5B-00A627E37145}"/>
              </a:ext>
            </a:extLst>
          </p:cNvPr>
          <p:cNvSpPr>
            <a:spLocks noGrp="1"/>
          </p:cNvSpPr>
          <p:nvPr>
            <p:ph type="body" idx="1"/>
          </p:nvPr>
        </p:nvSpPr>
        <p:spPr/>
        <p:txBody>
          <a:bodyPr/>
          <a:lstStyle/>
          <a:p>
            <a:r>
              <a:rPr lang="en-US" dirty="0"/>
              <a:t>From: </a:t>
            </a:r>
            <a:r>
              <a:rPr lang="en-US" dirty="0" err="1"/>
              <a:t>chby_noside_goodfit</a:t>
            </a:r>
            <a:r>
              <a:rPr lang="en-US" dirty="0"/>
              <a:t> eta = 30</a:t>
            </a:r>
          </a:p>
        </p:txBody>
      </p:sp>
      <p:sp>
        <p:nvSpPr>
          <p:cNvPr id="4" name="Slide Number Placeholder 3">
            <a:extLst>
              <a:ext uri="{FF2B5EF4-FFF2-40B4-BE49-F238E27FC236}">
                <a16:creationId xmlns:a16="http://schemas.microsoft.com/office/drawing/2014/main" id="{7BB837E8-AC7A-D128-203C-FF1E688C811E}"/>
              </a:ext>
            </a:extLst>
          </p:cNvPr>
          <p:cNvSpPr>
            <a:spLocks noGrp="1"/>
          </p:cNvSpPr>
          <p:nvPr>
            <p:ph type="sldNum" sz="quarter" idx="5"/>
          </p:nvPr>
        </p:nvSpPr>
        <p:spPr/>
        <p:txBody>
          <a:bodyPr/>
          <a:lstStyle/>
          <a:p>
            <a:fld id="{5CCAEB52-722B-4DEF-828B-5B4E4B98C8AF}" type="slidenum">
              <a:rPr lang="en-US" smtClean="0"/>
              <a:t>152</a:t>
            </a:fld>
            <a:endParaRPr lang="en-US"/>
          </a:p>
        </p:txBody>
      </p:sp>
    </p:spTree>
    <p:extLst>
      <p:ext uri="{BB962C8B-B14F-4D97-AF65-F5344CB8AC3E}">
        <p14:creationId xmlns:p14="http://schemas.microsoft.com/office/powerpoint/2010/main" val="33598772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D7533-C9DD-1F71-858D-FE0D1FAB6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7066D-1663-47EC-60F4-A3D86E09C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EABA2-4EF4-04F8-D7A2-240E65D5AE66}"/>
              </a:ext>
            </a:extLst>
          </p:cNvPr>
          <p:cNvSpPr>
            <a:spLocks noGrp="1"/>
          </p:cNvSpPr>
          <p:nvPr>
            <p:ph type="body" idx="1"/>
          </p:nvPr>
        </p:nvSpPr>
        <p:spPr/>
        <p:txBody>
          <a:bodyPr/>
          <a:lstStyle/>
          <a:p>
            <a:r>
              <a:rPr lang="en-US" dirty="0"/>
              <a:t>From: </a:t>
            </a:r>
            <a:r>
              <a:rPr lang="en-US" dirty="0" err="1"/>
              <a:t>chby_noside_goodfit</a:t>
            </a:r>
            <a:endParaRPr lang="en-US" dirty="0"/>
          </a:p>
        </p:txBody>
      </p:sp>
      <p:sp>
        <p:nvSpPr>
          <p:cNvPr id="4" name="Slide Number Placeholder 3">
            <a:extLst>
              <a:ext uri="{FF2B5EF4-FFF2-40B4-BE49-F238E27FC236}">
                <a16:creationId xmlns:a16="http://schemas.microsoft.com/office/drawing/2014/main" id="{EA2D3F15-2BF8-EF79-C98B-398426A72B79}"/>
              </a:ext>
            </a:extLst>
          </p:cNvPr>
          <p:cNvSpPr>
            <a:spLocks noGrp="1"/>
          </p:cNvSpPr>
          <p:nvPr>
            <p:ph type="sldNum" sz="quarter" idx="5"/>
          </p:nvPr>
        </p:nvSpPr>
        <p:spPr/>
        <p:txBody>
          <a:bodyPr/>
          <a:lstStyle/>
          <a:p>
            <a:fld id="{5CCAEB52-722B-4DEF-828B-5B4E4B98C8AF}" type="slidenum">
              <a:rPr lang="en-US" smtClean="0"/>
              <a:t>153</a:t>
            </a:fld>
            <a:endParaRPr lang="en-US"/>
          </a:p>
        </p:txBody>
      </p:sp>
    </p:spTree>
    <p:extLst>
      <p:ext uri="{BB962C8B-B14F-4D97-AF65-F5344CB8AC3E}">
        <p14:creationId xmlns:p14="http://schemas.microsoft.com/office/powerpoint/2010/main" val="35985785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B6BBD-D5D7-358D-9B17-21CFD777B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F5D4A-37AC-81FE-5E0A-07061FAE2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52D9C1-E6C5-1839-1919-150B7A5A4E53}"/>
              </a:ext>
            </a:extLst>
          </p:cNvPr>
          <p:cNvSpPr>
            <a:spLocks noGrp="1"/>
          </p:cNvSpPr>
          <p:nvPr>
            <p:ph type="body" idx="1"/>
          </p:nvPr>
        </p:nvSpPr>
        <p:spPr/>
        <p:txBody>
          <a:bodyPr/>
          <a:lstStyle/>
          <a:p>
            <a:r>
              <a:rPr lang="en-US" dirty="0"/>
              <a:t>Solve </a:t>
            </a:r>
            <a:r>
              <a:rPr lang="en-US" dirty="0" err="1"/>
              <a:t>cheby_noside_goodfit</a:t>
            </a:r>
            <a:r>
              <a:rPr lang="en-US" dirty="0"/>
              <a:t> in </a:t>
            </a:r>
            <a:r>
              <a:rPr lang="en-US" dirty="0" err="1"/>
              <a:t>colab</a:t>
            </a:r>
            <a:r>
              <a:rPr lang="en-US" dirty="0"/>
              <a:t> then export the current cv to </a:t>
            </a:r>
            <a:r>
              <a:rPr lang="en-US" dirty="0" err="1"/>
              <a:t>Lcc</a:t>
            </a:r>
            <a:r>
              <a:rPr lang="en-US" dirty="0"/>
              <a:t> code </a:t>
            </a:r>
            <a:r>
              <a:rPr lang="en-US" dirty="0" err="1"/>
              <a:t>fieldsfromBS.ipynb</a:t>
            </a:r>
            <a:endParaRPr lang="en-US" dirty="0"/>
          </a:p>
        </p:txBody>
      </p:sp>
      <p:sp>
        <p:nvSpPr>
          <p:cNvPr id="4" name="Slide Number Placeholder 3">
            <a:extLst>
              <a:ext uri="{FF2B5EF4-FFF2-40B4-BE49-F238E27FC236}">
                <a16:creationId xmlns:a16="http://schemas.microsoft.com/office/drawing/2014/main" id="{334BE9A3-937D-691B-E9E5-D252634B0F11}"/>
              </a:ext>
            </a:extLst>
          </p:cNvPr>
          <p:cNvSpPr>
            <a:spLocks noGrp="1"/>
          </p:cNvSpPr>
          <p:nvPr>
            <p:ph type="sldNum" sz="quarter" idx="5"/>
          </p:nvPr>
        </p:nvSpPr>
        <p:spPr/>
        <p:txBody>
          <a:bodyPr/>
          <a:lstStyle/>
          <a:p>
            <a:fld id="{5CCAEB52-722B-4DEF-828B-5B4E4B98C8AF}" type="slidenum">
              <a:rPr lang="en-US" smtClean="0"/>
              <a:t>154</a:t>
            </a:fld>
            <a:endParaRPr lang="en-US"/>
          </a:p>
        </p:txBody>
      </p:sp>
    </p:spTree>
    <p:extLst>
      <p:ext uri="{BB962C8B-B14F-4D97-AF65-F5344CB8AC3E}">
        <p14:creationId xmlns:p14="http://schemas.microsoft.com/office/powerpoint/2010/main" val="13674795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Solve </a:t>
            </a:r>
            <a:r>
              <a:rPr lang="en-US" dirty="0" err="1"/>
              <a:t>cheby_noside_goodfit</a:t>
            </a:r>
            <a:r>
              <a:rPr lang="en-US" dirty="0"/>
              <a:t> (eta = 30) in </a:t>
            </a:r>
            <a:r>
              <a:rPr lang="en-US" dirty="0" err="1"/>
              <a:t>colab</a:t>
            </a:r>
            <a:r>
              <a:rPr lang="en-US" dirty="0"/>
              <a:t> then export the current cv to </a:t>
            </a:r>
            <a:r>
              <a:rPr lang="en-US" dirty="0" err="1"/>
              <a:t>Lcc</a:t>
            </a:r>
            <a:r>
              <a:rPr lang="en-US" dirty="0"/>
              <a:t> code </a:t>
            </a:r>
            <a:r>
              <a:rPr lang="en-US" dirty="0" err="1"/>
              <a:t>fieldsfromBS.ipynb</a:t>
            </a:r>
            <a:endParaRPr lang="en-US" dirty="0"/>
          </a:p>
          <a:p>
            <a:endParaRPr lang="en-US" dirty="0"/>
          </a:p>
        </p:txBody>
      </p:sp>
      <p:sp>
        <p:nvSpPr>
          <p:cNvPr id="4" name="Slide Number Placeholder 3"/>
          <p:cNvSpPr>
            <a:spLocks noGrp="1"/>
          </p:cNvSpPr>
          <p:nvPr>
            <p:ph type="sldNum" sz="quarter" idx="5"/>
          </p:nvPr>
        </p:nvSpPr>
        <p:spPr/>
        <p:txBody>
          <a:bodyPr/>
          <a:lstStyle/>
          <a:p>
            <a:fld id="{5CCAEB52-722B-4DEF-828B-5B4E4B98C8AF}" type="slidenum">
              <a:rPr lang="en-US" smtClean="0"/>
              <a:t>155</a:t>
            </a:fld>
            <a:endParaRPr lang="en-US"/>
          </a:p>
        </p:txBody>
      </p:sp>
    </p:spTree>
    <p:extLst>
      <p:ext uri="{BB962C8B-B14F-4D97-AF65-F5344CB8AC3E}">
        <p14:creationId xmlns:p14="http://schemas.microsoft.com/office/powerpoint/2010/main" val="17403287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current dispersion plot here</a:t>
            </a:r>
          </a:p>
          <a:p>
            <a:endParaRPr lang="en-US" dirty="0"/>
          </a:p>
        </p:txBody>
      </p:sp>
      <p:sp>
        <p:nvSpPr>
          <p:cNvPr id="4" name="Slide Number Placeholder 3"/>
          <p:cNvSpPr>
            <a:spLocks noGrp="1"/>
          </p:cNvSpPr>
          <p:nvPr>
            <p:ph type="sldNum" sz="quarter" idx="5"/>
          </p:nvPr>
        </p:nvSpPr>
        <p:spPr/>
        <p:txBody>
          <a:bodyPr/>
          <a:lstStyle/>
          <a:p>
            <a:fld id="{5CCAEB52-722B-4DEF-828B-5B4E4B98C8AF}" type="slidenum">
              <a:rPr lang="en-US" smtClean="0"/>
              <a:t>156</a:t>
            </a:fld>
            <a:endParaRPr lang="en-US"/>
          </a:p>
        </p:txBody>
      </p:sp>
    </p:spTree>
    <p:extLst>
      <p:ext uri="{BB962C8B-B14F-4D97-AF65-F5344CB8AC3E}">
        <p14:creationId xmlns:p14="http://schemas.microsoft.com/office/powerpoint/2010/main" val="3446603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0A5A-717F-316F-5676-5534C68EC0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A47B67-D70E-C0D5-8D84-23770FA18F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F6F862-E76D-51A8-BC29-F6CC5BD53BF0}"/>
              </a:ext>
            </a:extLst>
          </p:cNvPr>
          <p:cNvSpPr>
            <a:spLocks noGrp="1"/>
          </p:cNvSpPr>
          <p:nvPr>
            <p:ph type="dt" sz="half" idx="10"/>
          </p:nvPr>
        </p:nvSpPr>
        <p:spPr/>
        <p:txBody>
          <a:bodyPr/>
          <a:lstStyle/>
          <a:p>
            <a:fld id="{55526432-A66B-4C53-83E2-651226AB5297}" type="datetime1">
              <a:rPr lang="en-US" smtClean="0"/>
              <a:t>3/6/2026</a:t>
            </a:fld>
            <a:endParaRPr lang="en-US"/>
          </a:p>
        </p:txBody>
      </p:sp>
      <p:sp>
        <p:nvSpPr>
          <p:cNvPr id="5" name="Footer Placeholder 4">
            <a:extLst>
              <a:ext uri="{FF2B5EF4-FFF2-40B4-BE49-F238E27FC236}">
                <a16:creationId xmlns:a16="http://schemas.microsoft.com/office/drawing/2014/main" id="{F3703D02-D496-9D44-7007-9A33E6253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3F7D8-4065-71C3-2E05-D077F5486AA4}"/>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2091665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8AE2-F6D9-832C-3F9B-A501297DA8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53CBD4-FCC0-6054-D9F1-481BE2F0C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59C320-99A5-43EC-D3EC-74F542A56A1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E83A28A-CBAA-AA8F-FDB5-A19075491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AC310-2A65-3D89-F0F0-E0EFD107E1B1}"/>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896115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115-053F-2329-4D70-CD65FAF85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4AD22C-CB9A-EFBE-3E95-BA5060C71F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12140A-65A2-ACCA-3F86-2BDC78E1FC06}"/>
              </a:ext>
            </a:extLst>
          </p:cNvPr>
          <p:cNvSpPr>
            <a:spLocks noGrp="1"/>
          </p:cNvSpPr>
          <p:nvPr>
            <p:ph type="dt" sz="half" idx="10"/>
          </p:nvPr>
        </p:nvSpPr>
        <p:spPr/>
        <p:txBody>
          <a:bodyPr/>
          <a:lstStyle/>
          <a:p>
            <a:fld id="{98DDF77A-5252-4FF5-A688-40BDEB6E5ED2}" type="datetime1">
              <a:rPr lang="en-US" smtClean="0"/>
              <a:t>3/6/2026</a:t>
            </a:fld>
            <a:endParaRPr lang="en-US"/>
          </a:p>
        </p:txBody>
      </p:sp>
      <p:sp>
        <p:nvSpPr>
          <p:cNvPr id="5" name="Footer Placeholder 4">
            <a:extLst>
              <a:ext uri="{FF2B5EF4-FFF2-40B4-BE49-F238E27FC236}">
                <a16:creationId xmlns:a16="http://schemas.microsoft.com/office/drawing/2014/main" id="{16EAF9AC-3A0C-63F3-C178-04B6E1706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A49379-EBD2-35FC-6CC6-2E9F0A945A79}"/>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173901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63E9D-5E2C-B374-A9EB-2B437378AC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B46EA1-654C-A6BB-8E20-6784AA6491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3E7E33-7753-8196-37AD-DF07DB9C10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4D9898-33D9-56CB-846D-E68CAA385CC2}"/>
              </a:ext>
            </a:extLst>
          </p:cNvPr>
          <p:cNvSpPr>
            <a:spLocks noGrp="1"/>
          </p:cNvSpPr>
          <p:nvPr>
            <p:ph type="dt" sz="half" idx="10"/>
          </p:nvPr>
        </p:nvSpPr>
        <p:spPr/>
        <p:txBody>
          <a:bodyPr/>
          <a:lstStyle/>
          <a:p>
            <a:fld id="{2702ACB2-E8F3-4374-8694-EA4B8B7EDF4C}" type="datetime1">
              <a:rPr lang="en-US" smtClean="0"/>
              <a:t>3/6/2026</a:t>
            </a:fld>
            <a:endParaRPr lang="en-US"/>
          </a:p>
        </p:txBody>
      </p:sp>
      <p:sp>
        <p:nvSpPr>
          <p:cNvPr id="6" name="Footer Placeholder 5">
            <a:extLst>
              <a:ext uri="{FF2B5EF4-FFF2-40B4-BE49-F238E27FC236}">
                <a16:creationId xmlns:a16="http://schemas.microsoft.com/office/drawing/2014/main" id="{0EBE5570-F7B7-B5AE-F38E-9DB2C81597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585659-6AB5-722E-C23B-A23ED9951374}"/>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530375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7AB6-5862-ABB5-5065-4C47CF46D0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0D6F48-3755-2F31-4447-32947ACBD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369F8A-2780-EB41-EE24-C44FD7F0D6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955D12-9E23-F931-ABEB-E5C64BF5FF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5F5830-FCFF-D59D-9742-6AA9A23570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75C5B1-39BE-2C73-E5FF-0A3A2422A6BA}"/>
              </a:ext>
            </a:extLst>
          </p:cNvPr>
          <p:cNvSpPr>
            <a:spLocks noGrp="1"/>
          </p:cNvSpPr>
          <p:nvPr>
            <p:ph type="dt" sz="half" idx="10"/>
          </p:nvPr>
        </p:nvSpPr>
        <p:spPr/>
        <p:txBody>
          <a:bodyPr/>
          <a:lstStyle/>
          <a:p>
            <a:fld id="{3A65CE0C-21CB-4EE5-BD9F-D1C421857558}" type="datetime1">
              <a:rPr lang="en-US" smtClean="0"/>
              <a:t>3/6/2026</a:t>
            </a:fld>
            <a:endParaRPr lang="en-US"/>
          </a:p>
        </p:txBody>
      </p:sp>
      <p:sp>
        <p:nvSpPr>
          <p:cNvPr id="8" name="Footer Placeholder 7">
            <a:extLst>
              <a:ext uri="{FF2B5EF4-FFF2-40B4-BE49-F238E27FC236}">
                <a16:creationId xmlns:a16="http://schemas.microsoft.com/office/drawing/2014/main" id="{CC20E72E-5969-699D-E7C2-1A67354FCF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998CEE-C2A9-BC40-0D34-0491CCD6F9FE}"/>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2655984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6F17E-81EA-8BE6-165C-03A0BC3449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203F35-9768-7A0B-56CA-3011A221D03E}"/>
              </a:ext>
            </a:extLst>
          </p:cNvPr>
          <p:cNvSpPr>
            <a:spLocks noGrp="1"/>
          </p:cNvSpPr>
          <p:nvPr>
            <p:ph type="dt" sz="half" idx="10"/>
          </p:nvPr>
        </p:nvSpPr>
        <p:spPr/>
        <p:txBody>
          <a:bodyPr/>
          <a:lstStyle/>
          <a:p>
            <a:fld id="{8CE0E27A-CC42-4C68-A02F-426302DFD0E4}" type="datetime1">
              <a:rPr lang="en-US" smtClean="0"/>
              <a:t>3/6/2026</a:t>
            </a:fld>
            <a:endParaRPr lang="en-US"/>
          </a:p>
        </p:txBody>
      </p:sp>
      <p:sp>
        <p:nvSpPr>
          <p:cNvPr id="4" name="Footer Placeholder 3">
            <a:extLst>
              <a:ext uri="{FF2B5EF4-FFF2-40B4-BE49-F238E27FC236}">
                <a16:creationId xmlns:a16="http://schemas.microsoft.com/office/drawing/2014/main" id="{BDB45260-AB82-5FC8-D784-9DCE687AA5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430AEE-92F6-BA37-ADD6-CF8CD947EF8F}"/>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1389239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FB5580-6E5B-C25C-755C-04F63BED530C}"/>
              </a:ext>
            </a:extLst>
          </p:cNvPr>
          <p:cNvSpPr>
            <a:spLocks noGrp="1"/>
          </p:cNvSpPr>
          <p:nvPr>
            <p:ph type="dt" sz="half" idx="10"/>
          </p:nvPr>
        </p:nvSpPr>
        <p:spPr/>
        <p:txBody>
          <a:bodyPr/>
          <a:lstStyle/>
          <a:p>
            <a:fld id="{D5663FCF-B1D9-4533-9B73-200DAAECDB3E}" type="datetime1">
              <a:rPr lang="en-US" smtClean="0"/>
              <a:t>3/6/2026</a:t>
            </a:fld>
            <a:endParaRPr lang="en-US"/>
          </a:p>
        </p:txBody>
      </p:sp>
      <p:sp>
        <p:nvSpPr>
          <p:cNvPr id="3" name="Footer Placeholder 2">
            <a:extLst>
              <a:ext uri="{FF2B5EF4-FFF2-40B4-BE49-F238E27FC236}">
                <a16:creationId xmlns:a16="http://schemas.microsoft.com/office/drawing/2014/main" id="{811708C3-593D-BD79-A55F-A752ADB43A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2E6591-84B3-44DD-994B-3D8C1E0BB431}"/>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1836667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C5AC6-58AB-76F7-9D9A-244ABB2AB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788922-1F0C-52E0-B32C-D5707F4213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1DB944-75F8-8E74-2129-05A0B12A7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BF1AB7-7661-A3DB-3542-6445D0EF865F}"/>
              </a:ext>
            </a:extLst>
          </p:cNvPr>
          <p:cNvSpPr>
            <a:spLocks noGrp="1"/>
          </p:cNvSpPr>
          <p:nvPr>
            <p:ph type="dt" sz="half" idx="10"/>
          </p:nvPr>
        </p:nvSpPr>
        <p:spPr/>
        <p:txBody>
          <a:bodyPr/>
          <a:lstStyle/>
          <a:p>
            <a:fld id="{FEA6DFC0-EC32-4422-A5A4-B27F68213F3E}" type="datetime1">
              <a:rPr lang="en-US" smtClean="0"/>
              <a:t>3/6/2026</a:t>
            </a:fld>
            <a:endParaRPr lang="en-US"/>
          </a:p>
        </p:txBody>
      </p:sp>
      <p:sp>
        <p:nvSpPr>
          <p:cNvPr id="6" name="Footer Placeholder 5">
            <a:extLst>
              <a:ext uri="{FF2B5EF4-FFF2-40B4-BE49-F238E27FC236}">
                <a16:creationId xmlns:a16="http://schemas.microsoft.com/office/drawing/2014/main" id="{D27789CE-C18D-19A5-DF0A-D1BAD64E1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73E6F4-FFEC-4989-4CD9-146C47A4E4D8}"/>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3588593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02963-8D5D-F587-F116-98135FC01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178F66-5C05-53F6-0C86-8F3533B697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589BC4-6D5A-23FA-03FF-1B722829A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A1DCD1-10D3-C923-1D91-EDD9E522B771}"/>
              </a:ext>
            </a:extLst>
          </p:cNvPr>
          <p:cNvSpPr>
            <a:spLocks noGrp="1"/>
          </p:cNvSpPr>
          <p:nvPr>
            <p:ph type="dt" sz="half" idx="10"/>
          </p:nvPr>
        </p:nvSpPr>
        <p:spPr/>
        <p:txBody>
          <a:bodyPr/>
          <a:lstStyle/>
          <a:p>
            <a:fld id="{E2331F5C-B01B-420A-A5EB-0C80EB788E26}" type="datetime1">
              <a:rPr lang="en-US" smtClean="0"/>
              <a:t>3/6/2026</a:t>
            </a:fld>
            <a:endParaRPr lang="en-US"/>
          </a:p>
        </p:txBody>
      </p:sp>
      <p:sp>
        <p:nvSpPr>
          <p:cNvPr id="6" name="Footer Placeholder 5">
            <a:extLst>
              <a:ext uri="{FF2B5EF4-FFF2-40B4-BE49-F238E27FC236}">
                <a16:creationId xmlns:a16="http://schemas.microsoft.com/office/drawing/2014/main" id="{5A010579-7509-9CEF-19B6-895782C260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86A31B-9E6A-62D1-D57D-05E553C5B8A5}"/>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3793096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C6325-A034-A56F-B567-B4344DC7C8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8DB0E5-2450-EE18-F68C-10113B4523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381F1D-4AA3-2B7C-3097-BEC42550EA0B}"/>
              </a:ext>
            </a:extLst>
          </p:cNvPr>
          <p:cNvSpPr>
            <a:spLocks noGrp="1"/>
          </p:cNvSpPr>
          <p:nvPr>
            <p:ph type="dt" sz="half" idx="10"/>
          </p:nvPr>
        </p:nvSpPr>
        <p:spPr/>
        <p:txBody>
          <a:bodyPr/>
          <a:lstStyle/>
          <a:p>
            <a:fld id="{AE4082B5-C555-4160-A8C5-E536709E82F0}" type="datetime1">
              <a:rPr lang="en-US" smtClean="0"/>
              <a:t>3/6/2026</a:t>
            </a:fld>
            <a:endParaRPr lang="en-US"/>
          </a:p>
        </p:txBody>
      </p:sp>
      <p:sp>
        <p:nvSpPr>
          <p:cNvPr id="5" name="Footer Placeholder 4">
            <a:extLst>
              <a:ext uri="{FF2B5EF4-FFF2-40B4-BE49-F238E27FC236}">
                <a16:creationId xmlns:a16="http://schemas.microsoft.com/office/drawing/2014/main" id="{1FC90F91-83AF-894A-2296-BAAEB788C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0A6E7-A974-4CEF-A0AA-60CD7725CAEC}"/>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2992670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47A0A4-B004-9814-C1C8-8BF2095D3B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EBAF4-3C6D-FBC9-1C89-E05B1919BA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E40A00-1453-E793-413D-AEC8BC120BA5}"/>
              </a:ext>
            </a:extLst>
          </p:cNvPr>
          <p:cNvSpPr>
            <a:spLocks noGrp="1"/>
          </p:cNvSpPr>
          <p:nvPr>
            <p:ph type="dt" sz="half" idx="10"/>
          </p:nvPr>
        </p:nvSpPr>
        <p:spPr/>
        <p:txBody>
          <a:bodyPr/>
          <a:lstStyle/>
          <a:p>
            <a:fld id="{3CED8B51-C786-4AF6-B0F7-E04E389AE6A0}" type="datetime1">
              <a:rPr lang="en-US" smtClean="0"/>
              <a:t>3/6/2026</a:t>
            </a:fld>
            <a:endParaRPr lang="en-US"/>
          </a:p>
        </p:txBody>
      </p:sp>
      <p:sp>
        <p:nvSpPr>
          <p:cNvPr id="5" name="Footer Placeholder 4">
            <a:extLst>
              <a:ext uri="{FF2B5EF4-FFF2-40B4-BE49-F238E27FC236}">
                <a16:creationId xmlns:a16="http://schemas.microsoft.com/office/drawing/2014/main" id="{6E889FEF-7D42-AEA9-0F59-F05CDA8939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4DB54-8206-0616-D931-E65113936236}"/>
              </a:ext>
            </a:extLst>
          </p:cNvPr>
          <p:cNvSpPr>
            <a:spLocks noGrp="1"/>
          </p:cNvSpPr>
          <p:nvPr>
            <p:ph type="sldNum" sz="quarter" idx="12"/>
          </p:nvPr>
        </p:nvSpPr>
        <p:spPr/>
        <p:txBody>
          <a:bodyPr/>
          <a:lstStyle/>
          <a:p>
            <a:fld id="{5D474BC6-09C9-4ED8-ADF6-087D6F25D5BC}" type="slidenum">
              <a:rPr lang="en-US" smtClean="0"/>
              <a:t>‹#›</a:t>
            </a:fld>
            <a:endParaRPr lang="en-US"/>
          </a:p>
        </p:txBody>
      </p:sp>
    </p:spTree>
    <p:extLst>
      <p:ext uri="{BB962C8B-B14F-4D97-AF65-F5344CB8AC3E}">
        <p14:creationId xmlns:p14="http://schemas.microsoft.com/office/powerpoint/2010/main" val="3133453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ACAE18-68BD-4319-16D6-A91DBCBA29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DAFFD6-48D8-FDEB-EA8B-3F28FC963B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F1883-3B17-1C3D-696B-686C7D874B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307132-4E99-465C-81C0-A81A3A5ACBA8}" type="datetime1">
              <a:rPr lang="en-US" smtClean="0"/>
              <a:t>3/6/2026</a:t>
            </a:fld>
            <a:endParaRPr lang="en-US"/>
          </a:p>
        </p:txBody>
      </p:sp>
      <p:sp>
        <p:nvSpPr>
          <p:cNvPr id="5" name="Footer Placeholder 4">
            <a:extLst>
              <a:ext uri="{FF2B5EF4-FFF2-40B4-BE49-F238E27FC236}">
                <a16:creationId xmlns:a16="http://schemas.microsoft.com/office/drawing/2014/main" id="{9FB49CAF-6A87-79E2-6547-5F6EE47A2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BD7869-D9F0-E631-84BA-319297420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474BC6-09C9-4ED8-ADF6-087D6F25D5BC}" type="slidenum">
              <a:rPr lang="en-US" smtClean="0"/>
              <a:t>‹#›</a:t>
            </a:fld>
            <a:endParaRPr lang="en-US"/>
          </a:p>
        </p:txBody>
      </p:sp>
    </p:spTree>
    <p:extLst>
      <p:ext uri="{BB962C8B-B14F-4D97-AF65-F5344CB8AC3E}">
        <p14:creationId xmlns:p14="http://schemas.microsoft.com/office/powerpoint/2010/main" val="942642956"/>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23.png"/><Relationship Id="rId21" Type="http://schemas.openxmlformats.org/officeDocument/2006/relationships/image" Target="../media/image14.png"/><Relationship Id="rId34" Type="http://schemas.openxmlformats.org/officeDocument/2006/relationships/customXml" Target="../ink/ink17.xml"/><Relationship Id="rId42" Type="http://schemas.openxmlformats.org/officeDocument/2006/relationships/customXml" Target="../ink/ink21.xml"/><Relationship Id="rId47" Type="http://schemas.openxmlformats.org/officeDocument/2006/relationships/image" Target="../media/image27.png"/><Relationship Id="rId50" Type="http://schemas.openxmlformats.org/officeDocument/2006/relationships/customXml" Target="../ink/ink25.xml"/><Relationship Id="rId55" Type="http://schemas.openxmlformats.org/officeDocument/2006/relationships/image" Target="../media/image31.png"/><Relationship Id="rId7" Type="http://schemas.openxmlformats.org/officeDocument/2006/relationships/image" Target="../media/image7.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8.png"/><Relationship Id="rId11" Type="http://schemas.openxmlformats.org/officeDocument/2006/relationships/image" Target="../media/image9.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22.png"/><Relationship Id="rId40" Type="http://schemas.openxmlformats.org/officeDocument/2006/relationships/customXml" Target="../ink/ink20.xml"/><Relationship Id="rId45" Type="http://schemas.openxmlformats.org/officeDocument/2006/relationships/image" Target="../media/image26.png"/><Relationship Id="rId53" Type="http://schemas.openxmlformats.org/officeDocument/2006/relationships/image" Target="../media/image30.png"/><Relationship Id="rId5" Type="http://schemas.openxmlformats.org/officeDocument/2006/relationships/image" Target="../media/image6.png"/><Relationship Id="rId19" Type="http://schemas.openxmlformats.org/officeDocument/2006/relationships/image" Target="../media/image13.png"/><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7.png"/><Relationship Id="rId30" Type="http://schemas.openxmlformats.org/officeDocument/2006/relationships/customXml" Target="../ink/ink15.xml"/><Relationship Id="rId35" Type="http://schemas.openxmlformats.org/officeDocument/2006/relationships/image" Target="../media/image21.png"/><Relationship Id="rId43" Type="http://schemas.openxmlformats.org/officeDocument/2006/relationships/image" Target="../media/image25.png"/><Relationship Id="rId48" Type="http://schemas.openxmlformats.org/officeDocument/2006/relationships/customXml" Target="../ink/ink24.xml"/><Relationship Id="rId56" Type="http://schemas.openxmlformats.org/officeDocument/2006/relationships/customXml" Target="../ink/ink28.xml"/><Relationship Id="rId8" Type="http://schemas.openxmlformats.org/officeDocument/2006/relationships/customXml" Target="../ink/ink4.xml"/><Relationship Id="rId51" Type="http://schemas.openxmlformats.org/officeDocument/2006/relationships/image" Target="../media/image29.png"/><Relationship Id="rId3" Type="http://schemas.openxmlformats.org/officeDocument/2006/relationships/image" Target="../media/image5.png"/><Relationship Id="rId12" Type="http://schemas.openxmlformats.org/officeDocument/2006/relationships/customXml" Target="../ink/ink6.xml"/><Relationship Id="rId17" Type="http://schemas.openxmlformats.org/officeDocument/2006/relationships/image" Target="../media/image12.png"/><Relationship Id="rId25" Type="http://schemas.openxmlformats.org/officeDocument/2006/relationships/image" Target="../media/image16.png"/><Relationship Id="rId33" Type="http://schemas.openxmlformats.org/officeDocument/2006/relationships/image" Target="../media/image20.png"/><Relationship Id="rId38" Type="http://schemas.openxmlformats.org/officeDocument/2006/relationships/customXml" Target="../ink/ink19.xml"/><Relationship Id="rId46" Type="http://schemas.openxmlformats.org/officeDocument/2006/relationships/customXml" Target="../ink/ink23.xml"/><Relationship Id="rId20" Type="http://schemas.openxmlformats.org/officeDocument/2006/relationships/customXml" Target="../ink/ink10.xml"/><Relationship Id="rId41" Type="http://schemas.openxmlformats.org/officeDocument/2006/relationships/image" Target="../media/image24.png"/><Relationship Id="rId54"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customXml" Target="../ink/ink3.xml"/><Relationship Id="rId15" Type="http://schemas.openxmlformats.org/officeDocument/2006/relationships/image" Target="../media/image11.png"/><Relationship Id="rId23" Type="http://schemas.openxmlformats.org/officeDocument/2006/relationships/image" Target="../media/image15.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8.png"/><Relationship Id="rId57" Type="http://schemas.openxmlformats.org/officeDocument/2006/relationships/image" Target="../media/image32.png"/><Relationship Id="rId10" Type="http://schemas.openxmlformats.org/officeDocument/2006/relationships/customXml" Target="../ink/ink5.xml"/><Relationship Id="rId31" Type="http://schemas.openxmlformats.org/officeDocument/2006/relationships/image" Target="../media/image19.png"/><Relationship Id="rId44" Type="http://schemas.openxmlformats.org/officeDocument/2006/relationships/customXml" Target="../ink/ink22.xml"/><Relationship Id="rId52" Type="http://schemas.openxmlformats.org/officeDocument/2006/relationships/customXml" Target="../ink/ink26.xml"/></Relationships>
</file>

<file path=ppt/slides/_rels/slide7.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38.png"/><Relationship Id="rId18" Type="http://schemas.openxmlformats.org/officeDocument/2006/relationships/customXml" Target="../ink/ink37.xml"/><Relationship Id="rId26" Type="http://schemas.openxmlformats.org/officeDocument/2006/relationships/customXml" Target="../ink/ink41.xml"/><Relationship Id="rId3" Type="http://schemas.openxmlformats.org/officeDocument/2006/relationships/image" Target="../media/image33.png"/><Relationship Id="rId21" Type="http://schemas.openxmlformats.org/officeDocument/2006/relationships/image" Target="../media/image42.png"/><Relationship Id="rId7" Type="http://schemas.openxmlformats.org/officeDocument/2006/relationships/image" Target="../media/image35.png"/><Relationship Id="rId12" Type="http://schemas.openxmlformats.org/officeDocument/2006/relationships/customXml" Target="../ink/ink34.xml"/><Relationship Id="rId17" Type="http://schemas.openxmlformats.org/officeDocument/2006/relationships/image" Target="../media/image40.png"/><Relationship Id="rId25" Type="http://schemas.openxmlformats.org/officeDocument/2006/relationships/image" Target="../media/image44.png"/><Relationship Id="rId2" Type="http://schemas.openxmlformats.org/officeDocument/2006/relationships/customXml" Target="../ink/ink29.xml"/><Relationship Id="rId16" Type="http://schemas.openxmlformats.org/officeDocument/2006/relationships/customXml" Target="../ink/ink36.xml"/><Relationship Id="rId20" Type="http://schemas.openxmlformats.org/officeDocument/2006/relationships/customXml" Target="../ink/ink38.xml"/><Relationship Id="rId29"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customXml" Target="../ink/ink31.xml"/><Relationship Id="rId11" Type="http://schemas.openxmlformats.org/officeDocument/2006/relationships/image" Target="../media/image37.png"/><Relationship Id="rId24" Type="http://schemas.openxmlformats.org/officeDocument/2006/relationships/customXml" Target="../ink/ink40.xml"/><Relationship Id="rId5" Type="http://schemas.openxmlformats.org/officeDocument/2006/relationships/image" Target="../media/image34.png"/><Relationship Id="rId15" Type="http://schemas.openxmlformats.org/officeDocument/2006/relationships/image" Target="../media/image39.png"/><Relationship Id="rId23" Type="http://schemas.openxmlformats.org/officeDocument/2006/relationships/image" Target="../media/image43.png"/><Relationship Id="rId28" Type="http://schemas.openxmlformats.org/officeDocument/2006/relationships/customXml" Target="../ink/ink42.xml"/><Relationship Id="rId10" Type="http://schemas.openxmlformats.org/officeDocument/2006/relationships/customXml" Target="../ink/ink33.xml"/><Relationship Id="rId19" Type="http://schemas.openxmlformats.org/officeDocument/2006/relationships/image" Target="../media/image41.png"/><Relationship Id="rId31" Type="http://schemas.openxmlformats.org/officeDocument/2006/relationships/image" Target="../media/image47.png"/><Relationship Id="rId4" Type="http://schemas.openxmlformats.org/officeDocument/2006/relationships/customXml" Target="../ink/ink30.xml"/><Relationship Id="rId9" Type="http://schemas.openxmlformats.org/officeDocument/2006/relationships/image" Target="../media/image36.png"/><Relationship Id="rId14" Type="http://schemas.openxmlformats.org/officeDocument/2006/relationships/customXml" Target="../ink/ink35.xml"/><Relationship Id="rId22" Type="http://schemas.openxmlformats.org/officeDocument/2006/relationships/customXml" Target="../ink/ink39.xml"/><Relationship Id="rId27" Type="http://schemas.openxmlformats.org/officeDocument/2006/relationships/image" Target="../media/image45.png"/><Relationship Id="rId30" Type="http://schemas.openxmlformats.org/officeDocument/2006/relationships/customXml" Target="../ink/ink43.xml"/></Relationships>
</file>

<file path=ppt/slides/_rels/slide8.xml.rels><?xml version="1.0" encoding="UTF-8" standalone="yes"?>
<Relationships xmlns="http://schemas.openxmlformats.org/package/2006/relationships"><Relationship Id="rId13" Type="http://schemas.openxmlformats.org/officeDocument/2006/relationships/image" Target="../media/image53.png"/><Relationship Id="rId18" Type="http://schemas.openxmlformats.org/officeDocument/2006/relationships/customXml" Target="../ink/ink52.xml"/><Relationship Id="rId26" Type="http://schemas.openxmlformats.org/officeDocument/2006/relationships/customXml" Target="../ink/ink56.xml"/><Relationship Id="rId39" Type="http://schemas.openxmlformats.org/officeDocument/2006/relationships/image" Target="../media/image66.png"/><Relationship Id="rId21" Type="http://schemas.openxmlformats.org/officeDocument/2006/relationships/image" Target="../media/image57.png"/><Relationship Id="rId34" Type="http://schemas.openxmlformats.org/officeDocument/2006/relationships/customXml" Target="../ink/ink60.xml"/><Relationship Id="rId42" Type="http://schemas.openxmlformats.org/officeDocument/2006/relationships/customXml" Target="../ink/ink64.xml"/><Relationship Id="rId47" Type="http://schemas.openxmlformats.org/officeDocument/2006/relationships/image" Target="../media/image70.png"/><Relationship Id="rId50" Type="http://schemas.openxmlformats.org/officeDocument/2006/relationships/customXml" Target="../ink/ink68.xml"/><Relationship Id="rId55" Type="http://schemas.openxmlformats.org/officeDocument/2006/relationships/image" Target="../media/image74.png"/><Relationship Id="rId7" Type="http://schemas.openxmlformats.org/officeDocument/2006/relationships/image" Target="../media/image50.png"/><Relationship Id="rId2" Type="http://schemas.openxmlformats.org/officeDocument/2006/relationships/customXml" Target="../ink/ink44.xml"/><Relationship Id="rId16" Type="http://schemas.openxmlformats.org/officeDocument/2006/relationships/customXml" Target="../ink/ink51.xml"/><Relationship Id="rId29" Type="http://schemas.openxmlformats.org/officeDocument/2006/relationships/image" Target="../media/image61.png"/><Relationship Id="rId11" Type="http://schemas.openxmlformats.org/officeDocument/2006/relationships/image" Target="../media/image52.png"/><Relationship Id="rId24" Type="http://schemas.openxmlformats.org/officeDocument/2006/relationships/customXml" Target="../ink/ink55.xml"/><Relationship Id="rId32" Type="http://schemas.openxmlformats.org/officeDocument/2006/relationships/customXml" Target="../ink/ink59.xml"/><Relationship Id="rId37" Type="http://schemas.openxmlformats.org/officeDocument/2006/relationships/image" Target="../media/image65.png"/><Relationship Id="rId40" Type="http://schemas.openxmlformats.org/officeDocument/2006/relationships/customXml" Target="../ink/ink63.xml"/><Relationship Id="rId45" Type="http://schemas.openxmlformats.org/officeDocument/2006/relationships/image" Target="../media/image69.png"/><Relationship Id="rId53" Type="http://schemas.openxmlformats.org/officeDocument/2006/relationships/image" Target="../media/image73.png"/><Relationship Id="rId58" Type="http://schemas.openxmlformats.org/officeDocument/2006/relationships/customXml" Target="../ink/ink72.xml"/><Relationship Id="rId5" Type="http://schemas.openxmlformats.org/officeDocument/2006/relationships/image" Target="../media/image49.png"/><Relationship Id="rId19" Type="http://schemas.openxmlformats.org/officeDocument/2006/relationships/image" Target="../media/image56.png"/><Relationship Id="rId4" Type="http://schemas.openxmlformats.org/officeDocument/2006/relationships/customXml" Target="../ink/ink45.xml"/><Relationship Id="rId9" Type="http://schemas.openxmlformats.org/officeDocument/2006/relationships/image" Target="../media/image51.png"/><Relationship Id="rId14" Type="http://schemas.openxmlformats.org/officeDocument/2006/relationships/customXml" Target="../ink/ink50.xml"/><Relationship Id="rId22" Type="http://schemas.openxmlformats.org/officeDocument/2006/relationships/customXml" Target="../ink/ink54.xml"/><Relationship Id="rId27" Type="http://schemas.openxmlformats.org/officeDocument/2006/relationships/image" Target="../media/image60.png"/><Relationship Id="rId30" Type="http://schemas.openxmlformats.org/officeDocument/2006/relationships/customXml" Target="../ink/ink58.xml"/><Relationship Id="rId35" Type="http://schemas.openxmlformats.org/officeDocument/2006/relationships/image" Target="../media/image64.png"/><Relationship Id="rId43" Type="http://schemas.openxmlformats.org/officeDocument/2006/relationships/image" Target="../media/image68.png"/><Relationship Id="rId48" Type="http://schemas.openxmlformats.org/officeDocument/2006/relationships/customXml" Target="../ink/ink67.xml"/><Relationship Id="rId56" Type="http://schemas.openxmlformats.org/officeDocument/2006/relationships/customXml" Target="../ink/ink71.xml"/><Relationship Id="rId8" Type="http://schemas.openxmlformats.org/officeDocument/2006/relationships/customXml" Target="../ink/ink47.xml"/><Relationship Id="rId51" Type="http://schemas.openxmlformats.org/officeDocument/2006/relationships/image" Target="../media/image72.png"/><Relationship Id="rId3" Type="http://schemas.openxmlformats.org/officeDocument/2006/relationships/image" Target="../media/image48.png"/><Relationship Id="rId12" Type="http://schemas.openxmlformats.org/officeDocument/2006/relationships/customXml" Target="../ink/ink49.xml"/><Relationship Id="rId17" Type="http://schemas.openxmlformats.org/officeDocument/2006/relationships/image" Target="../media/image55.png"/><Relationship Id="rId25" Type="http://schemas.openxmlformats.org/officeDocument/2006/relationships/image" Target="../media/image59.png"/><Relationship Id="rId33" Type="http://schemas.openxmlformats.org/officeDocument/2006/relationships/image" Target="../media/image63.png"/><Relationship Id="rId38" Type="http://schemas.openxmlformats.org/officeDocument/2006/relationships/customXml" Target="../ink/ink62.xml"/><Relationship Id="rId46" Type="http://schemas.openxmlformats.org/officeDocument/2006/relationships/customXml" Target="../ink/ink66.xml"/><Relationship Id="rId59" Type="http://schemas.openxmlformats.org/officeDocument/2006/relationships/image" Target="../media/image76.png"/><Relationship Id="rId20" Type="http://schemas.openxmlformats.org/officeDocument/2006/relationships/customXml" Target="../ink/ink53.xml"/><Relationship Id="rId41" Type="http://schemas.openxmlformats.org/officeDocument/2006/relationships/image" Target="../media/image67.png"/><Relationship Id="rId54" Type="http://schemas.openxmlformats.org/officeDocument/2006/relationships/customXml" Target="../ink/ink70.xml"/><Relationship Id="rId1" Type="http://schemas.openxmlformats.org/officeDocument/2006/relationships/slideLayout" Target="../slideLayouts/slideLayout2.xml"/><Relationship Id="rId6" Type="http://schemas.openxmlformats.org/officeDocument/2006/relationships/customXml" Target="../ink/ink46.xml"/><Relationship Id="rId15" Type="http://schemas.openxmlformats.org/officeDocument/2006/relationships/image" Target="../media/image54.png"/><Relationship Id="rId23" Type="http://schemas.openxmlformats.org/officeDocument/2006/relationships/image" Target="../media/image58.png"/><Relationship Id="rId28" Type="http://schemas.openxmlformats.org/officeDocument/2006/relationships/customXml" Target="../ink/ink57.xml"/><Relationship Id="rId36" Type="http://schemas.openxmlformats.org/officeDocument/2006/relationships/customXml" Target="../ink/ink61.xml"/><Relationship Id="rId49" Type="http://schemas.openxmlformats.org/officeDocument/2006/relationships/image" Target="../media/image71.png"/><Relationship Id="rId57" Type="http://schemas.openxmlformats.org/officeDocument/2006/relationships/image" Target="../media/image75.png"/><Relationship Id="rId10" Type="http://schemas.openxmlformats.org/officeDocument/2006/relationships/customXml" Target="../ink/ink48.xml"/><Relationship Id="rId31" Type="http://schemas.openxmlformats.org/officeDocument/2006/relationships/image" Target="../media/image62.png"/><Relationship Id="rId44" Type="http://schemas.openxmlformats.org/officeDocument/2006/relationships/customXml" Target="../ink/ink65.xml"/><Relationship Id="rId52" Type="http://schemas.openxmlformats.org/officeDocument/2006/relationships/customXml" Target="../ink/ink69.xml"/></Relationships>
</file>

<file path=ppt/slides/_rels/slide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customXml" Target="../ink/ink76.xml"/><Relationship Id="rId13"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2.png"/><Relationship Id="rId12" Type="http://schemas.openxmlformats.org/officeDocument/2006/relationships/customXml" Target="../ink/ink78.xml"/><Relationship Id="rId17" Type="http://schemas.openxmlformats.org/officeDocument/2006/relationships/image" Target="../media/image88.png"/><Relationship Id="rId2" Type="http://schemas.openxmlformats.org/officeDocument/2006/relationships/customXml" Target="../ink/ink73.xml"/><Relationship Id="rId16"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customXml" Target="../ink/ink75.xml"/><Relationship Id="rId11" Type="http://schemas.openxmlformats.org/officeDocument/2006/relationships/image" Target="../media/image84.png"/><Relationship Id="rId5" Type="http://schemas.openxmlformats.org/officeDocument/2006/relationships/image" Target="../media/image81.png"/><Relationship Id="rId15" Type="http://schemas.openxmlformats.org/officeDocument/2006/relationships/image" Target="../media/image86.png"/><Relationship Id="rId10" Type="http://schemas.openxmlformats.org/officeDocument/2006/relationships/customXml" Target="../ink/ink77.xml"/><Relationship Id="rId4" Type="http://schemas.openxmlformats.org/officeDocument/2006/relationships/customXml" Target="../ink/ink74.xml"/><Relationship Id="rId9" Type="http://schemas.openxmlformats.org/officeDocument/2006/relationships/image" Target="../media/image83.png"/><Relationship Id="rId14" Type="http://schemas.openxmlformats.org/officeDocument/2006/relationships/customXml" Target="../ink/ink79.xml"/></Relationships>
</file>

<file path=ppt/slides/_rels/slide1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64.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1560.png"/><Relationship Id="rId7" Type="http://schemas.openxmlformats.org/officeDocument/2006/relationships/image" Target="../media/image160.png"/><Relationship Id="rId2" Type="http://schemas.openxmlformats.org/officeDocument/2006/relationships/image" Target="../media/image1550.png"/><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s>
</file>

<file path=ppt/slides/_rels/slide65.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image" Target="../media/image166.png"/><Relationship Id="rId7" Type="http://schemas.openxmlformats.org/officeDocument/2006/relationships/image" Target="../media/image170.png"/><Relationship Id="rId2" Type="http://schemas.openxmlformats.org/officeDocument/2006/relationships/image" Target="../media/image165.png"/><Relationship Id="rId1" Type="http://schemas.openxmlformats.org/officeDocument/2006/relationships/slideLayout" Target="../slideLayouts/slideLayout2.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s>
</file>

<file path=ppt/slides/_rels/slide6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 Id="rId5" Type="http://schemas.openxmlformats.org/officeDocument/2006/relationships/image" Target="../media/image174.png"/><Relationship Id="rId4" Type="http://schemas.openxmlformats.org/officeDocument/2006/relationships/image" Target="../media/image1730.png"/></Relationships>
</file>

<file path=ppt/slides/_rels/slide6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 Id="rId4" Type="http://schemas.openxmlformats.org/officeDocument/2006/relationships/image" Target="../media/image177.png"/></Relationships>
</file>

<file path=ppt/slides/_rels/slide68.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8.png"/><Relationship Id="rId1" Type="http://schemas.openxmlformats.org/officeDocument/2006/relationships/slideLayout" Target="../slideLayouts/slideLayout2.xml"/><Relationship Id="rId4" Type="http://schemas.openxmlformats.org/officeDocument/2006/relationships/image" Target="../media/image183.png"/></Relationships>
</file>

<file path=ppt/slides/_rels/slide71.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189.png"/></Relationships>
</file>

<file path=ppt/slides/_rels/slide74.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5.png"/><Relationship Id="rId1" Type="http://schemas.openxmlformats.org/officeDocument/2006/relationships/slideLayout" Target="../slideLayouts/slideLayout2.xml"/><Relationship Id="rId5" Type="http://schemas.openxmlformats.org/officeDocument/2006/relationships/image" Target="../media/image192.png"/><Relationship Id="rId4" Type="http://schemas.openxmlformats.org/officeDocument/2006/relationships/image" Target="../media/image191.png"/></Relationships>
</file>

<file path=ppt/slides/_rels/slide75.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195.png"/><Relationship Id="rId1" Type="http://schemas.openxmlformats.org/officeDocument/2006/relationships/slideLayout" Target="../slideLayouts/slideLayout2.xml"/><Relationship Id="rId5" Type="http://schemas.openxmlformats.org/officeDocument/2006/relationships/image" Target="../media/image194.png"/><Relationship Id="rId4" Type="http://schemas.openxmlformats.org/officeDocument/2006/relationships/image" Target="../media/image193.png"/></Relationships>
</file>

<file path=ppt/slides/_rels/slide76.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195.png"/><Relationship Id="rId1" Type="http://schemas.openxmlformats.org/officeDocument/2006/relationships/slideLayout" Target="../slideLayouts/slideLayout2.xml"/><Relationship Id="rId5" Type="http://schemas.openxmlformats.org/officeDocument/2006/relationships/image" Target="../media/image198.png"/><Relationship Id="rId4" Type="http://schemas.openxmlformats.org/officeDocument/2006/relationships/image" Target="../media/image197.png"/></Relationships>
</file>

<file path=ppt/slides/_rels/slide77.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8.png"/><Relationship Id="rId1" Type="http://schemas.openxmlformats.org/officeDocument/2006/relationships/slideLayout" Target="../slideLayouts/slideLayout2.xml"/><Relationship Id="rId5" Type="http://schemas.openxmlformats.org/officeDocument/2006/relationships/image" Target="../media/image201.png"/><Relationship Id="rId4" Type="http://schemas.openxmlformats.org/officeDocument/2006/relationships/image" Target="../media/image200.png"/></Relationships>
</file>

<file path=ppt/slides/_rels/slide78.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04.png"/><Relationship Id="rId4" Type="http://schemas.openxmlformats.org/officeDocument/2006/relationships/image" Target="../media/image203.png"/></Relationships>
</file>

<file path=ppt/slides/_rels/slide79.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07.png"/><Relationship Id="rId4" Type="http://schemas.openxmlformats.org/officeDocument/2006/relationships/image" Target="../media/image206.png"/></Relationships>
</file>

<file path=ppt/slides/_rels/slide80.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09.png"/><Relationship Id="rId1" Type="http://schemas.openxmlformats.org/officeDocument/2006/relationships/slideLayout" Target="../slideLayouts/slideLayout2.xml"/><Relationship Id="rId5" Type="http://schemas.openxmlformats.org/officeDocument/2006/relationships/image" Target="../media/image212.png"/><Relationship Id="rId4" Type="http://schemas.openxmlformats.org/officeDocument/2006/relationships/image" Target="../media/image210.png"/></Relationships>
</file>

<file path=ppt/slides/_rels/slide81.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14.png"/><Relationship Id="rId4" Type="http://schemas.openxmlformats.org/officeDocument/2006/relationships/image" Target="../media/image21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image" Target="../media/image2140.png"/><Relationship Id="rId1" Type="http://schemas.openxmlformats.org/officeDocument/2006/relationships/slideLayout" Target="../slideLayouts/slideLayout2.xml"/><Relationship Id="rId6" Type="http://schemas.openxmlformats.org/officeDocument/2006/relationships/image" Target="../media/image219.png"/><Relationship Id="rId5" Type="http://schemas.openxmlformats.org/officeDocument/2006/relationships/image" Target="../media/image218.png"/><Relationship Id="rId4" Type="http://schemas.openxmlformats.org/officeDocument/2006/relationships/image" Target="../media/image217.png"/></Relationships>
</file>

<file path=ppt/slides/_rels/slide8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40.png"/><Relationship Id="rId1" Type="http://schemas.openxmlformats.org/officeDocument/2006/relationships/slideLayout" Target="../slideLayouts/slideLayout2.xml"/><Relationship Id="rId6" Type="http://schemas.openxmlformats.org/officeDocument/2006/relationships/image" Target="../media/image223.png"/><Relationship Id="rId5" Type="http://schemas.openxmlformats.org/officeDocument/2006/relationships/image" Target="../media/image222.png"/><Relationship Id="rId4" Type="http://schemas.openxmlformats.org/officeDocument/2006/relationships/image" Target="../media/image221.png"/></Relationships>
</file>

<file path=ppt/slides/_rels/slide8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40.png"/><Relationship Id="rId1" Type="http://schemas.openxmlformats.org/officeDocument/2006/relationships/slideLayout" Target="../slideLayouts/slideLayout2.xml"/><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24.png"/></Relationships>
</file>

<file path=ppt/slides/_rels/slide8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27.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s>
</file>

<file path=ppt/slides/_rels/slide87.xml.rels><?xml version="1.0" encoding="UTF-8" standalone="yes"?>
<Relationships xmlns="http://schemas.openxmlformats.org/package/2006/relationships"><Relationship Id="rId3" Type="http://schemas.openxmlformats.org/officeDocument/2006/relationships/image" Target="../media/image231.png"/><Relationship Id="rId7" Type="http://schemas.openxmlformats.org/officeDocument/2006/relationships/image" Target="../media/image235.png"/><Relationship Id="rId2" Type="http://schemas.openxmlformats.org/officeDocument/2006/relationships/image" Target="../media/image227.png"/><Relationship Id="rId1" Type="http://schemas.openxmlformats.org/officeDocument/2006/relationships/slideLayout" Target="../slideLayouts/slideLayout2.xml"/><Relationship Id="rId6" Type="http://schemas.openxmlformats.org/officeDocument/2006/relationships/image" Target="../media/image234.png"/><Relationship Id="rId5" Type="http://schemas.openxmlformats.org/officeDocument/2006/relationships/image" Target="../media/image233.png"/><Relationship Id="rId4" Type="http://schemas.openxmlformats.org/officeDocument/2006/relationships/image" Target="../media/image232.png"/></Relationships>
</file>

<file path=ppt/slides/_rels/slide88.xml.rels><?xml version="1.0" encoding="UTF-8" standalone="yes"?>
<Relationships xmlns="http://schemas.openxmlformats.org/package/2006/relationships"><Relationship Id="rId8" Type="http://schemas.openxmlformats.org/officeDocument/2006/relationships/image" Target="../media/image239.png"/><Relationship Id="rId3" Type="http://schemas.openxmlformats.org/officeDocument/2006/relationships/image" Target="../media/image236.png"/><Relationship Id="rId7" Type="http://schemas.openxmlformats.org/officeDocument/2006/relationships/image" Target="../media/image23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37.png"/><Relationship Id="rId5" Type="http://schemas.openxmlformats.org/officeDocument/2006/relationships/image" Target="../media/image232.png"/><Relationship Id="rId4" Type="http://schemas.openxmlformats.org/officeDocument/2006/relationships/image" Target="../media/image2360.png"/></Relationships>
</file>

<file path=ppt/slides/_rels/slide89.x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image" Target="../media/image240.png"/><Relationship Id="rId7" Type="http://schemas.openxmlformats.org/officeDocument/2006/relationships/image" Target="../media/image24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2.png"/><Relationship Id="rId5" Type="http://schemas.openxmlformats.org/officeDocument/2006/relationships/image" Target="../media/image232.png"/><Relationship Id="rId4" Type="http://schemas.openxmlformats.org/officeDocument/2006/relationships/image" Target="../media/image241.png"/></Relationships>
</file>

<file path=ppt/slides/_rels/slide90.xml.rels><?xml version="1.0" encoding="UTF-8" standalone="yes"?>
<Relationships xmlns="http://schemas.openxmlformats.org/package/2006/relationships"><Relationship Id="rId3" Type="http://schemas.openxmlformats.org/officeDocument/2006/relationships/image" Target="../media/image2360.png"/><Relationship Id="rId2" Type="http://schemas.openxmlformats.org/officeDocument/2006/relationships/image" Target="../media/image227.png"/><Relationship Id="rId1" Type="http://schemas.openxmlformats.org/officeDocument/2006/relationships/slideLayout" Target="../slideLayouts/slideLayout2.xml"/><Relationship Id="rId6" Type="http://schemas.openxmlformats.org/officeDocument/2006/relationships/image" Target="../media/image246.png"/><Relationship Id="rId5" Type="http://schemas.openxmlformats.org/officeDocument/2006/relationships/image" Target="../media/image245.png"/><Relationship Id="rId4" Type="http://schemas.openxmlformats.org/officeDocument/2006/relationships/image" Target="../media/image23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image" Target="../media/image24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9.png"/><Relationship Id="rId1" Type="http://schemas.openxmlformats.org/officeDocument/2006/relationships/slideLayout" Target="../slideLayouts/slideLayout2.xml"/><Relationship Id="rId6" Type="http://schemas.openxmlformats.org/officeDocument/2006/relationships/image" Target="../media/image253.png"/><Relationship Id="rId5" Type="http://schemas.openxmlformats.org/officeDocument/2006/relationships/image" Target="../media/image252.png"/><Relationship Id="rId4" Type="http://schemas.openxmlformats.org/officeDocument/2006/relationships/image" Target="../media/image251.png"/></Relationships>
</file>

<file path=ppt/slides/_rels/slide94.x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image" Target="../media/image240.png"/><Relationship Id="rId7" Type="http://schemas.openxmlformats.org/officeDocument/2006/relationships/image" Target="../media/image24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2.png"/><Relationship Id="rId5" Type="http://schemas.openxmlformats.org/officeDocument/2006/relationships/image" Target="../media/image232.png"/><Relationship Id="rId4" Type="http://schemas.openxmlformats.org/officeDocument/2006/relationships/image" Target="../media/image241.png"/></Relationships>
</file>

<file path=ppt/slides/_rels/slide95.xml.rels><?xml version="1.0" encoding="UTF-8" standalone="yes"?>
<Relationships xmlns="http://schemas.openxmlformats.org/package/2006/relationships"><Relationship Id="rId8" Type="http://schemas.openxmlformats.org/officeDocument/2006/relationships/image" Target="../media/image257.png"/><Relationship Id="rId3" Type="http://schemas.openxmlformats.org/officeDocument/2006/relationships/image" Target="../media/image254.png"/><Relationship Id="rId7" Type="http://schemas.openxmlformats.org/officeDocument/2006/relationships/image" Target="../media/image25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55.png"/><Relationship Id="rId5" Type="http://schemas.openxmlformats.org/officeDocument/2006/relationships/image" Target="../media/image232.png"/><Relationship Id="rId4" Type="http://schemas.openxmlformats.org/officeDocument/2006/relationships/image" Target="../media/image241.png"/></Relationships>
</file>

<file path=ppt/slides/_rels/slide96.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236.png"/><Relationship Id="rId1" Type="http://schemas.openxmlformats.org/officeDocument/2006/relationships/slideLayout" Target="../slideLayouts/slideLayout2.xml"/><Relationship Id="rId6" Type="http://schemas.openxmlformats.org/officeDocument/2006/relationships/image" Target="../media/image261.png"/><Relationship Id="rId5" Type="http://schemas.openxmlformats.org/officeDocument/2006/relationships/image" Target="../media/image260.png"/><Relationship Id="rId4" Type="http://schemas.openxmlformats.org/officeDocument/2006/relationships/image" Target="../media/image259.png"/></Relationships>
</file>

<file path=ppt/slides/_rels/slide97.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262.png"/><Relationship Id="rId1" Type="http://schemas.openxmlformats.org/officeDocument/2006/relationships/slideLayout" Target="../slideLayouts/slideLayout2.xml"/><Relationship Id="rId6" Type="http://schemas.openxmlformats.org/officeDocument/2006/relationships/image" Target="../media/image265.png"/><Relationship Id="rId5" Type="http://schemas.openxmlformats.org/officeDocument/2006/relationships/image" Target="../media/image264.png"/><Relationship Id="rId4" Type="http://schemas.openxmlformats.org/officeDocument/2006/relationships/image" Target="../media/image263.png"/></Relationships>
</file>

<file path=ppt/slides/_rels/slide98.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266.png"/><Relationship Id="rId1" Type="http://schemas.openxmlformats.org/officeDocument/2006/relationships/slideLayout" Target="../slideLayouts/slideLayout2.xml"/><Relationship Id="rId4" Type="http://schemas.openxmlformats.org/officeDocument/2006/relationships/image" Target="../media/image267.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image" Target="../media/image240.png"/><Relationship Id="rId7" Type="http://schemas.openxmlformats.org/officeDocument/2006/relationships/image" Target="../media/image24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2.png"/><Relationship Id="rId5" Type="http://schemas.openxmlformats.org/officeDocument/2006/relationships/image" Target="../media/image232.png"/><Relationship Id="rId4" Type="http://schemas.openxmlformats.org/officeDocument/2006/relationships/image" Target="../media/image241.png"/></Relationships>
</file>

<file path=ppt/slides/_rels/slide102.x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image" Target="../media/image240.png"/><Relationship Id="rId7" Type="http://schemas.openxmlformats.org/officeDocument/2006/relationships/image" Target="../media/image24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2.png"/><Relationship Id="rId5" Type="http://schemas.openxmlformats.org/officeDocument/2006/relationships/image" Target="../media/image232.png"/><Relationship Id="rId4" Type="http://schemas.openxmlformats.org/officeDocument/2006/relationships/image" Target="../media/image241.png"/></Relationships>
</file>

<file path=ppt/slides/_rels/slide103.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107.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1560.png"/><Relationship Id="rId7" Type="http://schemas.openxmlformats.org/officeDocument/2006/relationships/image" Target="../media/image160.png"/><Relationship Id="rId2" Type="http://schemas.openxmlformats.org/officeDocument/2006/relationships/image" Target="../media/image1550.png"/><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s>
</file>

<file path=ppt/slides/_rels/slide108.xml.rels><?xml version="1.0" encoding="UTF-8" standalone="yes"?>
<Relationships xmlns="http://schemas.openxmlformats.org/package/2006/relationships"><Relationship Id="rId8" Type="http://schemas.openxmlformats.org/officeDocument/2006/relationships/image" Target="../media/image272.png"/><Relationship Id="rId3" Type="http://schemas.openxmlformats.org/officeDocument/2006/relationships/image" Target="../media/image270.png"/><Relationship Id="rId7" Type="http://schemas.openxmlformats.org/officeDocument/2006/relationships/image" Target="../media/image271.png"/><Relationship Id="rId2" Type="http://schemas.openxmlformats.org/officeDocument/2006/relationships/image" Target="../media/image269.png"/><Relationship Id="rId1" Type="http://schemas.openxmlformats.org/officeDocument/2006/relationships/slideLayout" Target="../slideLayouts/slideLayout2.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s>
</file>

<file path=ppt/slides/_rels/slide10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2.xml"/><Relationship Id="rId5" Type="http://schemas.openxmlformats.org/officeDocument/2006/relationships/image" Target="../media/image174.png"/><Relationship Id="rId4" Type="http://schemas.openxmlformats.org/officeDocument/2006/relationships/image" Target="../media/image1730.png"/></Relationships>
</file>

<file path=ppt/slides/_rels/slide110.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4.png"/><Relationship Id="rId5" Type="http://schemas.openxmlformats.org/officeDocument/2006/relationships/image" Target="../media/image203.png"/><Relationship Id="rId4" Type="http://schemas.openxmlformats.org/officeDocument/2006/relationships/image" Target="../media/image205.png"/></Relationships>
</file>

<file path=ppt/slides/_rels/slide113.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4.png"/><Relationship Id="rId1" Type="http://schemas.openxmlformats.org/officeDocument/2006/relationships/slideLayout" Target="../slideLayouts/slideLayout2.xml"/><Relationship Id="rId6" Type="http://schemas.openxmlformats.org/officeDocument/2006/relationships/image" Target="../media/image278.png"/><Relationship Id="rId5" Type="http://schemas.openxmlformats.org/officeDocument/2006/relationships/image" Target="../media/image277.png"/><Relationship Id="rId4" Type="http://schemas.openxmlformats.org/officeDocument/2006/relationships/image" Target="../media/image276.png"/></Relationships>
</file>

<file path=ppt/slides/_rels/slide114.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07.png"/><Relationship Id="rId4" Type="http://schemas.openxmlformats.org/officeDocument/2006/relationships/image" Target="../media/image206.png"/></Relationships>
</file>

<file path=ppt/slides/_rels/slide115.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image" Target="../media/image274.png"/><Relationship Id="rId1" Type="http://schemas.openxmlformats.org/officeDocument/2006/relationships/slideLayout" Target="../slideLayouts/slideLayout2.xml"/><Relationship Id="rId6" Type="http://schemas.openxmlformats.org/officeDocument/2006/relationships/image" Target="../media/image282.png"/><Relationship Id="rId5" Type="http://schemas.openxmlformats.org/officeDocument/2006/relationships/image" Target="../media/image281.png"/><Relationship Id="rId4" Type="http://schemas.openxmlformats.org/officeDocument/2006/relationships/image" Target="../media/image280.png"/></Relationships>
</file>

<file path=ppt/slides/_rels/slide116.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09.png"/><Relationship Id="rId1" Type="http://schemas.openxmlformats.org/officeDocument/2006/relationships/slideLayout" Target="../slideLayouts/slideLayout2.xml"/><Relationship Id="rId5" Type="http://schemas.openxmlformats.org/officeDocument/2006/relationships/image" Target="../media/image212.png"/><Relationship Id="rId4" Type="http://schemas.openxmlformats.org/officeDocument/2006/relationships/image" Target="../media/image210.png"/></Relationships>
</file>

<file path=ppt/slides/_rels/slide117.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74.png"/><Relationship Id="rId1" Type="http://schemas.openxmlformats.org/officeDocument/2006/relationships/slideLayout" Target="../slideLayouts/slideLayout2.xml"/><Relationship Id="rId6" Type="http://schemas.openxmlformats.org/officeDocument/2006/relationships/image" Target="../media/image286.png"/><Relationship Id="rId5" Type="http://schemas.openxmlformats.org/officeDocument/2006/relationships/image" Target="../media/image285.png"/><Relationship Id="rId4" Type="http://schemas.openxmlformats.org/officeDocument/2006/relationships/image" Target="../media/image284.png"/></Relationships>
</file>

<file path=ppt/slides/_rels/slide118.xml.rels><?xml version="1.0" encoding="UTF-8" standalone="yes"?>
<Relationships xmlns="http://schemas.openxmlformats.org/package/2006/relationships"><Relationship Id="rId8" Type="http://schemas.openxmlformats.org/officeDocument/2006/relationships/image" Target="../media/image286.png"/><Relationship Id="rId3" Type="http://schemas.openxmlformats.org/officeDocument/2006/relationships/image" Target="../media/image276.png"/><Relationship Id="rId7" Type="http://schemas.openxmlformats.org/officeDocument/2006/relationships/image" Target="../media/image285.png"/><Relationship Id="rId2" Type="http://schemas.openxmlformats.org/officeDocument/2006/relationships/image" Target="../media/image287.png"/><Relationship Id="rId1" Type="http://schemas.openxmlformats.org/officeDocument/2006/relationships/slideLayout" Target="../slideLayouts/slideLayout2.xml"/><Relationship Id="rId6" Type="http://schemas.openxmlformats.org/officeDocument/2006/relationships/image" Target="../media/image282.png"/><Relationship Id="rId11" Type="http://schemas.openxmlformats.org/officeDocument/2006/relationships/image" Target="../media/image290.png"/><Relationship Id="rId5" Type="http://schemas.openxmlformats.org/officeDocument/2006/relationships/image" Target="../media/image281.png"/><Relationship Id="rId10" Type="http://schemas.openxmlformats.org/officeDocument/2006/relationships/image" Target="../media/image289.png"/><Relationship Id="rId4" Type="http://schemas.openxmlformats.org/officeDocument/2006/relationships/image" Target="../media/image277.png"/><Relationship Id="rId9" Type="http://schemas.openxmlformats.org/officeDocument/2006/relationships/image" Target="../media/image288.png"/></Relationships>
</file>

<file path=ppt/slides/_rels/slide119.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image" Target="../media/image291.png"/><Relationship Id="rId1" Type="http://schemas.openxmlformats.org/officeDocument/2006/relationships/slideLayout" Target="../slideLayouts/slideLayout2.xml"/><Relationship Id="rId4" Type="http://schemas.openxmlformats.org/officeDocument/2006/relationships/image" Target="../media/image293.png"/></Relationships>
</file>

<file path=ppt/slides/_rels/slide120.xml.rels><?xml version="1.0" encoding="UTF-8" standalone="yes"?>
<Relationships xmlns="http://schemas.openxmlformats.org/package/2006/relationships"><Relationship Id="rId8" Type="http://schemas.openxmlformats.org/officeDocument/2006/relationships/image" Target="../media/image292.png"/><Relationship Id="rId3" Type="http://schemas.openxmlformats.org/officeDocument/2006/relationships/image" Target="../media/image294.png"/><Relationship Id="rId7" Type="http://schemas.openxmlformats.org/officeDocument/2006/relationships/image" Target="../media/image23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95.png"/></Relationships>
</file>

<file path=ppt/slides/_rels/slide121.xml.rels><?xml version="1.0" encoding="UTF-8" standalone="yes"?>
<Relationships xmlns="http://schemas.openxmlformats.org/package/2006/relationships"><Relationship Id="rId3" Type="http://schemas.openxmlformats.org/officeDocument/2006/relationships/image" Target="../media/image297.png"/><Relationship Id="rId2" Type="http://schemas.openxmlformats.org/officeDocument/2006/relationships/image" Target="../media/image296.png"/><Relationship Id="rId1" Type="http://schemas.openxmlformats.org/officeDocument/2006/relationships/slideLayout" Target="../slideLayouts/slideLayout2.xml"/><Relationship Id="rId6" Type="http://schemas.openxmlformats.org/officeDocument/2006/relationships/image" Target="../media/image292.png"/><Relationship Id="rId5" Type="http://schemas.openxmlformats.org/officeDocument/2006/relationships/image" Target="../media/image246.png"/><Relationship Id="rId4" Type="http://schemas.openxmlformats.org/officeDocument/2006/relationships/image" Target="../media/image245.png"/></Relationships>
</file>

<file path=ppt/slides/_rels/slide122.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24.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25.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26.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27.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28.xml.rels><?xml version="1.0" encoding="UTF-8" standalone="yes"?>
<Relationships xmlns="http://schemas.openxmlformats.org/package/2006/relationships"><Relationship Id="rId3" Type="http://schemas.openxmlformats.org/officeDocument/2006/relationships/image" Target="../media/image236.png"/><Relationship Id="rId7" Type="http://schemas.openxmlformats.org/officeDocument/2006/relationships/image" Target="../media/image23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36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14.png"/><Relationship Id="rId4" Type="http://schemas.openxmlformats.org/officeDocument/2006/relationships/image" Target="../media/image213.png"/></Relationships>
</file>

<file path=ppt/slides/_rels/slide131.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4.png"/><Relationship Id="rId5" Type="http://schemas.openxmlformats.org/officeDocument/2006/relationships/image" Target="../media/image303.png"/><Relationship Id="rId4" Type="http://schemas.openxmlformats.org/officeDocument/2006/relationships/image" Target="../media/image302.png"/></Relationships>
</file>

<file path=ppt/slides/_rels/slide132.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08.png"/><Relationship Id="rId5" Type="http://schemas.openxmlformats.org/officeDocument/2006/relationships/image" Target="../media/image307.png"/><Relationship Id="rId4" Type="http://schemas.openxmlformats.org/officeDocument/2006/relationships/image" Target="../media/image306.png"/></Relationships>
</file>

<file path=ppt/slides/_rels/slide133.xml.rels><?xml version="1.0" encoding="UTF-8" standalone="yes"?>
<Relationships xmlns="http://schemas.openxmlformats.org/package/2006/relationships"><Relationship Id="rId3" Type="http://schemas.openxmlformats.org/officeDocument/2006/relationships/image" Target="../media/image30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12.png"/><Relationship Id="rId5" Type="http://schemas.openxmlformats.org/officeDocument/2006/relationships/image" Target="../media/image311.png"/><Relationship Id="rId4" Type="http://schemas.openxmlformats.org/officeDocument/2006/relationships/image" Target="../media/image310.png"/></Relationships>
</file>

<file path=ppt/slides/_rels/slide134.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16.png"/><Relationship Id="rId5" Type="http://schemas.openxmlformats.org/officeDocument/2006/relationships/image" Target="../media/image315.png"/><Relationship Id="rId4" Type="http://schemas.openxmlformats.org/officeDocument/2006/relationships/image" Target="../media/image314.png"/></Relationships>
</file>

<file path=ppt/slides/_rels/slide135.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image" Target="../media/image319.png"/><Relationship Id="rId4" Type="http://schemas.openxmlformats.org/officeDocument/2006/relationships/image" Target="../media/image318.png"/></Relationships>
</file>

<file path=ppt/slides/_rels/slide136.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24.png"/><Relationship Id="rId5" Type="http://schemas.openxmlformats.org/officeDocument/2006/relationships/image" Target="../media/image323.png"/><Relationship Id="rId4" Type="http://schemas.openxmlformats.org/officeDocument/2006/relationships/image" Target="../media/image322.png"/></Relationships>
</file>

<file path=ppt/slides/_rels/slide137.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28.png"/><Relationship Id="rId5" Type="http://schemas.openxmlformats.org/officeDocument/2006/relationships/image" Target="../media/image327.png"/><Relationship Id="rId4" Type="http://schemas.openxmlformats.org/officeDocument/2006/relationships/image" Target="../media/image326.png"/></Relationships>
</file>

<file path=ppt/slides/_rels/slide138.xml.rels><?xml version="1.0" encoding="UTF-8" standalone="yes"?>
<Relationships xmlns="http://schemas.openxmlformats.org/package/2006/relationships"><Relationship Id="rId3" Type="http://schemas.openxmlformats.org/officeDocument/2006/relationships/image" Target="../media/image32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32.png"/><Relationship Id="rId5" Type="http://schemas.openxmlformats.org/officeDocument/2006/relationships/image" Target="../media/image331.png"/><Relationship Id="rId4" Type="http://schemas.openxmlformats.org/officeDocument/2006/relationships/image" Target="../media/image330.png"/></Relationships>
</file>

<file path=ppt/slides/_rels/slide139.xml.rels><?xml version="1.0" encoding="UTF-8" standalone="yes"?>
<Relationships xmlns="http://schemas.openxmlformats.org/package/2006/relationships"><Relationship Id="rId3" Type="http://schemas.openxmlformats.org/officeDocument/2006/relationships/image" Target="../media/image33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36.png"/><Relationship Id="rId5" Type="http://schemas.openxmlformats.org/officeDocument/2006/relationships/image" Target="../media/image335.png"/><Relationship Id="rId4" Type="http://schemas.openxmlformats.org/officeDocument/2006/relationships/image" Target="../media/image334.png"/></Relationships>
</file>

<file path=ppt/slides/_rels/slide140.xml.rels><?xml version="1.0" encoding="UTF-8" standalone="yes"?>
<Relationships xmlns="http://schemas.openxmlformats.org/package/2006/relationships"><Relationship Id="rId3" Type="http://schemas.openxmlformats.org/officeDocument/2006/relationships/image" Target="../media/image33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40.png"/><Relationship Id="rId5" Type="http://schemas.openxmlformats.org/officeDocument/2006/relationships/image" Target="../media/image339.png"/><Relationship Id="rId4" Type="http://schemas.openxmlformats.org/officeDocument/2006/relationships/image" Target="../media/image338.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14.png"/><Relationship Id="rId4" Type="http://schemas.openxmlformats.org/officeDocument/2006/relationships/image" Target="../media/image213.png"/></Relationships>
</file>

<file path=ppt/slides/_rels/slide143.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16.png"/><Relationship Id="rId5" Type="http://schemas.openxmlformats.org/officeDocument/2006/relationships/image" Target="../media/image315.png"/><Relationship Id="rId4" Type="http://schemas.openxmlformats.org/officeDocument/2006/relationships/image" Target="../media/image314.png"/></Relationships>
</file>

<file path=ppt/slides/_rels/slide144.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image" Target="../media/image319.png"/><Relationship Id="rId4" Type="http://schemas.openxmlformats.org/officeDocument/2006/relationships/image" Target="../media/image318.png"/></Relationships>
</file>

<file path=ppt/slides/_rels/slide145.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44.png"/><Relationship Id="rId5" Type="http://schemas.openxmlformats.org/officeDocument/2006/relationships/image" Target="../media/image343.png"/><Relationship Id="rId4" Type="http://schemas.openxmlformats.org/officeDocument/2006/relationships/image" Target="../media/image342.png"/></Relationships>
</file>

<file path=ppt/slides/_rels/slide146.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48.png"/><Relationship Id="rId5" Type="http://schemas.openxmlformats.org/officeDocument/2006/relationships/image" Target="../media/image347.png"/><Relationship Id="rId4" Type="http://schemas.openxmlformats.org/officeDocument/2006/relationships/image" Target="../media/image346.png"/></Relationships>
</file>

<file path=ppt/slides/_rels/slide147.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image" Target="../media/image291.png"/><Relationship Id="rId1" Type="http://schemas.openxmlformats.org/officeDocument/2006/relationships/slideLayout" Target="../slideLayouts/slideLayout2.xml"/><Relationship Id="rId6" Type="http://schemas.openxmlformats.org/officeDocument/2006/relationships/image" Target="../media/image351.png"/><Relationship Id="rId5" Type="http://schemas.openxmlformats.org/officeDocument/2006/relationships/image" Target="../media/image350.png"/><Relationship Id="rId4" Type="http://schemas.openxmlformats.org/officeDocument/2006/relationships/image" Target="../media/image349.png"/></Relationships>
</file>

<file path=ppt/slides/_rels/slide148.xml.rels><?xml version="1.0" encoding="UTF-8" standalone="yes"?>
<Relationships xmlns="http://schemas.openxmlformats.org/package/2006/relationships"><Relationship Id="rId3" Type="http://schemas.openxmlformats.org/officeDocument/2006/relationships/image" Target="../media/image294.png"/><Relationship Id="rId7" Type="http://schemas.openxmlformats.org/officeDocument/2006/relationships/image" Target="../media/image23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95.png"/></Relationships>
</file>

<file path=ppt/slides/_rels/slide149.xml.rels><?xml version="1.0" encoding="UTF-8" standalone="yes"?>
<Relationships xmlns="http://schemas.openxmlformats.org/package/2006/relationships"><Relationship Id="rId3" Type="http://schemas.openxmlformats.org/officeDocument/2006/relationships/image" Target="../media/image352.png"/><Relationship Id="rId7" Type="http://schemas.openxmlformats.org/officeDocument/2006/relationships/image" Target="../media/image35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55.png"/><Relationship Id="rId5" Type="http://schemas.openxmlformats.org/officeDocument/2006/relationships/image" Target="../media/image354.png"/><Relationship Id="rId4" Type="http://schemas.openxmlformats.org/officeDocument/2006/relationships/image" Target="../media/image353.png"/></Relationships>
</file>

<file path=ppt/slides/_rels/slide150.xml.rels><?xml version="1.0" encoding="UTF-8" standalone="yes"?>
<Relationships xmlns="http://schemas.openxmlformats.org/package/2006/relationships"><Relationship Id="rId3" Type="http://schemas.openxmlformats.org/officeDocument/2006/relationships/image" Target="../media/image35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59.png"/><Relationship Id="rId4" Type="http://schemas.openxmlformats.org/officeDocument/2006/relationships/image" Target="../media/image358.png"/></Relationships>
</file>

<file path=ppt/slides/_rels/slide151.xml.rels><?xml version="1.0" encoding="UTF-8" standalone="yes"?>
<Relationships xmlns="http://schemas.openxmlformats.org/package/2006/relationships"><Relationship Id="rId2" Type="http://schemas.openxmlformats.org/officeDocument/2006/relationships/image" Target="../media/image361.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36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64.png"/><Relationship Id="rId4" Type="http://schemas.openxmlformats.org/officeDocument/2006/relationships/image" Target="../media/image363.png"/></Relationships>
</file>

<file path=ppt/slides/_rels/slide153.xml.rels><?xml version="1.0" encoding="UTF-8" standalone="yes"?>
<Relationships xmlns="http://schemas.openxmlformats.org/package/2006/relationships"><Relationship Id="rId3" Type="http://schemas.openxmlformats.org/officeDocument/2006/relationships/image" Target="../media/image36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8" Type="http://schemas.openxmlformats.org/officeDocument/2006/relationships/image" Target="../media/image371.png"/><Relationship Id="rId3" Type="http://schemas.openxmlformats.org/officeDocument/2006/relationships/image" Target="../media/image366.png"/><Relationship Id="rId7" Type="http://schemas.openxmlformats.org/officeDocument/2006/relationships/image" Target="../media/image370.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69.png"/><Relationship Id="rId5" Type="http://schemas.openxmlformats.org/officeDocument/2006/relationships/image" Target="../media/image368.png"/><Relationship Id="rId4" Type="http://schemas.openxmlformats.org/officeDocument/2006/relationships/image" Target="../media/image367.png"/><Relationship Id="rId9" Type="http://schemas.openxmlformats.org/officeDocument/2006/relationships/image" Target="../media/image372.png"/></Relationships>
</file>

<file path=ppt/slides/_rels/slide155.xml.rels><?xml version="1.0" encoding="UTF-8" standalone="yes"?>
<Relationships xmlns="http://schemas.openxmlformats.org/package/2006/relationships"><Relationship Id="rId3" Type="http://schemas.openxmlformats.org/officeDocument/2006/relationships/image" Target="../media/image373.png"/><Relationship Id="rId7" Type="http://schemas.openxmlformats.org/officeDocument/2006/relationships/image" Target="../media/image37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76.png"/><Relationship Id="rId5" Type="http://schemas.openxmlformats.org/officeDocument/2006/relationships/image" Target="../media/image375.png"/><Relationship Id="rId4" Type="http://schemas.openxmlformats.org/officeDocument/2006/relationships/image" Target="../media/image374.png"/></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378.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8" Type="http://schemas.openxmlformats.org/officeDocument/2006/relationships/image" Target="../media/image385.png"/><Relationship Id="rId3" Type="http://schemas.openxmlformats.org/officeDocument/2006/relationships/image" Target="../media/image380.png"/><Relationship Id="rId7" Type="http://schemas.openxmlformats.org/officeDocument/2006/relationships/image" Target="../media/image384.png"/><Relationship Id="rId2" Type="http://schemas.openxmlformats.org/officeDocument/2006/relationships/image" Target="../media/image379.png"/><Relationship Id="rId1" Type="http://schemas.openxmlformats.org/officeDocument/2006/relationships/slideLayout" Target="../slideLayouts/slideLayout2.xml"/><Relationship Id="rId6" Type="http://schemas.openxmlformats.org/officeDocument/2006/relationships/image" Target="../media/image383.png"/><Relationship Id="rId5" Type="http://schemas.openxmlformats.org/officeDocument/2006/relationships/image" Target="../media/image382.png"/><Relationship Id="rId4" Type="http://schemas.openxmlformats.org/officeDocument/2006/relationships/image" Target="../media/image381.png"/><Relationship Id="rId9" Type="http://schemas.openxmlformats.org/officeDocument/2006/relationships/image" Target="../media/image38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88.png"/><Relationship Id="rId2" Type="http://schemas.openxmlformats.org/officeDocument/2006/relationships/image" Target="../media/image387.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89.png"/><Relationship Id="rId2" Type="http://schemas.openxmlformats.org/officeDocument/2006/relationships/image" Target="../media/image38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9346-9F12-34F3-187B-F20B7CC8831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BFC09F1-CD78-584A-FCCD-59BF72BACB93}"/>
              </a:ext>
            </a:extLst>
          </p:cNvPr>
          <p:cNvSpPr>
            <a:spLocks noGrp="1"/>
          </p:cNvSpPr>
          <p:nvPr>
            <p:ph type="subTitle" idx="1"/>
          </p:nvPr>
        </p:nvSpPr>
        <p:spPr/>
        <p:txBody>
          <a:bodyPr/>
          <a:lstStyle/>
          <a:p>
            <a:endParaRPr lang="en-US"/>
          </a:p>
        </p:txBody>
      </p:sp>
      <p:sp>
        <p:nvSpPr>
          <p:cNvPr id="4" name="Date Placeholder 3">
            <a:extLst>
              <a:ext uri="{FF2B5EF4-FFF2-40B4-BE49-F238E27FC236}">
                <a16:creationId xmlns:a16="http://schemas.microsoft.com/office/drawing/2014/main" id="{0FF79CF9-6766-027B-41D8-37B5C5BCA757}"/>
              </a:ext>
            </a:extLst>
          </p:cNvPr>
          <p:cNvSpPr>
            <a:spLocks noGrp="1"/>
          </p:cNvSpPr>
          <p:nvPr>
            <p:ph type="dt" sz="half" idx="10"/>
          </p:nvPr>
        </p:nvSpPr>
        <p:spPr/>
        <p:txBody>
          <a:bodyPr/>
          <a:lstStyle/>
          <a:p>
            <a:fld id="{BB723DB2-B4EB-405A-B8D8-3CCE3A7BD433}" type="datetime1">
              <a:rPr lang="en-US" smtClean="0"/>
              <a:t>3/6/2026</a:t>
            </a:fld>
            <a:endParaRPr lang="en-US"/>
          </a:p>
        </p:txBody>
      </p:sp>
      <p:sp>
        <p:nvSpPr>
          <p:cNvPr id="5" name="Footer Placeholder 4">
            <a:extLst>
              <a:ext uri="{FF2B5EF4-FFF2-40B4-BE49-F238E27FC236}">
                <a16:creationId xmlns:a16="http://schemas.microsoft.com/office/drawing/2014/main" id="{5774E188-0B8A-38DD-7273-A17127539A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199A38-4D1E-9E57-C663-351B9E3BECBE}"/>
              </a:ext>
            </a:extLst>
          </p:cNvPr>
          <p:cNvSpPr>
            <a:spLocks noGrp="1"/>
          </p:cNvSpPr>
          <p:nvPr>
            <p:ph type="sldNum" sz="quarter" idx="12"/>
          </p:nvPr>
        </p:nvSpPr>
        <p:spPr/>
        <p:txBody>
          <a:bodyPr/>
          <a:lstStyle/>
          <a:p>
            <a:fld id="{5D474BC6-09C9-4ED8-ADF6-087D6F25D5BC}" type="slidenum">
              <a:rPr lang="en-US" smtClean="0"/>
              <a:t>1</a:t>
            </a:fld>
            <a:endParaRPr lang="en-US"/>
          </a:p>
        </p:txBody>
      </p:sp>
    </p:spTree>
    <p:extLst>
      <p:ext uri="{BB962C8B-B14F-4D97-AF65-F5344CB8AC3E}">
        <p14:creationId xmlns:p14="http://schemas.microsoft.com/office/powerpoint/2010/main" val="1605458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94555C-7BAE-EAEF-6363-B83A1E788A0D}"/>
              </a:ext>
            </a:extLst>
          </p:cNvPr>
          <p:cNvPicPr>
            <a:picLocks noChangeAspect="1"/>
          </p:cNvPicPr>
          <p:nvPr/>
        </p:nvPicPr>
        <p:blipFill>
          <a:blip r:embed="rId2"/>
          <a:stretch>
            <a:fillRect/>
          </a:stretch>
        </p:blipFill>
        <p:spPr>
          <a:xfrm>
            <a:off x="860501" y="533067"/>
            <a:ext cx="10470997" cy="5962983"/>
          </a:xfrm>
          <a:prstGeom prst="rect">
            <a:avLst/>
          </a:prstGeom>
        </p:spPr>
      </p:pic>
      <p:sp>
        <p:nvSpPr>
          <p:cNvPr id="2" name="Date Placeholder 1">
            <a:extLst>
              <a:ext uri="{FF2B5EF4-FFF2-40B4-BE49-F238E27FC236}">
                <a16:creationId xmlns:a16="http://schemas.microsoft.com/office/drawing/2014/main" id="{A0ACF02A-8CA7-8B16-1C8E-9B51F2FFF073}"/>
              </a:ext>
            </a:extLst>
          </p:cNvPr>
          <p:cNvSpPr>
            <a:spLocks noGrp="1"/>
          </p:cNvSpPr>
          <p:nvPr>
            <p:ph type="dt" sz="half" idx="10"/>
          </p:nvPr>
        </p:nvSpPr>
        <p:spPr/>
        <p:txBody>
          <a:bodyPr/>
          <a:lstStyle/>
          <a:p>
            <a:fld id="{E4D60C30-291F-486A-A02C-428415545A1E}" type="datetime1">
              <a:rPr lang="en-US" smtClean="0"/>
              <a:t>3/6/2026</a:t>
            </a:fld>
            <a:endParaRPr lang="en-US"/>
          </a:p>
        </p:txBody>
      </p:sp>
      <p:sp>
        <p:nvSpPr>
          <p:cNvPr id="3" name="Footer Placeholder 2">
            <a:extLst>
              <a:ext uri="{FF2B5EF4-FFF2-40B4-BE49-F238E27FC236}">
                <a16:creationId xmlns:a16="http://schemas.microsoft.com/office/drawing/2014/main" id="{676D7443-EDFD-40C8-4073-55B7AD5009F9}"/>
              </a:ext>
            </a:extLst>
          </p:cNvPr>
          <p:cNvSpPr>
            <a:spLocks noGrp="1"/>
          </p:cNvSpPr>
          <p:nvPr>
            <p:ph type="ftr" sz="quarter" idx="11"/>
          </p:nvPr>
        </p:nvSpPr>
        <p:spPr/>
        <p:txBody>
          <a:bodyPr/>
          <a:lstStyle/>
          <a:p>
            <a:r>
              <a:rPr lang="en-US"/>
              <a:t>Jan 7 2026</a:t>
            </a:r>
          </a:p>
        </p:txBody>
      </p:sp>
      <p:sp>
        <p:nvSpPr>
          <p:cNvPr id="4" name="Slide Number Placeholder 3">
            <a:extLst>
              <a:ext uri="{FF2B5EF4-FFF2-40B4-BE49-F238E27FC236}">
                <a16:creationId xmlns:a16="http://schemas.microsoft.com/office/drawing/2014/main" id="{1D1CF945-C72B-8AA2-257E-6B62C002AE4D}"/>
              </a:ext>
            </a:extLst>
          </p:cNvPr>
          <p:cNvSpPr>
            <a:spLocks noGrp="1"/>
          </p:cNvSpPr>
          <p:nvPr>
            <p:ph type="sldNum" sz="quarter" idx="12"/>
          </p:nvPr>
        </p:nvSpPr>
        <p:spPr/>
        <p:txBody>
          <a:bodyPr/>
          <a:lstStyle/>
          <a:p>
            <a:fld id="{5D474BC6-09C9-4ED8-ADF6-087D6F25D5BC}" type="slidenum">
              <a:rPr lang="en-US" smtClean="0"/>
              <a:t>2</a:t>
            </a:fld>
            <a:endParaRPr lang="en-US"/>
          </a:p>
        </p:txBody>
      </p:sp>
    </p:spTree>
    <p:extLst>
      <p:ext uri="{BB962C8B-B14F-4D97-AF65-F5344CB8AC3E}">
        <p14:creationId xmlns:p14="http://schemas.microsoft.com/office/powerpoint/2010/main" val="3626962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820F3A-D321-D903-6E59-694112F61BB8}"/>
              </a:ext>
            </a:extLst>
          </p:cNvPr>
          <p:cNvPicPr>
            <a:picLocks noChangeAspect="1"/>
          </p:cNvPicPr>
          <p:nvPr/>
        </p:nvPicPr>
        <p:blipFill>
          <a:blip r:embed="rId2"/>
          <a:stretch>
            <a:fillRect/>
          </a:stretch>
        </p:blipFill>
        <p:spPr>
          <a:xfrm>
            <a:off x="291295" y="67638"/>
            <a:ext cx="5404655" cy="6722723"/>
          </a:xfrm>
          <a:prstGeom prst="rect">
            <a:avLst/>
          </a:prstGeom>
        </p:spPr>
      </p:pic>
      <p:pic>
        <p:nvPicPr>
          <p:cNvPr id="7" name="Picture 6">
            <a:extLst>
              <a:ext uri="{FF2B5EF4-FFF2-40B4-BE49-F238E27FC236}">
                <a16:creationId xmlns:a16="http://schemas.microsoft.com/office/drawing/2014/main" id="{CCF11CF5-9405-8E2E-A4E0-D87E8DC771CE}"/>
              </a:ext>
            </a:extLst>
          </p:cNvPr>
          <p:cNvPicPr>
            <a:picLocks noChangeAspect="1"/>
          </p:cNvPicPr>
          <p:nvPr/>
        </p:nvPicPr>
        <p:blipFill>
          <a:blip r:embed="rId3"/>
          <a:stretch>
            <a:fillRect/>
          </a:stretch>
        </p:blipFill>
        <p:spPr>
          <a:xfrm>
            <a:off x="6496052" y="227268"/>
            <a:ext cx="5249419" cy="6403462"/>
          </a:xfrm>
          <a:prstGeom prst="rect">
            <a:avLst/>
          </a:prstGeom>
        </p:spPr>
      </p:pic>
      <p:sp>
        <p:nvSpPr>
          <p:cNvPr id="2" name="Date Placeholder 1">
            <a:extLst>
              <a:ext uri="{FF2B5EF4-FFF2-40B4-BE49-F238E27FC236}">
                <a16:creationId xmlns:a16="http://schemas.microsoft.com/office/drawing/2014/main" id="{6E2842EC-12DB-2266-8F82-310DD73CE86D}"/>
              </a:ext>
            </a:extLst>
          </p:cNvPr>
          <p:cNvSpPr>
            <a:spLocks noGrp="1"/>
          </p:cNvSpPr>
          <p:nvPr>
            <p:ph type="dt" sz="half" idx="10"/>
          </p:nvPr>
        </p:nvSpPr>
        <p:spPr/>
        <p:txBody>
          <a:bodyPr/>
          <a:lstStyle/>
          <a:p>
            <a:fld id="{24E86F6A-E5DC-4F0D-A516-029C90E54A1A}" type="datetime1">
              <a:rPr lang="en-US" smtClean="0"/>
              <a:t>3/6/2026</a:t>
            </a:fld>
            <a:endParaRPr lang="en-US"/>
          </a:p>
        </p:txBody>
      </p:sp>
      <p:sp>
        <p:nvSpPr>
          <p:cNvPr id="3" name="Footer Placeholder 2">
            <a:extLst>
              <a:ext uri="{FF2B5EF4-FFF2-40B4-BE49-F238E27FC236}">
                <a16:creationId xmlns:a16="http://schemas.microsoft.com/office/drawing/2014/main" id="{2A5EE327-33F5-F3C1-7655-4BD0F0887A24}"/>
              </a:ext>
            </a:extLst>
          </p:cNvPr>
          <p:cNvSpPr>
            <a:spLocks noGrp="1"/>
          </p:cNvSpPr>
          <p:nvPr>
            <p:ph type="ftr" sz="quarter" idx="11"/>
          </p:nvPr>
        </p:nvSpPr>
        <p:spPr/>
        <p:txBody>
          <a:bodyPr/>
          <a:lstStyle/>
          <a:p>
            <a:r>
              <a:rPr lang="en-US"/>
              <a:t>Jan 7 2026</a:t>
            </a:r>
          </a:p>
        </p:txBody>
      </p:sp>
      <p:sp>
        <p:nvSpPr>
          <p:cNvPr id="4" name="Slide Number Placeholder 3">
            <a:extLst>
              <a:ext uri="{FF2B5EF4-FFF2-40B4-BE49-F238E27FC236}">
                <a16:creationId xmlns:a16="http://schemas.microsoft.com/office/drawing/2014/main" id="{A6AD03A0-8F8C-48CA-64CD-396CD9B3DFD0}"/>
              </a:ext>
            </a:extLst>
          </p:cNvPr>
          <p:cNvSpPr>
            <a:spLocks noGrp="1"/>
          </p:cNvSpPr>
          <p:nvPr>
            <p:ph type="sldNum" sz="quarter" idx="12"/>
          </p:nvPr>
        </p:nvSpPr>
        <p:spPr/>
        <p:txBody>
          <a:bodyPr/>
          <a:lstStyle/>
          <a:p>
            <a:fld id="{5D474BC6-09C9-4ED8-ADF6-087D6F25D5BC}" type="slidenum">
              <a:rPr lang="en-US" smtClean="0"/>
              <a:t>3</a:t>
            </a:fld>
            <a:endParaRPr lang="en-US"/>
          </a:p>
        </p:txBody>
      </p:sp>
    </p:spTree>
    <p:extLst>
      <p:ext uri="{BB962C8B-B14F-4D97-AF65-F5344CB8AC3E}">
        <p14:creationId xmlns:p14="http://schemas.microsoft.com/office/powerpoint/2010/main" val="914785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4623BA-9B38-C52A-A030-903105387D89}"/>
              </a:ext>
            </a:extLst>
          </p:cNvPr>
          <p:cNvPicPr>
            <a:picLocks noGrp="1" noChangeAspect="1"/>
          </p:cNvPicPr>
          <p:nvPr>
            <p:ph idx="1"/>
          </p:nvPr>
        </p:nvPicPr>
        <p:blipFill>
          <a:blip r:embed="rId2"/>
          <a:stretch>
            <a:fillRect/>
          </a:stretch>
        </p:blipFill>
        <p:spPr>
          <a:xfrm>
            <a:off x="3804899" y="643466"/>
            <a:ext cx="4582201" cy="5571067"/>
          </a:xfrm>
          <a:prstGeom prst="rect">
            <a:avLst/>
          </a:prstGeom>
        </p:spPr>
      </p:pic>
      <p:sp>
        <p:nvSpPr>
          <p:cNvPr id="2" name="Date Placeholder 1">
            <a:extLst>
              <a:ext uri="{FF2B5EF4-FFF2-40B4-BE49-F238E27FC236}">
                <a16:creationId xmlns:a16="http://schemas.microsoft.com/office/drawing/2014/main" id="{0073B770-C184-308F-CD0C-4FB718C7DEB9}"/>
              </a:ext>
            </a:extLst>
          </p:cNvPr>
          <p:cNvSpPr>
            <a:spLocks noGrp="1"/>
          </p:cNvSpPr>
          <p:nvPr>
            <p:ph type="dt" sz="half" idx="10"/>
          </p:nvPr>
        </p:nvSpPr>
        <p:spPr/>
        <p:txBody>
          <a:bodyPr/>
          <a:lstStyle/>
          <a:p>
            <a:fld id="{646057C9-E57F-4D90-8448-D3075CE9B5E1}" type="datetime1">
              <a:rPr lang="en-US" smtClean="0"/>
              <a:t>3/6/2026</a:t>
            </a:fld>
            <a:endParaRPr lang="en-US"/>
          </a:p>
        </p:txBody>
      </p:sp>
      <p:sp>
        <p:nvSpPr>
          <p:cNvPr id="3" name="Footer Placeholder 2">
            <a:extLst>
              <a:ext uri="{FF2B5EF4-FFF2-40B4-BE49-F238E27FC236}">
                <a16:creationId xmlns:a16="http://schemas.microsoft.com/office/drawing/2014/main" id="{69884691-194A-03CA-0ECE-FB913FD0B86B}"/>
              </a:ext>
            </a:extLst>
          </p:cNvPr>
          <p:cNvSpPr>
            <a:spLocks noGrp="1"/>
          </p:cNvSpPr>
          <p:nvPr>
            <p:ph type="ftr" sz="quarter" idx="11"/>
          </p:nvPr>
        </p:nvSpPr>
        <p:spPr/>
        <p:txBody>
          <a:bodyPr/>
          <a:lstStyle/>
          <a:p>
            <a:r>
              <a:rPr lang="en-US"/>
              <a:t>Jan 7 2026</a:t>
            </a:r>
          </a:p>
        </p:txBody>
      </p:sp>
      <p:sp>
        <p:nvSpPr>
          <p:cNvPr id="4" name="Slide Number Placeholder 3">
            <a:extLst>
              <a:ext uri="{FF2B5EF4-FFF2-40B4-BE49-F238E27FC236}">
                <a16:creationId xmlns:a16="http://schemas.microsoft.com/office/drawing/2014/main" id="{7CEC2FE2-B062-7A6D-F010-5DD66ACCBB38}"/>
              </a:ext>
            </a:extLst>
          </p:cNvPr>
          <p:cNvSpPr>
            <a:spLocks noGrp="1"/>
          </p:cNvSpPr>
          <p:nvPr>
            <p:ph type="sldNum" sz="quarter" idx="12"/>
          </p:nvPr>
        </p:nvSpPr>
        <p:spPr/>
        <p:txBody>
          <a:bodyPr/>
          <a:lstStyle/>
          <a:p>
            <a:fld id="{5D474BC6-09C9-4ED8-ADF6-087D6F25D5BC}" type="slidenum">
              <a:rPr lang="en-US" smtClean="0"/>
              <a:t>4</a:t>
            </a:fld>
            <a:endParaRPr lang="en-US"/>
          </a:p>
        </p:txBody>
      </p:sp>
    </p:spTree>
    <p:extLst>
      <p:ext uri="{BB962C8B-B14F-4D97-AF65-F5344CB8AC3E}">
        <p14:creationId xmlns:p14="http://schemas.microsoft.com/office/powerpoint/2010/main" val="3463678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2AF77E-EE0B-34E4-BB63-E4119428836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8E6401E-C18B-24BE-07A9-3CA539B2D82B}"/>
              </a:ext>
            </a:extLst>
          </p:cNvPr>
          <p:cNvSpPr>
            <a:spLocks noGrp="1"/>
          </p:cNvSpPr>
          <p:nvPr>
            <p:ph type="ftr" sz="quarter" idx="11"/>
          </p:nvPr>
        </p:nvSpPr>
        <p:spPr/>
        <p:txBody>
          <a:bodyPr/>
          <a:lstStyle/>
          <a:p>
            <a:r>
              <a:rPr lang="en-US"/>
              <a:t>Jan 10 2026</a:t>
            </a:r>
          </a:p>
        </p:txBody>
      </p:sp>
      <p:sp>
        <p:nvSpPr>
          <p:cNvPr id="6" name="Slide Number Placeholder 5">
            <a:extLst>
              <a:ext uri="{FF2B5EF4-FFF2-40B4-BE49-F238E27FC236}">
                <a16:creationId xmlns:a16="http://schemas.microsoft.com/office/drawing/2014/main" id="{A6C9AE66-6E82-4F99-9EDC-CC6D988E7EF7}"/>
              </a:ext>
            </a:extLst>
          </p:cNvPr>
          <p:cNvSpPr>
            <a:spLocks noGrp="1"/>
          </p:cNvSpPr>
          <p:nvPr>
            <p:ph type="sldNum" sz="quarter" idx="12"/>
          </p:nvPr>
        </p:nvSpPr>
        <p:spPr/>
        <p:txBody>
          <a:bodyPr/>
          <a:lstStyle/>
          <a:p>
            <a:fld id="{5D474BC6-09C9-4ED8-ADF6-087D6F25D5BC}" type="slidenum">
              <a:rPr lang="en-US" smtClean="0"/>
              <a:t>5</a:t>
            </a:fld>
            <a:endParaRPr lang="en-US"/>
          </a:p>
        </p:txBody>
      </p:sp>
      <p:sp>
        <p:nvSpPr>
          <p:cNvPr id="2" name="TextBox 1">
            <a:extLst>
              <a:ext uri="{FF2B5EF4-FFF2-40B4-BE49-F238E27FC236}">
                <a16:creationId xmlns:a16="http://schemas.microsoft.com/office/drawing/2014/main" id="{A151B7C5-E864-668E-19FF-C4B5AD04EE89}"/>
              </a:ext>
            </a:extLst>
          </p:cNvPr>
          <p:cNvSpPr txBox="1"/>
          <p:nvPr/>
        </p:nvSpPr>
        <p:spPr>
          <a:xfrm>
            <a:off x="1106424" y="777240"/>
            <a:ext cx="10247376" cy="369332"/>
          </a:xfrm>
          <a:prstGeom prst="rect">
            <a:avLst/>
          </a:prstGeom>
          <a:noFill/>
        </p:spPr>
        <p:txBody>
          <a:bodyPr wrap="square" rtlCol="0">
            <a:spAutoFit/>
          </a:bodyPr>
          <a:lstStyle/>
          <a:p>
            <a:r>
              <a:rPr lang="en-US"/>
              <a:t>Problem: highly uniform axial magnetic field B about 20 </a:t>
            </a:r>
            <a:r>
              <a:rPr lang="en-US" err="1"/>
              <a:t>mT</a:t>
            </a:r>
            <a:r>
              <a:rPr lang="en-US"/>
              <a:t> over a finite axial region </a:t>
            </a:r>
          </a:p>
        </p:txBody>
      </p:sp>
      <p:sp>
        <p:nvSpPr>
          <p:cNvPr id="3" name="TextBox 2">
            <a:extLst>
              <a:ext uri="{FF2B5EF4-FFF2-40B4-BE49-F238E27FC236}">
                <a16:creationId xmlns:a16="http://schemas.microsoft.com/office/drawing/2014/main" id="{88C59DBD-45D6-4EB3-9133-E8EE5ABB205F}"/>
              </a:ext>
            </a:extLst>
          </p:cNvPr>
          <p:cNvSpPr txBox="1"/>
          <p:nvPr/>
        </p:nvSpPr>
        <p:spPr>
          <a:xfrm>
            <a:off x="1188720" y="1444752"/>
            <a:ext cx="9665208" cy="923330"/>
          </a:xfrm>
          <a:prstGeom prst="rect">
            <a:avLst/>
          </a:prstGeom>
          <a:noFill/>
        </p:spPr>
        <p:txBody>
          <a:bodyPr wrap="square" rtlCol="0">
            <a:spAutoFit/>
          </a:bodyPr>
          <a:lstStyle/>
          <a:p>
            <a:r>
              <a:rPr lang="en-US"/>
              <a:t>Key constraints:</a:t>
            </a:r>
          </a:p>
          <a:p>
            <a:r>
              <a:rPr lang="en-US"/>
              <a:t>2. Axial uniformity target ~ 10 e-7</a:t>
            </a:r>
          </a:p>
          <a:p>
            <a:r>
              <a:rPr lang="en-US"/>
              <a:t>3. Radial uniformity relaxed ~ 10 e-6</a:t>
            </a:r>
          </a:p>
        </p:txBody>
      </p:sp>
      <p:sp>
        <p:nvSpPr>
          <p:cNvPr id="7" name="TextBox 6">
            <a:extLst>
              <a:ext uri="{FF2B5EF4-FFF2-40B4-BE49-F238E27FC236}">
                <a16:creationId xmlns:a16="http://schemas.microsoft.com/office/drawing/2014/main" id="{D4954A2F-6C1A-3855-BEC2-F5BE10FED7E5}"/>
              </a:ext>
            </a:extLst>
          </p:cNvPr>
          <p:cNvSpPr txBox="1"/>
          <p:nvPr/>
        </p:nvSpPr>
        <p:spPr>
          <a:xfrm>
            <a:off x="1188720" y="2916936"/>
            <a:ext cx="9445752" cy="2308324"/>
          </a:xfrm>
          <a:prstGeom prst="rect">
            <a:avLst/>
          </a:prstGeom>
          <a:noFill/>
        </p:spPr>
        <p:txBody>
          <a:bodyPr wrap="square" rtlCol="0">
            <a:spAutoFit/>
          </a:bodyPr>
          <a:lstStyle/>
          <a:p>
            <a:r>
              <a:rPr lang="en-US"/>
              <a:t>Model:</a:t>
            </a:r>
          </a:p>
          <a:p>
            <a:endParaRPr lang="en-US"/>
          </a:p>
          <a:p>
            <a:pPr marL="285750" indent="-285750">
              <a:buFont typeface="Arial" panose="020B0604020202020204" pitchFamily="34" charset="0"/>
              <a:buChar char="•"/>
            </a:pPr>
            <a:r>
              <a:rPr lang="en-US"/>
              <a:t>n circular loops</a:t>
            </a:r>
          </a:p>
          <a:p>
            <a:pPr marL="285750" indent="-285750">
              <a:buFont typeface="Arial" panose="020B0604020202020204" pitchFamily="34" charset="0"/>
              <a:buChar char="•"/>
            </a:pPr>
            <a:r>
              <a:rPr lang="en-US"/>
              <a:t>All with radius R</a:t>
            </a:r>
          </a:p>
          <a:p>
            <a:pPr marL="285750" indent="-285750">
              <a:buFont typeface="Arial" panose="020B0604020202020204" pitchFamily="34" charset="0"/>
              <a:buChar char="•"/>
            </a:pPr>
            <a:r>
              <a:rPr lang="en-US"/>
              <a:t>They are equally spaced by a</a:t>
            </a:r>
          </a:p>
          <a:p>
            <a:pPr marL="285750" indent="-285750">
              <a:buFont typeface="Arial" panose="020B0604020202020204" pitchFamily="34" charset="0"/>
              <a:buChar char="•"/>
            </a:pPr>
            <a:r>
              <a:rPr lang="en-US"/>
              <a:t>Each loop j carries a current </a:t>
            </a:r>
            <a:r>
              <a:rPr lang="en-US" err="1"/>
              <a:t>U_j</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This gives control of the field by controlling the n currents</a:t>
            </a:r>
          </a:p>
        </p:txBody>
      </p:sp>
    </p:spTree>
    <p:extLst>
      <p:ext uri="{BB962C8B-B14F-4D97-AF65-F5344CB8AC3E}">
        <p14:creationId xmlns:p14="http://schemas.microsoft.com/office/powerpoint/2010/main" val="242868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36E2A5-60E4-27A6-6E36-A0104A27C26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0404F52-5CF4-D477-A450-ADF15D496F26}"/>
              </a:ext>
            </a:extLst>
          </p:cNvPr>
          <p:cNvSpPr>
            <a:spLocks noGrp="1"/>
          </p:cNvSpPr>
          <p:nvPr>
            <p:ph type="ftr" sz="quarter" idx="11"/>
          </p:nvPr>
        </p:nvSpPr>
        <p:spPr/>
        <p:txBody>
          <a:bodyPr/>
          <a:lstStyle/>
          <a:p>
            <a:r>
              <a:rPr lang="en-US"/>
              <a:t>Jan 10 2026</a:t>
            </a:r>
          </a:p>
        </p:txBody>
      </p:sp>
      <p:sp>
        <p:nvSpPr>
          <p:cNvPr id="6" name="Slide Number Placeholder 5">
            <a:extLst>
              <a:ext uri="{FF2B5EF4-FFF2-40B4-BE49-F238E27FC236}">
                <a16:creationId xmlns:a16="http://schemas.microsoft.com/office/drawing/2014/main" id="{AAADD631-3F31-1A2F-D520-01065DD2D25A}"/>
              </a:ext>
            </a:extLst>
          </p:cNvPr>
          <p:cNvSpPr>
            <a:spLocks noGrp="1"/>
          </p:cNvSpPr>
          <p:nvPr>
            <p:ph type="sldNum" sz="quarter" idx="12"/>
          </p:nvPr>
        </p:nvSpPr>
        <p:spPr/>
        <p:txBody>
          <a:bodyPr/>
          <a:lstStyle/>
          <a:p>
            <a:fld id="{5D474BC6-09C9-4ED8-ADF6-087D6F25D5BC}" type="slidenum">
              <a:rPr lang="en-US" smtClean="0"/>
              <a:t>6</a:t>
            </a:fld>
            <a:endParaRPr lang="en-US"/>
          </a:p>
        </p:txBody>
      </p:sp>
      <p:sp>
        <p:nvSpPr>
          <p:cNvPr id="7" name="TextBox 6">
            <a:extLst>
              <a:ext uri="{FF2B5EF4-FFF2-40B4-BE49-F238E27FC236}">
                <a16:creationId xmlns:a16="http://schemas.microsoft.com/office/drawing/2014/main" id="{092D9103-C529-71A9-1051-E2A164E94DA3}"/>
              </a:ext>
            </a:extLst>
          </p:cNvPr>
          <p:cNvSpPr txBox="1"/>
          <p:nvPr/>
        </p:nvSpPr>
        <p:spPr>
          <a:xfrm>
            <a:off x="1216152" y="850392"/>
            <a:ext cx="8796528" cy="369332"/>
          </a:xfrm>
          <a:prstGeom prst="rect">
            <a:avLst/>
          </a:prstGeom>
          <a:noFill/>
        </p:spPr>
        <p:txBody>
          <a:bodyPr wrap="square" rtlCol="0">
            <a:spAutoFit/>
          </a:bodyPr>
          <a:lstStyle/>
          <a:p>
            <a:r>
              <a:rPr lang="en-US"/>
              <a:t>Magnetic field at point </a:t>
            </a:r>
            <a:r>
              <a:rPr lang="en-US" err="1"/>
              <a:t>i</a:t>
            </a:r>
            <a:r>
              <a:rPr lang="en-US"/>
              <a:t> on the axis from the n loops</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6EEF4EE1-D461-FA54-A13C-A601D053F795}"/>
                  </a:ext>
                </a:extLst>
              </p14:cNvPr>
              <p14:cNvContentPartPr/>
              <p14:nvPr/>
            </p14:nvContentPartPr>
            <p14:xfrm>
              <a:off x="3968978" y="1569760"/>
              <a:ext cx="183960" cy="398160"/>
            </p14:xfrm>
          </p:contentPart>
        </mc:Choice>
        <mc:Fallback xmlns="">
          <p:pic>
            <p:nvPicPr>
              <p:cNvPr id="9" name="Ink 8">
                <a:extLst>
                  <a:ext uri="{FF2B5EF4-FFF2-40B4-BE49-F238E27FC236}">
                    <a16:creationId xmlns:a16="http://schemas.microsoft.com/office/drawing/2014/main" id="{6EEF4EE1-D461-FA54-A13C-A601D053F795}"/>
                  </a:ext>
                </a:extLst>
              </p:cNvPr>
              <p:cNvPicPr/>
              <p:nvPr/>
            </p:nvPicPr>
            <p:blipFill>
              <a:blip r:embed="rId3"/>
              <a:stretch>
                <a:fillRect/>
              </a:stretch>
            </p:blipFill>
            <p:spPr>
              <a:xfrm>
                <a:off x="3961418" y="1562200"/>
                <a:ext cx="19908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8A98579-E10B-BA8E-1CE7-C98F8602CBB7}"/>
                  </a:ext>
                </a:extLst>
              </p14:cNvPr>
              <p14:cNvContentPartPr/>
              <p14:nvPr/>
            </p14:nvContentPartPr>
            <p14:xfrm>
              <a:off x="4236818" y="1960000"/>
              <a:ext cx="7920" cy="138240"/>
            </p14:xfrm>
          </p:contentPart>
        </mc:Choice>
        <mc:Fallback xmlns="">
          <p:pic>
            <p:nvPicPr>
              <p:cNvPr id="10" name="Ink 9">
                <a:extLst>
                  <a:ext uri="{FF2B5EF4-FFF2-40B4-BE49-F238E27FC236}">
                    <a16:creationId xmlns:a16="http://schemas.microsoft.com/office/drawing/2014/main" id="{F8A98579-E10B-BA8E-1CE7-C98F8602CBB7}"/>
                  </a:ext>
                </a:extLst>
              </p:cNvPr>
              <p:cNvPicPr/>
              <p:nvPr/>
            </p:nvPicPr>
            <p:blipFill>
              <a:blip r:embed="rId5"/>
              <a:stretch>
                <a:fillRect/>
              </a:stretch>
            </p:blipFill>
            <p:spPr>
              <a:xfrm>
                <a:off x="4229258" y="1952440"/>
                <a:ext cx="230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946FE20D-A570-4A9A-0DCE-B1245A54F67F}"/>
                  </a:ext>
                </a:extLst>
              </p14:cNvPr>
              <p14:cNvContentPartPr/>
              <p14:nvPr/>
            </p14:nvContentPartPr>
            <p14:xfrm>
              <a:off x="4228898" y="1852720"/>
              <a:ext cx="37800" cy="37800"/>
            </p14:xfrm>
          </p:contentPart>
        </mc:Choice>
        <mc:Fallback xmlns="">
          <p:pic>
            <p:nvPicPr>
              <p:cNvPr id="11" name="Ink 10">
                <a:extLst>
                  <a:ext uri="{FF2B5EF4-FFF2-40B4-BE49-F238E27FC236}">
                    <a16:creationId xmlns:a16="http://schemas.microsoft.com/office/drawing/2014/main" id="{946FE20D-A570-4A9A-0DCE-B1245A54F67F}"/>
                  </a:ext>
                </a:extLst>
              </p:cNvPr>
              <p:cNvPicPr/>
              <p:nvPr/>
            </p:nvPicPr>
            <p:blipFill>
              <a:blip r:embed="rId7"/>
              <a:stretch>
                <a:fillRect/>
              </a:stretch>
            </p:blipFill>
            <p:spPr>
              <a:xfrm>
                <a:off x="4221338" y="1845160"/>
                <a:ext cx="529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977EE234-38DE-5950-989F-F1A2101930FA}"/>
                  </a:ext>
                </a:extLst>
              </p14:cNvPr>
              <p14:cNvContentPartPr/>
              <p14:nvPr/>
            </p14:nvContentPartPr>
            <p14:xfrm>
              <a:off x="4481618" y="1837600"/>
              <a:ext cx="153360" cy="23400"/>
            </p14:xfrm>
          </p:contentPart>
        </mc:Choice>
        <mc:Fallback xmlns="">
          <p:pic>
            <p:nvPicPr>
              <p:cNvPr id="16" name="Ink 15">
                <a:extLst>
                  <a:ext uri="{FF2B5EF4-FFF2-40B4-BE49-F238E27FC236}">
                    <a16:creationId xmlns:a16="http://schemas.microsoft.com/office/drawing/2014/main" id="{977EE234-38DE-5950-989F-F1A2101930FA}"/>
                  </a:ext>
                </a:extLst>
              </p:cNvPr>
              <p:cNvPicPr/>
              <p:nvPr/>
            </p:nvPicPr>
            <p:blipFill>
              <a:blip r:embed="rId9"/>
              <a:stretch>
                <a:fillRect/>
              </a:stretch>
            </p:blipFill>
            <p:spPr>
              <a:xfrm>
                <a:off x="4474058" y="1830040"/>
                <a:ext cx="1684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C3800143-8AD4-3FB6-BA85-C8750622BB53}"/>
                  </a:ext>
                </a:extLst>
              </p14:cNvPr>
              <p14:cNvContentPartPr/>
              <p14:nvPr/>
            </p14:nvContentPartPr>
            <p14:xfrm>
              <a:off x="4504658" y="1722760"/>
              <a:ext cx="130320" cy="23400"/>
            </p14:xfrm>
          </p:contentPart>
        </mc:Choice>
        <mc:Fallback xmlns="">
          <p:pic>
            <p:nvPicPr>
              <p:cNvPr id="17" name="Ink 16">
                <a:extLst>
                  <a:ext uri="{FF2B5EF4-FFF2-40B4-BE49-F238E27FC236}">
                    <a16:creationId xmlns:a16="http://schemas.microsoft.com/office/drawing/2014/main" id="{C3800143-8AD4-3FB6-BA85-C8750622BB53}"/>
                  </a:ext>
                </a:extLst>
              </p:cNvPr>
              <p:cNvPicPr/>
              <p:nvPr/>
            </p:nvPicPr>
            <p:blipFill>
              <a:blip r:embed="rId11"/>
              <a:stretch>
                <a:fillRect/>
              </a:stretch>
            </p:blipFill>
            <p:spPr>
              <a:xfrm>
                <a:off x="4497098" y="1715200"/>
                <a:ext cx="1454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a:extLst>
                  <a:ext uri="{FF2B5EF4-FFF2-40B4-BE49-F238E27FC236}">
                    <a16:creationId xmlns:a16="http://schemas.microsoft.com/office/drawing/2014/main" id="{0035A3DA-1B0D-C52F-0DD6-38A9A527F18F}"/>
                  </a:ext>
                </a:extLst>
              </p14:cNvPr>
              <p14:cNvContentPartPr/>
              <p14:nvPr/>
            </p14:nvContentPartPr>
            <p14:xfrm>
              <a:off x="5032418" y="1493080"/>
              <a:ext cx="574200" cy="313920"/>
            </p14:xfrm>
          </p:contentPart>
        </mc:Choice>
        <mc:Fallback xmlns="">
          <p:pic>
            <p:nvPicPr>
              <p:cNvPr id="18" name="Ink 17">
                <a:extLst>
                  <a:ext uri="{FF2B5EF4-FFF2-40B4-BE49-F238E27FC236}">
                    <a16:creationId xmlns:a16="http://schemas.microsoft.com/office/drawing/2014/main" id="{0035A3DA-1B0D-C52F-0DD6-38A9A527F18F}"/>
                  </a:ext>
                </a:extLst>
              </p:cNvPr>
              <p:cNvPicPr/>
              <p:nvPr/>
            </p:nvPicPr>
            <p:blipFill>
              <a:blip r:embed="rId13"/>
              <a:stretch>
                <a:fillRect/>
              </a:stretch>
            </p:blipFill>
            <p:spPr>
              <a:xfrm>
                <a:off x="5024858" y="1485520"/>
                <a:ext cx="58932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5E777E01-1CCD-E869-1A54-962530A1F690}"/>
                  </a:ext>
                </a:extLst>
              </p14:cNvPr>
              <p14:cNvContentPartPr/>
              <p14:nvPr/>
            </p14:nvContentPartPr>
            <p14:xfrm>
              <a:off x="5116658" y="1960000"/>
              <a:ext cx="421200" cy="253080"/>
            </p14:xfrm>
          </p:contentPart>
        </mc:Choice>
        <mc:Fallback xmlns="">
          <p:pic>
            <p:nvPicPr>
              <p:cNvPr id="28" name="Ink 27">
                <a:extLst>
                  <a:ext uri="{FF2B5EF4-FFF2-40B4-BE49-F238E27FC236}">
                    <a16:creationId xmlns:a16="http://schemas.microsoft.com/office/drawing/2014/main" id="{5E777E01-1CCD-E869-1A54-962530A1F690}"/>
                  </a:ext>
                </a:extLst>
              </p:cNvPr>
              <p:cNvPicPr/>
              <p:nvPr/>
            </p:nvPicPr>
            <p:blipFill>
              <a:blip r:embed="rId15"/>
              <a:stretch>
                <a:fillRect/>
              </a:stretch>
            </p:blipFill>
            <p:spPr>
              <a:xfrm>
                <a:off x="5109098" y="1952440"/>
                <a:ext cx="43632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C8C39CA8-D7AF-96FF-EBA3-B577956F5FF4}"/>
                  </a:ext>
                </a:extLst>
              </p14:cNvPr>
              <p14:cNvContentPartPr/>
              <p14:nvPr/>
            </p14:nvContentPartPr>
            <p14:xfrm>
              <a:off x="5216018" y="1363120"/>
              <a:ext cx="160920" cy="68400"/>
            </p14:xfrm>
          </p:contentPart>
        </mc:Choice>
        <mc:Fallback xmlns="">
          <p:pic>
            <p:nvPicPr>
              <p:cNvPr id="29" name="Ink 28">
                <a:extLst>
                  <a:ext uri="{FF2B5EF4-FFF2-40B4-BE49-F238E27FC236}">
                    <a16:creationId xmlns:a16="http://schemas.microsoft.com/office/drawing/2014/main" id="{C8C39CA8-D7AF-96FF-EBA3-B577956F5FF4}"/>
                  </a:ext>
                </a:extLst>
              </p:cNvPr>
              <p:cNvPicPr/>
              <p:nvPr/>
            </p:nvPicPr>
            <p:blipFill>
              <a:blip r:embed="rId17"/>
              <a:stretch>
                <a:fillRect/>
              </a:stretch>
            </p:blipFill>
            <p:spPr>
              <a:xfrm>
                <a:off x="5208475" y="1355560"/>
                <a:ext cx="176006"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0" name="Ink 29">
                <a:extLst>
                  <a:ext uri="{FF2B5EF4-FFF2-40B4-BE49-F238E27FC236}">
                    <a16:creationId xmlns:a16="http://schemas.microsoft.com/office/drawing/2014/main" id="{272EC615-C9E0-1C94-604D-4BCACAB17557}"/>
                  </a:ext>
                </a:extLst>
              </p14:cNvPr>
              <p14:cNvContentPartPr/>
              <p14:nvPr/>
            </p14:nvContentPartPr>
            <p14:xfrm>
              <a:off x="5782298" y="1493080"/>
              <a:ext cx="260640" cy="275760"/>
            </p14:xfrm>
          </p:contentPart>
        </mc:Choice>
        <mc:Fallback xmlns="">
          <p:pic>
            <p:nvPicPr>
              <p:cNvPr id="30" name="Ink 29">
                <a:extLst>
                  <a:ext uri="{FF2B5EF4-FFF2-40B4-BE49-F238E27FC236}">
                    <a16:creationId xmlns:a16="http://schemas.microsoft.com/office/drawing/2014/main" id="{272EC615-C9E0-1C94-604D-4BCACAB17557}"/>
                  </a:ext>
                </a:extLst>
              </p:cNvPr>
              <p:cNvPicPr/>
              <p:nvPr/>
            </p:nvPicPr>
            <p:blipFill>
              <a:blip r:embed="rId19"/>
              <a:stretch>
                <a:fillRect/>
              </a:stretch>
            </p:blipFill>
            <p:spPr>
              <a:xfrm>
                <a:off x="5774738" y="1485520"/>
                <a:ext cx="2757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6" name="Ink 35">
                <a:extLst>
                  <a:ext uri="{FF2B5EF4-FFF2-40B4-BE49-F238E27FC236}">
                    <a16:creationId xmlns:a16="http://schemas.microsoft.com/office/drawing/2014/main" id="{5FAFA508-BF1B-F804-B34D-100EEA4E9A8D}"/>
                  </a:ext>
                </a:extLst>
              </p14:cNvPr>
              <p14:cNvContentPartPr/>
              <p14:nvPr/>
            </p14:nvContentPartPr>
            <p14:xfrm>
              <a:off x="5728658" y="1945600"/>
              <a:ext cx="352440" cy="274680"/>
            </p14:xfrm>
          </p:contentPart>
        </mc:Choice>
        <mc:Fallback xmlns="">
          <p:pic>
            <p:nvPicPr>
              <p:cNvPr id="36" name="Ink 35">
                <a:extLst>
                  <a:ext uri="{FF2B5EF4-FFF2-40B4-BE49-F238E27FC236}">
                    <a16:creationId xmlns:a16="http://schemas.microsoft.com/office/drawing/2014/main" id="{5FAFA508-BF1B-F804-B34D-100EEA4E9A8D}"/>
                  </a:ext>
                </a:extLst>
              </p:cNvPr>
              <p:cNvPicPr/>
              <p:nvPr/>
            </p:nvPicPr>
            <p:blipFill>
              <a:blip r:embed="rId21"/>
              <a:stretch>
                <a:fillRect/>
              </a:stretch>
            </p:blipFill>
            <p:spPr>
              <a:xfrm>
                <a:off x="5721098" y="1938050"/>
                <a:ext cx="367560" cy="2897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7" name="Ink 36">
                <a:extLst>
                  <a:ext uri="{FF2B5EF4-FFF2-40B4-BE49-F238E27FC236}">
                    <a16:creationId xmlns:a16="http://schemas.microsoft.com/office/drawing/2014/main" id="{FD772042-7857-86E2-66DB-61E585239D41}"/>
                  </a:ext>
                </a:extLst>
              </p14:cNvPr>
              <p14:cNvContentPartPr/>
              <p14:nvPr/>
            </p14:nvContentPartPr>
            <p14:xfrm>
              <a:off x="5828018" y="1355560"/>
              <a:ext cx="160920" cy="84600"/>
            </p14:xfrm>
          </p:contentPart>
        </mc:Choice>
        <mc:Fallback xmlns="">
          <p:pic>
            <p:nvPicPr>
              <p:cNvPr id="37" name="Ink 36">
                <a:extLst>
                  <a:ext uri="{FF2B5EF4-FFF2-40B4-BE49-F238E27FC236}">
                    <a16:creationId xmlns:a16="http://schemas.microsoft.com/office/drawing/2014/main" id="{FD772042-7857-86E2-66DB-61E585239D41}"/>
                  </a:ext>
                </a:extLst>
              </p:cNvPr>
              <p:cNvPicPr/>
              <p:nvPr/>
            </p:nvPicPr>
            <p:blipFill>
              <a:blip r:embed="rId23"/>
              <a:stretch>
                <a:fillRect/>
              </a:stretch>
            </p:blipFill>
            <p:spPr>
              <a:xfrm>
                <a:off x="5820458" y="1348000"/>
                <a:ext cx="17604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4" name="Ink 43">
                <a:extLst>
                  <a:ext uri="{FF2B5EF4-FFF2-40B4-BE49-F238E27FC236}">
                    <a16:creationId xmlns:a16="http://schemas.microsoft.com/office/drawing/2014/main" id="{2D5F5332-54AD-7E7D-F692-5CCB3D5A8FCF}"/>
                  </a:ext>
                </a:extLst>
              </p14:cNvPr>
              <p14:cNvContentPartPr/>
              <p14:nvPr/>
            </p14:nvContentPartPr>
            <p14:xfrm>
              <a:off x="6241298" y="1493080"/>
              <a:ext cx="704160" cy="459720"/>
            </p14:xfrm>
          </p:contentPart>
        </mc:Choice>
        <mc:Fallback xmlns="">
          <p:pic>
            <p:nvPicPr>
              <p:cNvPr id="44" name="Ink 43">
                <a:extLst>
                  <a:ext uri="{FF2B5EF4-FFF2-40B4-BE49-F238E27FC236}">
                    <a16:creationId xmlns:a16="http://schemas.microsoft.com/office/drawing/2014/main" id="{2D5F5332-54AD-7E7D-F692-5CCB3D5A8FCF}"/>
                  </a:ext>
                </a:extLst>
              </p:cNvPr>
              <p:cNvPicPr/>
              <p:nvPr/>
            </p:nvPicPr>
            <p:blipFill>
              <a:blip r:embed="rId25"/>
              <a:stretch>
                <a:fillRect/>
              </a:stretch>
            </p:blipFill>
            <p:spPr>
              <a:xfrm>
                <a:off x="6233738" y="1485514"/>
                <a:ext cx="719280" cy="474852"/>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7" name="Ink 46">
                <a:extLst>
                  <a:ext uri="{FF2B5EF4-FFF2-40B4-BE49-F238E27FC236}">
                    <a16:creationId xmlns:a16="http://schemas.microsoft.com/office/drawing/2014/main" id="{90C613E3-8E52-CA9A-F528-C4D3292DAACF}"/>
                  </a:ext>
                </a:extLst>
              </p14:cNvPr>
              <p14:cNvContentPartPr/>
              <p14:nvPr/>
            </p14:nvContentPartPr>
            <p14:xfrm>
              <a:off x="6968138" y="1692160"/>
              <a:ext cx="61200" cy="230040"/>
            </p14:xfrm>
          </p:contentPart>
        </mc:Choice>
        <mc:Fallback xmlns="">
          <p:pic>
            <p:nvPicPr>
              <p:cNvPr id="47" name="Ink 46">
                <a:extLst>
                  <a:ext uri="{FF2B5EF4-FFF2-40B4-BE49-F238E27FC236}">
                    <a16:creationId xmlns:a16="http://schemas.microsoft.com/office/drawing/2014/main" id="{90C613E3-8E52-CA9A-F528-C4D3292DAACF}"/>
                  </a:ext>
                </a:extLst>
              </p:cNvPr>
              <p:cNvPicPr/>
              <p:nvPr/>
            </p:nvPicPr>
            <p:blipFill>
              <a:blip r:embed="rId27"/>
              <a:stretch>
                <a:fillRect/>
              </a:stretch>
            </p:blipFill>
            <p:spPr>
              <a:xfrm>
                <a:off x="6960622" y="1684600"/>
                <a:ext cx="76232"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3" name="Ink 52">
                <a:extLst>
                  <a:ext uri="{FF2B5EF4-FFF2-40B4-BE49-F238E27FC236}">
                    <a16:creationId xmlns:a16="http://schemas.microsoft.com/office/drawing/2014/main" id="{36C587C4-073A-623C-0FC4-CF51420A7E3B}"/>
                  </a:ext>
                </a:extLst>
              </p14:cNvPr>
              <p14:cNvContentPartPr/>
              <p14:nvPr/>
            </p14:nvContentPartPr>
            <p14:xfrm>
              <a:off x="3066098" y="2579560"/>
              <a:ext cx="520560" cy="287640"/>
            </p14:xfrm>
          </p:contentPart>
        </mc:Choice>
        <mc:Fallback xmlns="">
          <p:pic>
            <p:nvPicPr>
              <p:cNvPr id="53" name="Ink 52">
                <a:extLst>
                  <a:ext uri="{FF2B5EF4-FFF2-40B4-BE49-F238E27FC236}">
                    <a16:creationId xmlns:a16="http://schemas.microsoft.com/office/drawing/2014/main" id="{36C587C4-073A-623C-0FC4-CF51420A7E3B}"/>
                  </a:ext>
                </a:extLst>
              </p:cNvPr>
              <p:cNvPicPr/>
              <p:nvPr/>
            </p:nvPicPr>
            <p:blipFill>
              <a:blip r:embed="rId29"/>
              <a:stretch>
                <a:fillRect/>
              </a:stretch>
            </p:blipFill>
            <p:spPr>
              <a:xfrm>
                <a:off x="3058538" y="2572000"/>
                <a:ext cx="53568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1" name="Ink 60">
                <a:extLst>
                  <a:ext uri="{FF2B5EF4-FFF2-40B4-BE49-F238E27FC236}">
                    <a16:creationId xmlns:a16="http://schemas.microsoft.com/office/drawing/2014/main" id="{2DC87704-4F3E-AFBC-B93E-A794E404A8BE}"/>
                  </a:ext>
                </a:extLst>
              </p14:cNvPr>
              <p14:cNvContentPartPr/>
              <p14:nvPr/>
            </p14:nvContentPartPr>
            <p14:xfrm>
              <a:off x="4420418" y="2617720"/>
              <a:ext cx="436320" cy="528120"/>
            </p14:xfrm>
          </p:contentPart>
        </mc:Choice>
        <mc:Fallback xmlns="">
          <p:pic>
            <p:nvPicPr>
              <p:cNvPr id="61" name="Ink 60">
                <a:extLst>
                  <a:ext uri="{FF2B5EF4-FFF2-40B4-BE49-F238E27FC236}">
                    <a16:creationId xmlns:a16="http://schemas.microsoft.com/office/drawing/2014/main" id="{2DC87704-4F3E-AFBC-B93E-A794E404A8BE}"/>
                  </a:ext>
                </a:extLst>
              </p:cNvPr>
              <p:cNvPicPr/>
              <p:nvPr/>
            </p:nvPicPr>
            <p:blipFill>
              <a:blip r:embed="rId31"/>
              <a:stretch>
                <a:fillRect/>
              </a:stretch>
            </p:blipFill>
            <p:spPr>
              <a:xfrm>
                <a:off x="4412864" y="2610160"/>
                <a:ext cx="451428" cy="543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7" name="Ink 66">
                <a:extLst>
                  <a:ext uri="{FF2B5EF4-FFF2-40B4-BE49-F238E27FC236}">
                    <a16:creationId xmlns:a16="http://schemas.microsoft.com/office/drawing/2014/main" id="{7DD2B1E6-4CC6-5E10-0B84-B00E391A7C42}"/>
                  </a:ext>
                </a:extLst>
              </p14:cNvPr>
              <p14:cNvContentPartPr/>
              <p14:nvPr/>
            </p14:nvContentPartPr>
            <p14:xfrm>
              <a:off x="5981018" y="2242960"/>
              <a:ext cx="750240" cy="360000"/>
            </p14:xfrm>
          </p:contentPart>
        </mc:Choice>
        <mc:Fallback xmlns="">
          <p:pic>
            <p:nvPicPr>
              <p:cNvPr id="67" name="Ink 66">
                <a:extLst>
                  <a:ext uri="{FF2B5EF4-FFF2-40B4-BE49-F238E27FC236}">
                    <a16:creationId xmlns:a16="http://schemas.microsoft.com/office/drawing/2014/main" id="{7DD2B1E6-4CC6-5E10-0B84-B00E391A7C42}"/>
                  </a:ext>
                </a:extLst>
              </p:cNvPr>
              <p:cNvPicPr/>
              <p:nvPr/>
            </p:nvPicPr>
            <p:blipFill>
              <a:blip r:embed="rId33"/>
              <a:stretch>
                <a:fillRect/>
              </a:stretch>
            </p:blipFill>
            <p:spPr>
              <a:xfrm>
                <a:off x="5973454" y="2235392"/>
                <a:ext cx="765367" cy="375135"/>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9" name="Ink 68">
                <a:extLst>
                  <a:ext uri="{FF2B5EF4-FFF2-40B4-BE49-F238E27FC236}">
                    <a16:creationId xmlns:a16="http://schemas.microsoft.com/office/drawing/2014/main" id="{70B5F60C-7B55-C95D-6ACE-CF1BAB3716CC}"/>
                  </a:ext>
                </a:extLst>
              </p14:cNvPr>
              <p14:cNvContentPartPr/>
              <p14:nvPr/>
            </p14:nvContentPartPr>
            <p14:xfrm>
              <a:off x="5139338" y="2656240"/>
              <a:ext cx="3558240" cy="191520"/>
            </p14:xfrm>
          </p:contentPart>
        </mc:Choice>
        <mc:Fallback xmlns="">
          <p:pic>
            <p:nvPicPr>
              <p:cNvPr id="69" name="Ink 68">
                <a:extLst>
                  <a:ext uri="{FF2B5EF4-FFF2-40B4-BE49-F238E27FC236}">
                    <a16:creationId xmlns:a16="http://schemas.microsoft.com/office/drawing/2014/main" id="{70B5F60C-7B55-C95D-6ACE-CF1BAB3716CC}"/>
                  </a:ext>
                </a:extLst>
              </p:cNvPr>
              <p:cNvPicPr/>
              <p:nvPr/>
            </p:nvPicPr>
            <p:blipFill>
              <a:blip r:embed="rId35"/>
              <a:stretch>
                <a:fillRect/>
              </a:stretch>
            </p:blipFill>
            <p:spPr>
              <a:xfrm>
                <a:off x="5131777" y="2648680"/>
                <a:ext cx="3573362"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2" name="Ink 71">
                <a:extLst>
                  <a:ext uri="{FF2B5EF4-FFF2-40B4-BE49-F238E27FC236}">
                    <a16:creationId xmlns:a16="http://schemas.microsoft.com/office/drawing/2014/main" id="{BF80CA4E-CBDE-90F7-3B4D-968B07B89E1E}"/>
                  </a:ext>
                </a:extLst>
              </p14:cNvPr>
              <p14:cNvContentPartPr/>
              <p14:nvPr/>
            </p14:nvContentPartPr>
            <p14:xfrm>
              <a:off x="5407178" y="3084640"/>
              <a:ext cx="406080" cy="466920"/>
            </p14:xfrm>
          </p:contentPart>
        </mc:Choice>
        <mc:Fallback xmlns="">
          <p:pic>
            <p:nvPicPr>
              <p:cNvPr id="72" name="Ink 71">
                <a:extLst>
                  <a:ext uri="{FF2B5EF4-FFF2-40B4-BE49-F238E27FC236}">
                    <a16:creationId xmlns:a16="http://schemas.microsoft.com/office/drawing/2014/main" id="{BF80CA4E-CBDE-90F7-3B4D-968B07B89E1E}"/>
                  </a:ext>
                </a:extLst>
              </p:cNvPr>
              <p:cNvPicPr/>
              <p:nvPr/>
            </p:nvPicPr>
            <p:blipFill>
              <a:blip r:embed="rId37"/>
              <a:stretch>
                <a:fillRect/>
              </a:stretch>
            </p:blipFill>
            <p:spPr>
              <a:xfrm>
                <a:off x="5399611" y="3077086"/>
                <a:ext cx="421213" cy="482028"/>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7" name="Ink 76">
                <a:extLst>
                  <a:ext uri="{FF2B5EF4-FFF2-40B4-BE49-F238E27FC236}">
                    <a16:creationId xmlns:a16="http://schemas.microsoft.com/office/drawing/2014/main" id="{5609F20B-410E-3AC4-590F-3DA1FF83372A}"/>
                  </a:ext>
                </a:extLst>
              </p14:cNvPr>
              <p14:cNvContentPartPr/>
              <p14:nvPr/>
            </p14:nvContentPartPr>
            <p14:xfrm>
              <a:off x="5981018" y="3137920"/>
              <a:ext cx="84600" cy="390600"/>
            </p14:xfrm>
          </p:contentPart>
        </mc:Choice>
        <mc:Fallback xmlns="">
          <p:pic>
            <p:nvPicPr>
              <p:cNvPr id="77" name="Ink 76">
                <a:extLst>
                  <a:ext uri="{FF2B5EF4-FFF2-40B4-BE49-F238E27FC236}">
                    <a16:creationId xmlns:a16="http://schemas.microsoft.com/office/drawing/2014/main" id="{5609F20B-410E-3AC4-590F-3DA1FF83372A}"/>
                  </a:ext>
                </a:extLst>
              </p:cNvPr>
              <p:cNvPicPr/>
              <p:nvPr/>
            </p:nvPicPr>
            <p:blipFill>
              <a:blip r:embed="rId39"/>
              <a:stretch>
                <a:fillRect/>
              </a:stretch>
            </p:blipFill>
            <p:spPr>
              <a:xfrm>
                <a:off x="5973426" y="3130360"/>
                <a:ext cx="99785"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1" name="Ink 80">
                <a:extLst>
                  <a:ext uri="{FF2B5EF4-FFF2-40B4-BE49-F238E27FC236}">
                    <a16:creationId xmlns:a16="http://schemas.microsoft.com/office/drawing/2014/main" id="{AC7B3B38-9D61-ACD6-88EC-2DA0AD2490BB}"/>
                  </a:ext>
                </a:extLst>
              </p14:cNvPr>
              <p14:cNvContentPartPr/>
              <p14:nvPr/>
            </p14:nvContentPartPr>
            <p14:xfrm>
              <a:off x="6569978" y="3230080"/>
              <a:ext cx="444240" cy="222120"/>
            </p14:xfrm>
          </p:contentPart>
        </mc:Choice>
        <mc:Fallback xmlns="">
          <p:pic>
            <p:nvPicPr>
              <p:cNvPr id="81" name="Ink 80">
                <a:extLst>
                  <a:ext uri="{FF2B5EF4-FFF2-40B4-BE49-F238E27FC236}">
                    <a16:creationId xmlns:a16="http://schemas.microsoft.com/office/drawing/2014/main" id="{AC7B3B38-9D61-ACD6-88EC-2DA0AD2490BB}"/>
                  </a:ext>
                </a:extLst>
              </p:cNvPr>
              <p:cNvPicPr/>
              <p:nvPr/>
            </p:nvPicPr>
            <p:blipFill>
              <a:blip r:embed="rId41"/>
              <a:stretch>
                <a:fillRect/>
              </a:stretch>
            </p:blipFill>
            <p:spPr>
              <a:xfrm>
                <a:off x="6562418" y="3222520"/>
                <a:ext cx="4593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5" name="Ink 84">
                <a:extLst>
                  <a:ext uri="{FF2B5EF4-FFF2-40B4-BE49-F238E27FC236}">
                    <a16:creationId xmlns:a16="http://schemas.microsoft.com/office/drawing/2014/main" id="{90635224-8E6B-661B-85DE-67BDBAB698D5}"/>
                  </a:ext>
                </a:extLst>
              </p14:cNvPr>
              <p14:cNvContentPartPr/>
              <p14:nvPr/>
            </p14:nvContentPartPr>
            <p14:xfrm>
              <a:off x="6103418" y="3199480"/>
              <a:ext cx="214920" cy="413640"/>
            </p14:xfrm>
          </p:contentPart>
        </mc:Choice>
        <mc:Fallback xmlns="">
          <p:pic>
            <p:nvPicPr>
              <p:cNvPr id="85" name="Ink 84">
                <a:extLst>
                  <a:ext uri="{FF2B5EF4-FFF2-40B4-BE49-F238E27FC236}">
                    <a16:creationId xmlns:a16="http://schemas.microsoft.com/office/drawing/2014/main" id="{90635224-8E6B-661B-85DE-67BDBAB698D5}"/>
                  </a:ext>
                </a:extLst>
              </p:cNvPr>
              <p:cNvPicPr/>
              <p:nvPr/>
            </p:nvPicPr>
            <p:blipFill>
              <a:blip r:embed="rId43"/>
              <a:stretch>
                <a:fillRect/>
              </a:stretch>
            </p:blipFill>
            <p:spPr>
              <a:xfrm>
                <a:off x="6095845" y="3191920"/>
                <a:ext cx="230065"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9" name="Ink 88">
                <a:extLst>
                  <a:ext uri="{FF2B5EF4-FFF2-40B4-BE49-F238E27FC236}">
                    <a16:creationId xmlns:a16="http://schemas.microsoft.com/office/drawing/2014/main" id="{F278D678-9C37-A140-3735-8E33F67DE071}"/>
                  </a:ext>
                </a:extLst>
              </p14:cNvPr>
              <p14:cNvContentPartPr/>
              <p14:nvPr/>
            </p14:nvContentPartPr>
            <p14:xfrm>
              <a:off x="7044458" y="3199480"/>
              <a:ext cx="145800" cy="428760"/>
            </p14:xfrm>
          </p:contentPart>
        </mc:Choice>
        <mc:Fallback xmlns="">
          <p:pic>
            <p:nvPicPr>
              <p:cNvPr id="89" name="Ink 88">
                <a:extLst>
                  <a:ext uri="{FF2B5EF4-FFF2-40B4-BE49-F238E27FC236}">
                    <a16:creationId xmlns:a16="http://schemas.microsoft.com/office/drawing/2014/main" id="{F278D678-9C37-A140-3735-8E33F67DE071}"/>
                  </a:ext>
                </a:extLst>
              </p:cNvPr>
              <p:cNvPicPr/>
              <p:nvPr/>
            </p:nvPicPr>
            <p:blipFill>
              <a:blip r:embed="rId45"/>
              <a:stretch>
                <a:fillRect/>
              </a:stretch>
            </p:blipFill>
            <p:spPr>
              <a:xfrm>
                <a:off x="7036879" y="3191920"/>
                <a:ext cx="160957"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95" name="Ink 94">
                <a:extLst>
                  <a:ext uri="{FF2B5EF4-FFF2-40B4-BE49-F238E27FC236}">
                    <a16:creationId xmlns:a16="http://schemas.microsoft.com/office/drawing/2014/main" id="{BEB4B3FF-BC8C-A431-8938-9DF0B6C87CE5}"/>
                  </a:ext>
                </a:extLst>
              </p14:cNvPr>
              <p14:cNvContentPartPr/>
              <p14:nvPr/>
            </p14:nvContentPartPr>
            <p14:xfrm>
              <a:off x="7174418" y="3099760"/>
              <a:ext cx="834480" cy="344520"/>
            </p14:xfrm>
          </p:contentPart>
        </mc:Choice>
        <mc:Fallback xmlns="">
          <p:pic>
            <p:nvPicPr>
              <p:cNvPr id="95" name="Ink 94">
                <a:extLst>
                  <a:ext uri="{FF2B5EF4-FFF2-40B4-BE49-F238E27FC236}">
                    <a16:creationId xmlns:a16="http://schemas.microsoft.com/office/drawing/2014/main" id="{BEB4B3FF-BC8C-A431-8938-9DF0B6C87CE5}"/>
                  </a:ext>
                </a:extLst>
              </p:cNvPr>
              <p:cNvPicPr/>
              <p:nvPr/>
            </p:nvPicPr>
            <p:blipFill>
              <a:blip r:embed="rId47"/>
              <a:stretch>
                <a:fillRect/>
              </a:stretch>
            </p:blipFill>
            <p:spPr>
              <a:xfrm>
                <a:off x="7166855" y="3092200"/>
                <a:ext cx="849607"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1" name="Ink 100">
                <a:extLst>
                  <a:ext uri="{FF2B5EF4-FFF2-40B4-BE49-F238E27FC236}">
                    <a16:creationId xmlns:a16="http://schemas.microsoft.com/office/drawing/2014/main" id="{893B96DA-B8AE-6759-2084-E8CEA4DA89DD}"/>
                  </a:ext>
                </a:extLst>
              </p14:cNvPr>
              <p14:cNvContentPartPr/>
              <p14:nvPr/>
            </p14:nvContentPartPr>
            <p14:xfrm>
              <a:off x="7971098" y="2885560"/>
              <a:ext cx="764640" cy="650880"/>
            </p14:xfrm>
          </p:contentPart>
        </mc:Choice>
        <mc:Fallback xmlns="">
          <p:pic>
            <p:nvPicPr>
              <p:cNvPr id="101" name="Ink 100">
                <a:extLst>
                  <a:ext uri="{FF2B5EF4-FFF2-40B4-BE49-F238E27FC236}">
                    <a16:creationId xmlns:a16="http://schemas.microsoft.com/office/drawing/2014/main" id="{893B96DA-B8AE-6759-2084-E8CEA4DA89DD}"/>
                  </a:ext>
                </a:extLst>
              </p:cNvPr>
              <p:cNvPicPr/>
              <p:nvPr/>
            </p:nvPicPr>
            <p:blipFill>
              <a:blip r:embed="rId49"/>
              <a:stretch>
                <a:fillRect/>
              </a:stretch>
            </p:blipFill>
            <p:spPr>
              <a:xfrm>
                <a:off x="7963538" y="2877996"/>
                <a:ext cx="779760" cy="666008"/>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5" name="Ink 104">
                <a:extLst>
                  <a:ext uri="{FF2B5EF4-FFF2-40B4-BE49-F238E27FC236}">
                    <a16:creationId xmlns:a16="http://schemas.microsoft.com/office/drawing/2014/main" id="{386315E1-326B-8386-EA13-4EA957BA8E94}"/>
                  </a:ext>
                </a:extLst>
              </p14:cNvPr>
              <p14:cNvContentPartPr/>
              <p14:nvPr/>
            </p14:nvContentPartPr>
            <p14:xfrm>
              <a:off x="5369018" y="4048360"/>
              <a:ext cx="205200" cy="199440"/>
            </p14:xfrm>
          </p:contentPart>
        </mc:Choice>
        <mc:Fallback xmlns="">
          <p:pic>
            <p:nvPicPr>
              <p:cNvPr id="105" name="Ink 104">
                <a:extLst>
                  <a:ext uri="{FF2B5EF4-FFF2-40B4-BE49-F238E27FC236}">
                    <a16:creationId xmlns:a16="http://schemas.microsoft.com/office/drawing/2014/main" id="{386315E1-326B-8386-EA13-4EA957BA8E94}"/>
                  </a:ext>
                </a:extLst>
              </p:cNvPr>
              <p:cNvPicPr/>
              <p:nvPr/>
            </p:nvPicPr>
            <p:blipFill>
              <a:blip r:embed="rId51"/>
              <a:stretch>
                <a:fillRect/>
              </a:stretch>
            </p:blipFill>
            <p:spPr>
              <a:xfrm>
                <a:off x="5361471" y="4040786"/>
                <a:ext cx="220294" cy="214587"/>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6" name="Ink 105">
                <a:extLst>
                  <a:ext uri="{FF2B5EF4-FFF2-40B4-BE49-F238E27FC236}">
                    <a16:creationId xmlns:a16="http://schemas.microsoft.com/office/drawing/2014/main" id="{1DA6EC57-2E48-C0BE-4C31-97F94F1D5AE2}"/>
                  </a:ext>
                </a:extLst>
              </p14:cNvPr>
              <p14:cNvContentPartPr/>
              <p14:nvPr/>
            </p14:nvContentPartPr>
            <p14:xfrm>
              <a:off x="4374338" y="4048360"/>
              <a:ext cx="658440" cy="199440"/>
            </p14:xfrm>
          </p:contentPart>
        </mc:Choice>
        <mc:Fallback xmlns="">
          <p:pic>
            <p:nvPicPr>
              <p:cNvPr id="106" name="Ink 105">
                <a:extLst>
                  <a:ext uri="{FF2B5EF4-FFF2-40B4-BE49-F238E27FC236}">
                    <a16:creationId xmlns:a16="http://schemas.microsoft.com/office/drawing/2014/main" id="{1DA6EC57-2E48-C0BE-4C31-97F94F1D5AE2}"/>
                  </a:ext>
                </a:extLst>
              </p:cNvPr>
              <p:cNvPicPr/>
              <p:nvPr/>
            </p:nvPicPr>
            <p:blipFill>
              <a:blip r:embed="rId53"/>
              <a:stretch>
                <a:fillRect/>
              </a:stretch>
            </p:blipFill>
            <p:spPr>
              <a:xfrm>
                <a:off x="4366774" y="4040786"/>
                <a:ext cx="673568" cy="214587"/>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18" name="Ink 117">
                <a:extLst>
                  <a:ext uri="{FF2B5EF4-FFF2-40B4-BE49-F238E27FC236}">
                    <a16:creationId xmlns:a16="http://schemas.microsoft.com/office/drawing/2014/main" id="{E30EC628-CE0B-AB8B-BB4E-28A508E19C8D}"/>
                  </a:ext>
                </a:extLst>
              </p14:cNvPr>
              <p14:cNvContentPartPr/>
              <p14:nvPr/>
            </p14:nvContentPartPr>
            <p14:xfrm>
              <a:off x="6072818" y="3887800"/>
              <a:ext cx="1357920" cy="551520"/>
            </p14:xfrm>
          </p:contentPart>
        </mc:Choice>
        <mc:Fallback xmlns="">
          <p:pic>
            <p:nvPicPr>
              <p:cNvPr id="118" name="Ink 117">
                <a:extLst>
                  <a:ext uri="{FF2B5EF4-FFF2-40B4-BE49-F238E27FC236}">
                    <a16:creationId xmlns:a16="http://schemas.microsoft.com/office/drawing/2014/main" id="{E30EC628-CE0B-AB8B-BB4E-28A508E19C8D}"/>
                  </a:ext>
                </a:extLst>
              </p:cNvPr>
              <p:cNvPicPr/>
              <p:nvPr/>
            </p:nvPicPr>
            <p:blipFill>
              <a:blip r:embed="rId55"/>
              <a:stretch>
                <a:fillRect/>
              </a:stretch>
            </p:blipFill>
            <p:spPr>
              <a:xfrm>
                <a:off x="6065258" y="3880235"/>
                <a:ext cx="1373040" cy="566650"/>
              </a:xfrm>
              <a:prstGeom prst="rect">
                <a:avLst/>
              </a:prstGeom>
            </p:spPr>
          </p:pic>
        </mc:Fallback>
      </mc:AlternateContent>
      <p:sp>
        <p:nvSpPr>
          <p:cNvPr id="8" name="TextBox 7">
            <a:extLst>
              <a:ext uri="{FF2B5EF4-FFF2-40B4-BE49-F238E27FC236}">
                <a16:creationId xmlns:a16="http://schemas.microsoft.com/office/drawing/2014/main" id="{162F155C-BECB-DD59-87C2-8D0C3B1108D7}"/>
              </a:ext>
            </a:extLst>
          </p:cNvPr>
          <p:cNvSpPr txBox="1"/>
          <p:nvPr/>
        </p:nvSpPr>
        <p:spPr>
          <a:xfrm>
            <a:off x="1294106" y="4991269"/>
            <a:ext cx="9373824" cy="923330"/>
          </a:xfrm>
          <a:prstGeom prst="rect">
            <a:avLst/>
          </a:prstGeom>
          <a:noFill/>
        </p:spPr>
        <p:txBody>
          <a:bodyPr wrap="square" rtlCol="0">
            <a:spAutoFit/>
          </a:bodyPr>
          <a:lstStyle/>
          <a:p>
            <a:r>
              <a:rPr lang="en-US"/>
              <a:t>This is an overdetermined system (no exact solution exists) and there are more points (m) than coils (n).</a:t>
            </a:r>
          </a:p>
          <a:p>
            <a:r>
              <a:rPr lang="en-US"/>
              <a:t>The desired field values are constant: </a:t>
            </a:r>
          </a:p>
        </p:txBody>
      </p:sp>
      <mc:AlternateContent xmlns:mc="http://schemas.openxmlformats.org/markup-compatibility/2006" xmlns:p14="http://schemas.microsoft.com/office/powerpoint/2010/main">
        <mc:Choice Requires="p14">
          <p:contentPart p14:bwMode="auto" r:id="rId56">
            <p14:nvContentPartPr>
              <p14:cNvPr id="27" name="Ink 26">
                <a:extLst>
                  <a:ext uri="{FF2B5EF4-FFF2-40B4-BE49-F238E27FC236}">
                    <a16:creationId xmlns:a16="http://schemas.microsoft.com/office/drawing/2014/main" id="{A97CDBD5-921A-A1FF-7597-3B55E3CAED5A}"/>
                  </a:ext>
                </a:extLst>
              </p14:cNvPr>
              <p14:cNvContentPartPr/>
              <p14:nvPr/>
            </p14:nvContentPartPr>
            <p14:xfrm>
              <a:off x="5070938" y="5588149"/>
              <a:ext cx="1484640" cy="443880"/>
            </p14:xfrm>
          </p:contentPart>
        </mc:Choice>
        <mc:Fallback xmlns="">
          <p:pic>
            <p:nvPicPr>
              <p:cNvPr id="27" name="Ink 26">
                <a:extLst>
                  <a:ext uri="{FF2B5EF4-FFF2-40B4-BE49-F238E27FC236}">
                    <a16:creationId xmlns:a16="http://schemas.microsoft.com/office/drawing/2014/main" id="{A97CDBD5-921A-A1FF-7597-3B55E3CAED5A}"/>
                  </a:ext>
                </a:extLst>
              </p:cNvPr>
              <p:cNvPicPr/>
              <p:nvPr/>
            </p:nvPicPr>
            <p:blipFill>
              <a:blip r:embed="rId57"/>
              <a:stretch>
                <a:fillRect/>
              </a:stretch>
            </p:blipFill>
            <p:spPr>
              <a:xfrm>
                <a:off x="5063378" y="5580595"/>
                <a:ext cx="1499760" cy="458988"/>
              </a:xfrm>
              <a:prstGeom prst="rect">
                <a:avLst/>
              </a:prstGeom>
            </p:spPr>
          </p:pic>
        </mc:Fallback>
      </mc:AlternateContent>
    </p:spTree>
    <p:extLst>
      <p:ext uri="{BB962C8B-B14F-4D97-AF65-F5344CB8AC3E}">
        <p14:creationId xmlns:p14="http://schemas.microsoft.com/office/powerpoint/2010/main" val="3238420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0617F5-DD59-0513-7E1B-91C758A47FFF}"/>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48682FF-1CEA-30CB-9E2F-3E0E82190C08}"/>
              </a:ext>
            </a:extLst>
          </p:cNvPr>
          <p:cNvSpPr>
            <a:spLocks noGrp="1"/>
          </p:cNvSpPr>
          <p:nvPr>
            <p:ph type="ftr" sz="quarter" idx="11"/>
          </p:nvPr>
        </p:nvSpPr>
        <p:spPr/>
        <p:txBody>
          <a:bodyPr/>
          <a:lstStyle/>
          <a:p>
            <a:r>
              <a:rPr lang="en-US"/>
              <a:t>Jan 10 2026</a:t>
            </a:r>
          </a:p>
        </p:txBody>
      </p:sp>
      <p:sp>
        <p:nvSpPr>
          <p:cNvPr id="6" name="Slide Number Placeholder 5">
            <a:extLst>
              <a:ext uri="{FF2B5EF4-FFF2-40B4-BE49-F238E27FC236}">
                <a16:creationId xmlns:a16="http://schemas.microsoft.com/office/drawing/2014/main" id="{496D41B5-58F2-7C3A-2A6E-3E62F71FBAA9}"/>
              </a:ext>
            </a:extLst>
          </p:cNvPr>
          <p:cNvSpPr>
            <a:spLocks noGrp="1"/>
          </p:cNvSpPr>
          <p:nvPr>
            <p:ph type="sldNum" sz="quarter" idx="12"/>
          </p:nvPr>
        </p:nvSpPr>
        <p:spPr/>
        <p:txBody>
          <a:bodyPr/>
          <a:lstStyle/>
          <a:p>
            <a:fld id="{5D474BC6-09C9-4ED8-ADF6-087D6F25D5BC}" type="slidenum">
              <a:rPr lang="en-US" smtClean="0"/>
              <a:t>7</a:t>
            </a:fld>
            <a:endParaRPr lang="en-US"/>
          </a:p>
        </p:txBody>
      </p:sp>
      <p:sp>
        <p:nvSpPr>
          <p:cNvPr id="7" name="TextBox 6">
            <a:extLst>
              <a:ext uri="{FF2B5EF4-FFF2-40B4-BE49-F238E27FC236}">
                <a16:creationId xmlns:a16="http://schemas.microsoft.com/office/drawing/2014/main" id="{9B37C7C4-56B4-52E6-3537-ECC27440124B}"/>
              </a:ext>
            </a:extLst>
          </p:cNvPr>
          <p:cNvSpPr txBox="1"/>
          <p:nvPr/>
        </p:nvSpPr>
        <p:spPr>
          <a:xfrm>
            <a:off x="740664" y="484632"/>
            <a:ext cx="6821424" cy="369332"/>
          </a:xfrm>
          <a:prstGeom prst="rect">
            <a:avLst/>
          </a:prstGeom>
          <a:noFill/>
        </p:spPr>
        <p:txBody>
          <a:bodyPr wrap="square" rtlCol="0">
            <a:spAutoFit/>
          </a:bodyPr>
          <a:lstStyle/>
          <a:p>
            <a:r>
              <a:rPr lang="en-US"/>
              <a:t>Least Squares Formulation</a:t>
            </a:r>
          </a:p>
        </p:txBody>
      </p:sp>
      <mc:AlternateContent xmlns:mc="http://schemas.openxmlformats.org/markup-compatibility/2006" xmlns:p14="http://schemas.microsoft.com/office/powerpoint/2010/main">
        <mc:Choice Requires="p14">
          <p:contentPart p14:bwMode="auto" r:id="rId2">
            <p14:nvContentPartPr>
              <p14:cNvPr id="18" name="Ink 17">
                <a:extLst>
                  <a:ext uri="{FF2B5EF4-FFF2-40B4-BE49-F238E27FC236}">
                    <a16:creationId xmlns:a16="http://schemas.microsoft.com/office/drawing/2014/main" id="{19AD9472-DBC1-AC94-F00F-A486B4EB08E6}"/>
                  </a:ext>
                </a:extLst>
              </p14:cNvPr>
              <p14:cNvContentPartPr/>
              <p14:nvPr/>
            </p14:nvContentPartPr>
            <p14:xfrm>
              <a:off x="4022618" y="1110760"/>
              <a:ext cx="260280" cy="313200"/>
            </p14:xfrm>
          </p:contentPart>
        </mc:Choice>
        <mc:Fallback xmlns="">
          <p:pic>
            <p:nvPicPr>
              <p:cNvPr id="18" name="Ink 17">
                <a:extLst>
                  <a:ext uri="{FF2B5EF4-FFF2-40B4-BE49-F238E27FC236}">
                    <a16:creationId xmlns:a16="http://schemas.microsoft.com/office/drawing/2014/main" id="{19AD9472-DBC1-AC94-F00F-A486B4EB08E6}"/>
                  </a:ext>
                </a:extLst>
              </p:cNvPr>
              <p:cNvPicPr/>
              <p:nvPr/>
            </p:nvPicPr>
            <p:blipFill>
              <a:blip r:embed="rId3"/>
              <a:stretch>
                <a:fillRect/>
              </a:stretch>
            </p:blipFill>
            <p:spPr>
              <a:xfrm>
                <a:off x="4015068" y="1103200"/>
                <a:ext cx="275379"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F2012F61-A2FB-1ACA-FBC3-DC498F8263B4}"/>
                  </a:ext>
                </a:extLst>
              </p14:cNvPr>
              <p14:cNvContentPartPr/>
              <p14:nvPr/>
            </p14:nvContentPartPr>
            <p14:xfrm>
              <a:off x="2668298" y="1214440"/>
              <a:ext cx="1125000" cy="256320"/>
            </p14:xfrm>
          </p:contentPart>
        </mc:Choice>
        <mc:Fallback xmlns="">
          <p:pic>
            <p:nvPicPr>
              <p:cNvPr id="19" name="Ink 18">
                <a:extLst>
                  <a:ext uri="{FF2B5EF4-FFF2-40B4-BE49-F238E27FC236}">
                    <a16:creationId xmlns:a16="http://schemas.microsoft.com/office/drawing/2014/main" id="{F2012F61-A2FB-1ACA-FBC3-DC498F8263B4}"/>
                  </a:ext>
                </a:extLst>
              </p:cNvPr>
              <p:cNvPicPr/>
              <p:nvPr/>
            </p:nvPicPr>
            <p:blipFill>
              <a:blip r:embed="rId5"/>
              <a:stretch>
                <a:fillRect/>
              </a:stretch>
            </p:blipFill>
            <p:spPr>
              <a:xfrm>
                <a:off x="2660738" y="1206880"/>
                <a:ext cx="114012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3870689B-7A72-C6A4-B7F0-55C2B639903D}"/>
                  </a:ext>
                </a:extLst>
              </p14:cNvPr>
              <p14:cNvContentPartPr/>
              <p14:nvPr/>
            </p14:nvContentPartPr>
            <p14:xfrm>
              <a:off x="5430218" y="1004560"/>
              <a:ext cx="2111760" cy="526680"/>
            </p14:xfrm>
          </p:contentPart>
        </mc:Choice>
        <mc:Fallback xmlns="">
          <p:pic>
            <p:nvPicPr>
              <p:cNvPr id="34" name="Ink 33">
                <a:extLst>
                  <a:ext uri="{FF2B5EF4-FFF2-40B4-BE49-F238E27FC236}">
                    <a16:creationId xmlns:a16="http://schemas.microsoft.com/office/drawing/2014/main" id="{3870689B-7A72-C6A4-B7F0-55C2B639903D}"/>
                  </a:ext>
                </a:extLst>
              </p:cNvPr>
              <p:cNvPicPr/>
              <p:nvPr/>
            </p:nvPicPr>
            <p:blipFill>
              <a:blip r:embed="rId7"/>
              <a:stretch>
                <a:fillRect/>
              </a:stretch>
            </p:blipFill>
            <p:spPr>
              <a:xfrm>
                <a:off x="5422659" y="997000"/>
                <a:ext cx="2126877" cy="541800"/>
              </a:xfrm>
              <a:prstGeom prst="rect">
                <a:avLst/>
              </a:prstGeom>
            </p:spPr>
          </p:pic>
        </mc:Fallback>
      </mc:AlternateContent>
      <p:sp>
        <p:nvSpPr>
          <p:cNvPr id="8" name="TextBox 7">
            <a:extLst>
              <a:ext uri="{FF2B5EF4-FFF2-40B4-BE49-F238E27FC236}">
                <a16:creationId xmlns:a16="http://schemas.microsoft.com/office/drawing/2014/main" id="{C7B1C2B7-6353-1E83-9494-684F3ED9F022}"/>
              </a:ext>
            </a:extLst>
          </p:cNvPr>
          <p:cNvSpPr txBox="1"/>
          <p:nvPr/>
        </p:nvSpPr>
        <p:spPr>
          <a:xfrm>
            <a:off x="838200" y="2267712"/>
            <a:ext cx="4922520" cy="369332"/>
          </a:xfrm>
          <a:prstGeom prst="rect">
            <a:avLst/>
          </a:prstGeom>
          <a:noFill/>
        </p:spPr>
        <p:txBody>
          <a:bodyPr wrap="square" rtlCol="0">
            <a:spAutoFit/>
          </a:bodyPr>
          <a:lstStyle/>
          <a:p>
            <a:r>
              <a:rPr lang="en-US"/>
              <a:t>Singular Value Decomposition</a:t>
            </a:r>
          </a:p>
        </p:txBody>
      </p:sp>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FA40B9B4-9986-162F-CCF4-17171BA735A1}"/>
                  </a:ext>
                </a:extLst>
              </p14:cNvPr>
              <p14:cNvContentPartPr/>
              <p14:nvPr/>
            </p14:nvContentPartPr>
            <p14:xfrm>
              <a:off x="5330858" y="2427280"/>
              <a:ext cx="191520" cy="336600"/>
            </p14:xfrm>
          </p:contentPart>
        </mc:Choice>
        <mc:Fallback xmlns="">
          <p:pic>
            <p:nvPicPr>
              <p:cNvPr id="12" name="Ink 11">
                <a:extLst>
                  <a:ext uri="{FF2B5EF4-FFF2-40B4-BE49-F238E27FC236}">
                    <a16:creationId xmlns:a16="http://schemas.microsoft.com/office/drawing/2014/main" id="{FA40B9B4-9986-162F-CCF4-17171BA735A1}"/>
                  </a:ext>
                </a:extLst>
              </p:cNvPr>
              <p:cNvPicPr/>
              <p:nvPr/>
            </p:nvPicPr>
            <p:blipFill>
              <a:blip r:embed="rId9"/>
              <a:stretch>
                <a:fillRect/>
              </a:stretch>
            </p:blipFill>
            <p:spPr>
              <a:xfrm>
                <a:off x="5323312" y="2419712"/>
                <a:ext cx="206612" cy="35173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F7763290-2112-F08E-78F5-CF72CE62EE71}"/>
                  </a:ext>
                </a:extLst>
              </p14:cNvPr>
              <p14:cNvContentPartPr/>
              <p14:nvPr/>
            </p14:nvContentPartPr>
            <p14:xfrm>
              <a:off x="4665218" y="2457160"/>
              <a:ext cx="260640" cy="367560"/>
            </p14:xfrm>
          </p:contentPart>
        </mc:Choice>
        <mc:Fallback xmlns="">
          <p:pic>
            <p:nvPicPr>
              <p:cNvPr id="13" name="Ink 12">
                <a:extLst>
                  <a:ext uri="{FF2B5EF4-FFF2-40B4-BE49-F238E27FC236}">
                    <a16:creationId xmlns:a16="http://schemas.microsoft.com/office/drawing/2014/main" id="{F7763290-2112-F08E-78F5-CF72CE62EE71}"/>
                  </a:ext>
                </a:extLst>
              </p:cNvPr>
              <p:cNvPicPr/>
              <p:nvPr/>
            </p:nvPicPr>
            <p:blipFill>
              <a:blip r:embed="rId11"/>
              <a:stretch>
                <a:fillRect/>
              </a:stretch>
            </p:blipFill>
            <p:spPr>
              <a:xfrm>
                <a:off x="4657658" y="2449600"/>
                <a:ext cx="27576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Ink 27">
                <a:extLst>
                  <a:ext uri="{FF2B5EF4-FFF2-40B4-BE49-F238E27FC236}">
                    <a16:creationId xmlns:a16="http://schemas.microsoft.com/office/drawing/2014/main" id="{38DB2E53-D9B3-CB37-3495-0C2889D77462}"/>
                  </a:ext>
                </a:extLst>
              </p14:cNvPr>
              <p14:cNvContentPartPr/>
              <p14:nvPr/>
            </p14:nvContentPartPr>
            <p14:xfrm>
              <a:off x="8268458" y="2483440"/>
              <a:ext cx="666000" cy="210600"/>
            </p14:xfrm>
          </p:contentPart>
        </mc:Choice>
        <mc:Fallback xmlns="">
          <p:pic>
            <p:nvPicPr>
              <p:cNvPr id="28" name="Ink 27">
                <a:extLst>
                  <a:ext uri="{FF2B5EF4-FFF2-40B4-BE49-F238E27FC236}">
                    <a16:creationId xmlns:a16="http://schemas.microsoft.com/office/drawing/2014/main" id="{38DB2E53-D9B3-CB37-3495-0C2889D77462}"/>
                  </a:ext>
                </a:extLst>
              </p:cNvPr>
              <p:cNvPicPr/>
              <p:nvPr/>
            </p:nvPicPr>
            <p:blipFill>
              <a:blip r:embed="rId13"/>
              <a:stretch>
                <a:fillRect/>
              </a:stretch>
            </p:blipFill>
            <p:spPr>
              <a:xfrm>
                <a:off x="8260898" y="2475867"/>
                <a:ext cx="681120" cy="22574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9" name="Ink 28">
                <a:extLst>
                  <a:ext uri="{FF2B5EF4-FFF2-40B4-BE49-F238E27FC236}">
                    <a16:creationId xmlns:a16="http://schemas.microsoft.com/office/drawing/2014/main" id="{C193FCF6-388B-54DF-5E5E-E2627189A82D}"/>
                  </a:ext>
                </a:extLst>
              </p14:cNvPr>
              <p14:cNvContentPartPr/>
              <p14:nvPr/>
            </p14:nvContentPartPr>
            <p14:xfrm>
              <a:off x="6822698" y="2311720"/>
              <a:ext cx="972000" cy="536040"/>
            </p14:xfrm>
          </p:contentPart>
        </mc:Choice>
        <mc:Fallback xmlns="">
          <p:pic>
            <p:nvPicPr>
              <p:cNvPr id="29" name="Ink 28">
                <a:extLst>
                  <a:ext uri="{FF2B5EF4-FFF2-40B4-BE49-F238E27FC236}">
                    <a16:creationId xmlns:a16="http://schemas.microsoft.com/office/drawing/2014/main" id="{C193FCF6-388B-54DF-5E5E-E2627189A82D}"/>
                  </a:ext>
                </a:extLst>
              </p:cNvPr>
              <p:cNvPicPr/>
              <p:nvPr/>
            </p:nvPicPr>
            <p:blipFill>
              <a:blip r:embed="rId15"/>
              <a:stretch>
                <a:fillRect/>
              </a:stretch>
            </p:blipFill>
            <p:spPr>
              <a:xfrm>
                <a:off x="6815138" y="2304155"/>
                <a:ext cx="987120" cy="55117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0" name="Ink 29">
                <a:extLst>
                  <a:ext uri="{FF2B5EF4-FFF2-40B4-BE49-F238E27FC236}">
                    <a16:creationId xmlns:a16="http://schemas.microsoft.com/office/drawing/2014/main" id="{C3BD576F-12A1-E56A-9D49-C2B604AB965A}"/>
                  </a:ext>
                </a:extLst>
              </p14:cNvPr>
              <p14:cNvContentPartPr/>
              <p14:nvPr/>
            </p14:nvContentPartPr>
            <p14:xfrm>
              <a:off x="6027098" y="2380840"/>
              <a:ext cx="436320" cy="381960"/>
            </p14:xfrm>
          </p:contentPart>
        </mc:Choice>
        <mc:Fallback xmlns="">
          <p:pic>
            <p:nvPicPr>
              <p:cNvPr id="30" name="Ink 29">
                <a:extLst>
                  <a:ext uri="{FF2B5EF4-FFF2-40B4-BE49-F238E27FC236}">
                    <a16:creationId xmlns:a16="http://schemas.microsoft.com/office/drawing/2014/main" id="{C3BD576F-12A1-E56A-9D49-C2B604AB965A}"/>
                  </a:ext>
                </a:extLst>
              </p:cNvPr>
              <p:cNvPicPr/>
              <p:nvPr/>
            </p:nvPicPr>
            <p:blipFill>
              <a:blip r:embed="rId17"/>
              <a:stretch>
                <a:fillRect/>
              </a:stretch>
            </p:blipFill>
            <p:spPr>
              <a:xfrm>
                <a:off x="6019538" y="2373280"/>
                <a:ext cx="4514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 name="Ink 30">
                <a:extLst>
                  <a:ext uri="{FF2B5EF4-FFF2-40B4-BE49-F238E27FC236}">
                    <a16:creationId xmlns:a16="http://schemas.microsoft.com/office/drawing/2014/main" id="{2E50C694-AA3E-1DB1-ED83-DF8A47076BD8}"/>
                  </a:ext>
                </a:extLst>
              </p14:cNvPr>
              <p14:cNvContentPartPr/>
              <p14:nvPr/>
            </p14:nvContentPartPr>
            <p14:xfrm>
              <a:off x="9607298" y="2357800"/>
              <a:ext cx="138240" cy="972000"/>
            </p14:xfrm>
          </p:contentPart>
        </mc:Choice>
        <mc:Fallback xmlns="">
          <p:pic>
            <p:nvPicPr>
              <p:cNvPr id="31" name="Ink 30">
                <a:extLst>
                  <a:ext uri="{FF2B5EF4-FFF2-40B4-BE49-F238E27FC236}">
                    <a16:creationId xmlns:a16="http://schemas.microsoft.com/office/drawing/2014/main" id="{2E50C694-AA3E-1DB1-ED83-DF8A47076BD8}"/>
                  </a:ext>
                </a:extLst>
              </p:cNvPr>
              <p:cNvPicPr/>
              <p:nvPr/>
            </p:nvPicPr>
            <p:blipFill>
              <a:blip r:embed="rId19"/>
              <a:stretch>
                <a:fillRect/>
              </a:stretch>
            </p:blipFill>
            <p:spPr>
              <a:xfrm>
                <a:off x="9599718" y="2350240"/>
                <a:ext cx="153399" cy="987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2" name="Ink 31">
                <a:extLst>
                  <a:ext uri="{FF2B5EF4-FFF2-40B4-BE49-F238E27FC236}">
                    <a16:creationId xmlns:a16="http://schemas.microsoft.com/office/drawing/2014/main" id="{3BA49399-78CD-7A69-C407-4AA99B06516A}"/>
                  </a:ext>
                </a:extLst>
              </p14:cNvPr>
              <p14:cNvContentPartPr/>
              <p14:nvPr/>
            </p14:nvContentPartPr>
            <p14:xfrm>
              <a:off x="9943898" y="2342320"/>
              <a:ext cx="145800" cy="979560"/>
            </p14:xfrm>
          </p:contentPart>
        </mc:Choice>
        <mc:Fallback xmlns="">
          <p:pic>
            <p:nvPicPr>
              <p:cNvPr id="32" name="Ink 31">
                <a:extLst>
                  <a:ext uri="{FF2B5EF4-FFF2-40B4-BE49-F238E27FC236}">
                    <a16:creationId xmlns:a16="http://schemas.microsoft.com/office/drawing/2014/main" id="{3BA49399-78CD-7A69-C407-4AA99B06516A}"/>
                  </a:ext>
                </a:extLst>
              </p:cNvPr>
              <p:cNvPicPr/>
              <p:nvPr/>
            </p:nvPicPr>
            <p:blipFill>
              <a:blip r:embed="rId21"/>
              <a:stretch>
                <a:fillRect/>
              </a:stretch>
            </p:blipFill>
            <p:spPr>
              <a:xfrm>
                <a:off x="9936338" y="2334760"/>
                <a:ext cx="160920" cy="994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0" name="Ink 39">
                <a:extLst>
                  <a:ext uri="{FF2B5EF4-FFF2-40B4-BE49-F238E27FC236}">
                    <a16:creationId xmlns:a16="http://schemas.microsoft.com/office/drawing/2014/main" id="{9D46DFC1-5E71-B79A-97CF-E8D9E858F05B}"/>
                  </a:ext>
                </a:extLst>
              </p14:cNvPr>
              <p14:cNvContentPartPr/>
              <p14:nvPr/>
            </p14:nvContentPartPr>
            <p14:xfrm>
              <a:off x="2748938" y="4163200"/>
              <a:ext cx="767880" cy="313920"/>
            </p14:xfrm>
          </p:contentPart>
        </mc:Choice>
        <mc:Fallback xmlns="">
          <p:pic>
            <p:nvPicPr>
              <p:cNvPr id="40" name="Ink 39">
                <a:extLst>
                  <a:ext uri="{FF2B5EF4-FFF2-40B4-BE49-F238E27FC236}">
                    <a16:creationId xmlns:a16="http://schemas.microsoft.com/office/drawing/2014/main" id="{9D46DFC1-5E71-B79A-97CF-E8D9E858F05B}"/>
                  </a:ext>
                </a:extLst>
              </p:cNvPr>
              <p:cNvPicPr/>
              <p:nvPr/>
            </p:nvPicPr>
            <p:blipFill>
              <a:blip r:embed="rId23"/>
              <a:stretch>
                <a:fillRect/>
              </a:stretch>
            </p:blipFill>
            <p:spPr>
              <a:xfrm>
                <a:off x="2741378" y="4155640"/>
                <a:ext cx="78300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5" name="Ink 44">
                <a:extLst>
                  <a:ext uri="{FF2B5EF4-FFF2-40B4-BE49-F238E27FC236}">
                    <a16:creationId xmlns:a16="http://schemas.microsoft.com/office/drawing/2014/main" id="{FC3B0076-BF1F-D2F4-BC06-6FBEACD297A0}"/>
                  </a:ext>
                </a:extLst>
              </p14:cNvPr>
              <p14:cNvContentPartPr/>
              <p14:nvPr/>
            </p14:nvContentPartPr>
            <p14:xfrm>
              <a:off x="4933058" y="4262560"/>
              <a:ext cx="130320" cy="100080"/>
            </p14:xfrm>
          </p:contentPart>
        </mc:Choice>
        <mc:Fallback xmlns="">
          <p:pic>
            <p:nvPicPr>
              <p:cNvPr id="45" name="Ink 44">
                <a:extLst>
                  <a:ext uri="{FF2B5EF4-FFF2-40B4-BE49-F238E27FC236}">
                    <a16:creationId xmlns:a16="http://schemas.microsoft.com/office/drawing/2014/main" id="{FC3B0076-BF1F-D2F4-BC06-6FBEACD297A0}"/>
                  </a:ext>
                </a:extLst>
              </p:cNvPr>
              <p:cNvPicPr/>
              <p:nvPr/>
            </p:nvPicPr>
            <p:blipFill>
              <a:blip r:embed="rId25"/>
              <a:stretch>
                <a:fillRect/>
              </a:stretch>
            </p:blipFill>
            <p:spPr>
              <a:xfrm>
                <a:off x="4925498" y="4254973"/>
                <a:ext cx="145440" cy="115255"/>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6" name="Ink 45">
                <a:extLst>
                  <a:ext uri="{FF2B5EF4-FFF2-40B4-BE49-F238E27FC236}">
                    <a16:creationId xmlns:a16="http://schemas.microsoft.com/office/drawing/2014/main" id="{98B59EEB-ECD2-45D6-34D3-CDDA5823B2B7}"/>
                  </a:ext>
                </a:extLst>
              </p14:cNvPr>
              <p14:cNvContentPartPr/>
              <p14:nvPr/>
            </p14:nvContentPartPr>
            <p14:xfrm>
              <a:off x="4466138" y="4201360"/>
              <a:ext cx="237600" cy="222120"/>
            </p14:xfrm>
          </p:contentPart>
        </mc:Choice>
        <mc:Fallback xmlns="">
          <p:pic>
            <p:nvPicPr>
              <p:cNvPr id="46" name="Ink 45">
                <a:extLst>
                  <a:ext uri="{FF2B5EF4-FFF2-40B4-BE49-F238E27FC236}">
                    <a16:creationId xmlns:a16="http://schemas.microsoft.com/office/drawing/2014/main" id="{98B59EEB-ECD2-45D6-34D3-CDDA5823B2B7}"/>
                  </a:ext>
                </a:extLst>
              </p:cNvPr>
              <p:cNvPicPr/>
              <p:nvPr/>
            </p:nvPicPr>
            <p:blipFill>
              <a:blip r:embed="rId27"/>
              <a:stretch>
                <a:fillRect/>
              </a:stretch>
            </p:blipFill>
            <p:spPr>
              <a:xfrm>
                <a:off x="4458578" y="4193800"/>
                <a:ext cx="2527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9" name="Ink 48">
                <a:extLst>
                  <a:ext uri="{FF2B5EF4-FFF2-40B4-BE49-F238E27FC236}">
                    <a16:creationId xmlns:a16="http://schemas.microsoft.com/office/drawing/2014/main" id="{1B5FDD12-204D-962B-33CA-B793F4FDA4D5}"/>
                  </a:ext>
                </a:extLst>
              </p14:cNvPr>
              <p14:cNvContentPartPr/>
              <p14:nvPr/>
            </p14:nvContentPartPr>
            <p14:xfrm>
              <a:off x="5322938" y="4178680"/>
              <a:ext cx="421200" cy="222120"/>
            </p14:xfrm>
          </p:contentPart>
        </mc:Choice>
        <mc:Fallback xmlns="">
          <p:pic>
            <p:nvPicPr>
              <p:cNvPr id="49" name="Ink 48">
                <a:extLst>
                  <a:ext uri="{FF2B5EF4-FFF2-40B4-BE49-F238E27FC236}">
                    <a16:creationId xmlns:a16="http://schemas.microsoft.com/office/drawing/2014/main" id="{1B5FDD12-204D-962B-33CA-B793F4FDA4D5}"/>
                  </a:ext>
                </a:extLst>
              </p:cNvPr>
              <p:cNvPicPr/>
              <p:nvPr/>
            </p:nvPicPr>
            <p:blipFill>
              <a:blip r:embed="rId29"/>
              <a:stretch>
                <a:fillRect/>
              </a:stretch>
            </p:blipFill>
            <p:spPr>
              <a:xfrm>
                <a:off x="5315378" y="4171132"/>
                <a:ext cx="436320" cy="237216"/>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4" name="Ink 53">
                <a:extLst>
                  <a:ext uri="{FF2B5EF4-FFF2-40B4-BE49-F238E27FC236}">
                    <a16:creationId xmlns:a16="http://schemas.microsoft.com/office/drawing/2014/main" id="{B47099A1-C3B6-ED44-52A8-07639FA74553}"/>
                  </a:ext>
                </a:extLst>
              </p14:cNvPr>
              <p14:cNvContentPartPr/>
              <p14:nvPr/>
            </p14:nvContentPartPr>
            <p14:xfrm>
              <a:off x="5889218" y="3995080"/>
              <a:ext cx="375120" cy="405720"/>
            </p14:xfrm>
          </p:contentPart>
        </mc:Choice>
        <mc:Fallback xmlns="">
          <p:pic>
            <p:nvPicPr>
              <p:cNvPr id="54" name="Ink 53">
                <a:extLst>
                  <a:ext uri="{FF2B5EF4-FFF2-40B4-BE49-F238E27FC236}">
                    <a16:creationId xmlns:a16="http://schemas.microsoft.com/office/drawing/2014/main" id="{B47099A1-C3B6-ED44-52A8-07639FA74553}"/>
                  </a:ext>
                </a:extLst>
              </p:cNvPr>
              <p:cNvPicPr/>
              <p:nvPr/>
            </p:nvPicPr>
            <p:blipFill>
              <a:blip r:embed="rId31"/>
              <a:stretch>
                <a:fillRect/>
              </a:stretch>
            </p:blipFill>
            <p:spPr>
              <a:xfrm>
                <a:off x="5881658" y="3987527"/>
                <a:ext cx="390240" cy="420827"/>
              </a:xfrm>
              <a:prstGeom prst="rect">
                <a:avLst/>
              </a:prstGeom>
            </p:spPr>
          </p:pic>
        </mc:Fallback>
      </mc:AlternateContent>
    </p:spTree>
    <p:extLst>
      <p:ext uri="{BB962C8B-B14F-4D97-AF65-F5344CB8AC3E}">
        <p14:creationId xmlns:p14="http://schemas.microsoft.com/office/powerpoint/2010/main" val="2005803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4878F3D-F138-E8E3-0A78-916C1918392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FD3C81B-162C-11A4-330C-B058B5BE0C84}"/>
              </a:ext>
            </a:extLst>
          </p:cNvPr>
          <p:cNvSpPr>
            <a:spLocks noGrp="1"/>
          </p:cNvSpPr>
          <p:nvPr>
            <p:ph type="ftr" sz="quarter" idx="11"/>
          </p:nvPr>
        </p:nvSpPr>
        <p:spPr/>
        <p:txBody>
          <a:bodyPr/>
          <a:lstStyle/>
          <a:p>
            <a:r>
              <a:rPr lang="en-US"/>
              <a:t>Jan 11, 2026</a:t>
            </a:r>
          </a:p>
        </p:txBody>
      </p:sp>
      <p:sp>
        <p:nvSpPr>
          <p:cNvPr id="6" name="Slide Number Placeholder 5">
            <a:extLst>
              <a:ext uri="{FF2B5EF4-FFF2-40B4-BE49-F238E27FC236}">
                <a16:creationId xmlns:a16="http://schemas.microsoft.com/office/drawing/2014/main" id="{59D53F25-4C3E-4061-B89B-DB8571DE7BE1}"/>
              </a:ext>
            </a:extLst>
          </p:cNvPr>
          <p:cNvSpPr>
            <a:spLocks noGrp="1"/>
          </p:cNvSpPr>
          <p:nvPr>
            <p:ph type="sldNum" sz="quarter" idx="12"/>
          </p:nvPr>
        </p:nvSpPr>
        <p:spPr/>
        <p:txBody>
          <a:bodyPr/>
          <a:lstStyle/>
          <a:p>
            <a:fld id="{5D474BC6-09C9-4ED8-ADF6-087D6F25D5BC}" type="slidenum">
              <a:rPr lang="en-US" smtClean="0"/>
              <a:t>8</a:t>
            </a:fld>
            <a:endParaRPr lang="en-US"/>
          </a:p>
        </p:txBody>
      </p:sp>
      <p:sp>
        <p:nvSpPr>
          <p:cNvPr id="7" name="TextBox 6">
            <a:extLst>
              <a:ext uri="{FF2B5EF4-FFF2-40B4-BE49-F238E27FC236}">
                <a16:creationId xmlns:a16="http://schemas.microsoft.com/office/drawing/2014/main" id="{F8DE7813-5B22-E359-131B-7B3C0FF44F40}"/>
              </a:ext>
            </a:extLst>
          </p:cNvPr>
          <p:cNvSpPr txBox="1"/>
          <p:nvPr/>
        </p:nvSpPr>
        <p:spPr>
          <a:xfrm>
            <a:off x="1024128" y="576072"/>
            <a:ext cx="3081528" cy="369332"/>
          </a:xfrm>
          <a:prstGeom prst="rect">
            <a:avLst/>
          </a:prstGeom>
          <a:noFill/>
        </p:spPr>
        <p:txBody>
          <a:bodyPr wrap="square" rtlCol="0">
            <a:spAutoFit/>
          </a:bodyPr>
          <a:lstStyle/>
          <a:p>
            <a:r>
              <a:rPr lang="en-US"/>
              <a:t>Tikhonov Regularization</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38C412C8-97C0-F439-FD77-F3B369450AA8}"/>
                  </a:ext>
                </a:extLst>
              </p14:cNvPr>
              <p14:cNvContentPartPr/>
              <p14:nvPr/>
            </p14:nvContentPartPr>
            <p14:xfrm>
              <a:off x="4060778" y="713680"/>
              <a:ext cx="505080" cy="255600"/>
            </p14:xfrm>
          </p:contentPart>
        </mc:Choice>
        <mc:Fallback xmlns="">
          <p:pic>
            <p:nvPicPr>
              <p:cNvPr id="12" name="Ink 11">
                <a:extLst>
                  <a:ext uri="{FF2B5EF4-FFF2-40B4-BE49-F238E27FC236}">
                    <a16:creationId xmlns:a16="http://schemas.microsoft.com/office/drawing/2014/main" id="{38C412C8-97C0-F439-FD77-F3B369450AA8}"/>
                  </a:ext>
                </a:extLst>
              </p:cNvPr>
              <p:cNvPicPr/>
              <p:nvPr/>
            </p:nvPicPr>
            <p:blipFill>
              <a:blip r:embed="rId3"/>
              <a:stretch>
                <a:fillRect/>
              </a:stretch>
            </p:blipFill>
            <p:spPr>
              <a:xfrm>
                <a:off x="4053223" y="706109"/>
                <a:ext cx="520189" cy="270741"/>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FA9DE85F-6508-1902-BB99-9423FAD057CB}"/>
                  </a:ext>
                </a:extLst>
              </p14:cNvPr>
              <p14:cNvContentPartPr/>
              <p14:nvPr/>
            </p14:nvContentPartPr>
            <p14:xfrm>
              <a:off x="4917578" y="536920"/>
              <a:ext cx="398520" cy="765360"/>
            </p14:xfrm>
          </p:contentPart>
        </mc:Choice>
        <mc:Fallback xmlns="">
          <p:pic>
            <p:nvPicPr>
              <p:cNvPr id="16" name="Ink 15">
                <a:extLst>
                  <a:ext uri="{FF2B5EF4-FFF2-40B4-BE49-F238E27FC236}">
                    <a16:creationId xmlns:a16="http://schemas.microsoft.com/office/drawing/2014/main" id="{FA9DE85F-6508-1902-BB99-9423FAD057CB}"/>
                  </a:ext>
                </a:extLst>
              </p:cNvPr>
              <p:cNvPicPr/>
              <p:nvPr/>
            </p:nvPicPr>
            <p:blipFill>
              <a:blip r:embed="rId5"/>
              <a:stretch>
                <a:fillRect/>
              </a:stretch>
            </p:blipFill>
            <p:spPr>
              <a:xfrm>
                <a:off x="4910018" y="529364"/>
                <a:ext cx="413640" cy="78047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id="{D34B3F4C-7D18-4716-F083-4C93508CDFA3}"/>
                  </a:ext>
                </a:extLst>
              </p14:cNvPr>
              <p14:cNvContentPartPr/>
              <p14:nvPr/>
            </p14:nvContentPartPr>
            <p14:xfrm>
              <a:off x="5537498" y="804760"/>
              <a:ext cx="267840" cy="222120"/>
            </p14:xfrm>
          </p:contentPart>
        </mc:Choice>
        <mc:Fallback xmlns="">
          <p:pic>
            <p:nvPicPr>
              <p:cNvPr id="21" name="Ink 20">
                <a:extLst>
                  <a:ext uri="{FF2B5EF4-FFF2-40B4-BE49-F238E27FC236}">
                    <a16:creationId xmlns:a16="http://schemas.microsoft.com/office/drawing/2014/main" id="{D34B3F4C-7D18-4716-F083-4C93508CDFA3}"/>
                  </a:ext>
                </a:extLst>
              </p:cNvPr>
              <p:cNvPicPr/>
              <p:nvPr/>
            </p:nvPicPr>
            <p:blipFill>
              <a:blip r:embed="rId7"/>
              <a:stretch>
                <a:fillRect/>
              </a:stretch>
            </p:blipFill>
            <p:spPr>
              <a:xfrm>
                <a:off x="5529948" y="797212"/>
                <a:ext cx="282940" cy="23721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2" name="Ink 21">
                <a:extLst>
                  <a:ext uri="{FF2B5EF4-FFF2-40B4-BE49-F238E27FC236}">
                    <a16:creationId xmlns:a16="http://schemas.microsoft.com/office/drawing/2014/main" id="{2A407B16-0640-719C-EFEC-0D23EF0AF220}"/>
                  </a:ext>
                </a:extLst>
              </p14:cNvPr>
              <p14:cNvContentPartPr/>
              <p14:nvPr/>
            </p14:nvContentPartPr>
            <p14:xfrm>
              <a:off x="6012338" y="728080"/>
              <a:ext cx="75960" cy="383040"/>
            </p14:xfrm>
          </p:contentPart>
        </mc:Choice>
        <mc:Fallback xmlns="">
          <p:pic>
            <p:nvPicPr>
              <p:cNvPr id="22" name="Ink 21">
                <a:extLst>
                  <a:ext uri="{FF2B5EF4-FFF2-40B4-BE49-F238E27FC236}">
                    <a16:creationId xmlns:a16="http://schemas.microsoft.com/office/drawing/2014/main" id="{2A407B16-0640-719C-EFEC-0D23EF0AF220}"/>
                  </a:ext>
                </a:extLst>
              </p:cNvPr>
              <p:cNvPicPr/>
              <p:nvPr/>
            </p:nvPicPr>
            <p:blipFill>
              <a:blip r:embed="rId9"/>
              <a:stretch>
                <a:fillRect/>
              </a:stretch>
            </p:blipFill>
            <p:spPr>
              <a:xfrm>
                <a:off x="6004778" y="720513"/>
                <a:ext cx="91080" cy="39817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9" name="Ink 28">
                <a:extLst>
                  <a:ext uri="{FF2B5EF4-FFF2-40B4-BE49-F238E27FC236}">
                    <a16:creationId xmlns:a16="http://schemas.microsoft.com/office/drawing/2014/main" id="{0187F064-6E03-0048-A1CB-9F268F23C0FD}"/>
                  </a:ext>
                </a:extLst>
              </p14:cNvPr>
              <p14:cNvContentPartPr/>
              <p14:nvPr/>
            </p14:nvContentPartPr>
            <p14:xfrm>
              <a:off x="6256418" y="728080"/>
              <a:ext cx="1033200" cy="329400"/>
            </p14:xfrm>
          </p:contentPart>
        </mc:Choice>
        <mc:Fallback xmlns="">
          <p:pic>
            <p:nvPicPr>
              <p:cNvPr id="29" name="Ink 28">
                <a:extLst>
                  <a:ext uri="{FF2B5EF4-FFF2-40B4-BE49-F238E27FC236}">
                    <a16:creationId xmlns:a16="http://schemas.microsoft.com/office/drawing/2014/main" id="{0187F064-6E03-0048-A1CB-9F268F23C0FD}"/>
                  </a:ext>
                </a:extLst>
              </p:cNvPr>
              <p:cNvPicPr/>
              <p:nvPr/>
            </p:nvPicPr>
            <p:blipFill>
              <a:blip r:embed="rId11"/>
              <a:stretch>
                <a:fillRect/>
              </a:stretch>
            </p:blipFill>
            <p:spPr>
              <a:xfrm>
                <a:off x="6248858" y="720520"/>
                <a:ext cx="104832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2" name="Ink 31">
                <a:extLst>
                  <a:ext uri="{FF2B5EF4-FFF2-40B4-BE49-F238E27FC236}">
                    <a16:creationId xmlns:a16="http://schemas.microsoft.com/office/drawing/2014/main" id="{4362A8FF-FC42-1D5E-4737-E08B722EE8F8}"/>
                  </a:ext>
                </a:extLst>
              </p14:cNvPr>
              <p14:cNvContentPartPr/>
              <p14:nvPr/>
            </p14:nvContentPartPr>
            <p14:xfrm>
              <a:off x="7480418" y="697480"/>
              <a:ext cx="84600" cy="428760"/>
            </p14:xfrm>
          </p:contentPart>
        </mc:Choice>
        <mc:Fallback xmlns="">
          <p:pic>
            <p:nvPicPr>
              <p:cNvPr id="32" name="Ink 31">
                <a:extLst>
                  <a:ext uri="{FF2B5EF4-FFF2-40B4-BE49-F238E27FC236}">
                    <a16:creationId xmlns:a16="http://schemas.microsoft.com/office/drawing/2014/main" id="{4362A8FF-FC42-1D5E-4737-E08B722EE8F8}"/>
                  </a:ext>
                </a:extLst>
              </p:cNvPr>
              <p:cNvPicPr/>
              <p:nvPr/>
            </p:nvPicPr>
            <p:blipFill>
              <a:blip r:embed="rId13"/>
              <a:stretch>
                <a:fillRect/>
              </a:stretch>
            </p:blipFill>
            <p:spPr>
              <a:xfrm>
                <a:off x="7472858" y="689920"/>
                <a:ext cx="99720"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3" name="Ink 32">
                <a:extLst>
                  <a:ext uri="{FF2B5EF4-FFF2-40B4-BE49-F238E27FC236}">
                    <a16:creationId xmlns:a16="http://schemas.microsoft.com/office/drawing/2014/main" id="{C37EA661-5629-BAB8-B3EE-CDB32035B25E}"/>
                  </a:ext>
                </a:extLst>
              </p14:cNvPr>
              <p14:cNvContentPartPr/>
              <p14:nvPr/>
            </p14:nvContentPartPr>
            <p14:xfrm>
              <a:off x="7610738" y="529360"/>
              <a:ext cx="191520" cy="122760"/>
            </p14:xfrm>
          </p:contentPart>
        </mc:Choice>
        <mc:Fallback xmlns="">
          <p:pic>
            <p:nvPicPr>
              <p:cNvPr id="33" name="Ink 32">
                <a:extLst>
                  <a:ext uri="{FF2B5EF4-FFF2-40B4-BE49-F238E27FC236}">
                    <a16:creationId xmlns:a16="http://schemas.microsoft.com/office/drawing/2014/main" id="{C37EA661-5629-BAB8-B3EE-CDB32035B25E}"/>
                  </a:ext>
                </a:extLst>
              </p:cNvPr>
              <p:cNvPicPr/>
              <p:nvPr/>
            </p:nvPicPr>
            <p:blipFill>
              <a:blip r:embed="rId15"/>
              <a:stretch>
                <a:fillRect/>
              </a:stretch>
            </p:blipFill>
            <p:spPr>
              <a:xfrm>
                <a:off x="7603192" y="521800"/>
                <a:ext cx="206612"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7" name="Ink 36">
                <a:extLst>
                  <a:ext uri="{FF2B5EF4-FFF2-40B4-BE49-F238E27FC236}">
                    <a16:creationId xmlns:a16="http://schemas.microsoft.com/office/drawing/2014/main" id="{499F74C6-8BE3-C699-FB9F-29B3B17D0C9F}"/>
                  </a:ext>
                </a:extLst>
              </p14:cNvPr>
              <p14:cNvContentPartPr/>
              <p14:nvPr/>
            </p14:nvContentPartPr>
            <p14:xfrm>
              <a:off x="8131658" y="697480"/>
              <a:ext cx="297720" cy="329400"/>
            </p14:xfrm>
          </p:contentPart>
        </mc:Choice>
        <mc:Fallback xmlns="">
          <p:pic>
            <p:nvPicPr>
              <p:cNvPr id="37" name="Ink 36">
                <a:extLst>
                  <a:ext uri="{FF2B5EF4-FFF2-40B4-BE49-F238E27FC236}">
                    <a16:creationId xmlns:a16="http://schemas.microsoft.com/office/drawing/2014/main" id="{499F74C6-8BE3-C699-FB9F-29B3B17D0C9F}"/>
                  </a:ext>
                </a:extLst>
              </p:cNvPr>
              <p:cNvPicPr/>
              <p:nvPr/>
            </p:nvPicPr>
            <p:blipFill>
              <a:blip r:embed="rId17"/>
              <a:stretch>
                <a:fillRect/>
              </a:stretch>
            </p:blipFill>
            <p:spPr>
              <a:xfrm>
                <a:off x="8124098" y="689920"/>
                <a:ext cx="31284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7" name="Ink 46">
                <a:extLst>
                  <a:ext uri="{FF2B5EF4-FFF2-40B4-BE49-F238E27FC236}">
                    <a16:creationId xmlns:a16="http://schemas.microsoft.com/office/drawing/2014/main" id="{91757848-1821-FBEE-6D7B-24F794463E74}"/>
                  </a:ext>
                </a:extLst>
              </p14:cNvPr>
              <p14:cNvContentPartPr/>
              <p14:nvPr/>
            </p14:nvContentPartPr>
            <p14:xfrm>
              <a:off x="9354938" y="437560"/>
              <a:ext cx="880560" cy="704160"/>
            </p14:xfrm>
          </p:contentPart>
        </mc:Choice>
        <mc:Fallback xmlns="">
          <p:pic>
            <p:nvPicPr>
              <p:cNvPr id="47" name="Ink 46">
                <a:extLst>
                  <a:ext uri="{FF2B5EF4-FFF2-40B4-BE49-F238E27FC236}">
                    <a16:creationId xmlns:a16="http://schemas.microsoft.com/office/drawing/2014/main" id="{91757848-1821-FBEE-6D7B-24F794463E74}"/>
                  </a:ext>
                </a:extLst>
              </p:cNvPr>
              <p:cNvPicPr/>
              <p:nvPr/>
            </p:nvPicPr>
            <p:blipFill>
              <a:blip r:embed="rId19"/>
              <a:stretch>
                <a:fillRect/>
              </a:stretch>
            </p:blipFill>
            <p:spPr>
              <a:xfrm>
                <a:off x="9347375" y="430000"/>
                <a:ext cx="895686" cy="719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8" name="Ink 47">
                <a:extLst>
                  <a:ext uri="{FF2B5EF4-FFF2-40B4-BE49-F238E27FC236}">
                    <a16:creationId xmlns:a16="http://schemas.microsoft.com/office/drawing/2014/main" id="{25189F69-A420-A6CF-347B-744E2579BD4D}"/>
                  </a:ext>
                </a:extLst>
              </p14:cNvPr>
              <p14:cNvContentPartPr/>
              <p14:nvPr/>
            </p14:nvContentPartPr>
            <p14:xfrm>
              <a:off x="8788658" y="552040"/>
              <a:ext cx="360000" cy="478080"/>
            </p14:xfrm>
          </p:contentPart>
        </mc:Choice>
        <mc:Fallback xmlns="">
          <p:pic>
            <p:nvPicPr>
              <p:cNvPr id="48" name="Ink 47">
                <a:extLst>
                  <a:ext uri="{FF2B5EF4-FFF2-40B4-BE49-F238E27FC236}">
                    <a16:creationId xmlns:a16="http://schemas.microsoft.com/office/drawing/2014/main" id="{25189F69-A420-A6CF-347B-744E2579BD4D}"/>
                  </a:ext>
                </a:extLst>
              </p:cNvPr>
              <p:cNvPicPr/>
              <p:nvPr/>
            </p:nvPicPr>
            <p:blipFill>
              <a:blip r:embed="rId21"/>
              <a:stretch>
                <a:fillRect/>
              </a:stretch>
            </p:blipFill>
            <p:spPr>
              <a:xfrm>
                <a:off x="8781098" y="544480"/>
                <a:ext cx="375120" cy="493200"/>
              </a:xfrm>
              <a:prstGeom prst="rect">
                <a:avLst/>
              </a:prstGeom>
            </p:spPr>
          </p:pic>
        </mc:Fallback>
      </mc:AlternateContent>
      <p:sp>
        <p:nvSpPr>
          <p:cNvPr id="8" name="TextBox 7">
            <a:extLst>
              <a:ext uri="{FF2B5EF4-FFF2-40B4-BE49-F238E27FC236}">
                <a16:creationId xmlns:a16="http://schemas.microsoft.com/office/drawing/2014/main" id="{EE199CEF-6AA0-1AC5-2126-1C84BCFD7D3A}"/>
              </a:ext>
            </a:extLst>
          </p:cNvPr>
          <p:cNvSpPr txBox="1"/>
          <p:nvPr/>
        </p:nvSpPr>
        <p:spPr>
          <a:xfrm>
            <a:off x="1124712" y="1755648"/>
            <a:ext cx="4412786" cy="923330"/>
          </a:xfrm>
          <a:prstGeom prst="rect">
            <a:avLst/>
          </a:prstGeom>
          <a:noFill/>
        </p:spPr>
        <p:txBody>
          <a:bodyPr wrap="square" rtlCol="0">
            <a:spAutoFit/>
          </a:bodyPr>
          <a:lstStyle/>
          <a:p>
            <a:r>
              <a:rPr lang="en-US"/>
              <a:t>Two competing goals:</a:t>
            </a:r>
          </a:p>
          <a:p>
            <a:pPr marL="342900" indent="-342900">
              <a:buAutoNum type="arabicPeriod"/>
            </a:pPr>
            <a:r>
              <a:rPr lang="en-US"/>
              <a:t>Flatter the mag field</a:t>
            </a:r>
          </a:p>
          <a:p>
            <a:pPr marL="342900" indent="-342900">
              <a:buAutoNum type="arabicPeriod"/>
            </a:pPr>
            <a:r>
              <a:rPr lang="en-US"/>
              <a:t>Keep coil currents reasonable</a:t>
            </a:r>
          </a:p>
        </p:txBody>
      </p:sp>
      <mc:AlternateContent xmlns:mc="http://schemas.openxmlformats.org/markup-compatibility/2006" xmlns:p14="http://schemas.microsoft.com/office/powerpoint/2010/main">
        <mc:Choice Requires="p14">
          <p:contentPart p14:bwMode="auto" r:id="rId22">
            <p14:nvContentPartPr>
              <p14:cNvPr id="49" name="Ink 48">
                <a:extLst>
                  <a:ext uri="{FF2B5EF4-FFF2-40B4-BE49-F238E27FC236}">
                    <a16:creationId xmlns:a16="http://schemas.microsoft.com/office/drawing/2014/main" id="{6F30B7AD-8306-1584-103C-51A2BE1C1046}"/>
                  </a:ext>
                </a:extLst>
              </p14:cNvPr>
              <p14:cNvContentPartPr/>
              <p14:nvPr/>
            </p14:nvContentPartPr>
            <p14:xfrm>
              <a:off x="7665098" y="969640"/>
              <a:ext cx="144720" cy="164520"/>
            </p14:xfrm>
          </p:contentPart>
        </mc:Choice>
        <mc:Fallback xmlns="">
          <p:pic>
            <p:nvPicPr>
              <p:cNvPr id="49" name="Ink 48">
                <a:extLst>
                  <a:ext uri="{FF2B5EF4-FFF2-40B4-BE49-F238E27FC236}">
                    <a16:creationId xmlns:a16="http://schemas.microsoft.com/office/drawing/2014/main" id="{6F30B7AD-8306-1584-103C-51A2BE1C1046}"/>
                  </a:ext>
                </a:extLst>
              </p:cNvPr>
              <p:cNvPicPr/>
              <p:nvPr/>
            </p:nvPicPr>
            <p:blipFill>
              <a:blip r:embed="rId23"/>
              <a:stretch>
                <a:fillRect/>
              </a:stretch>
            </p:blipFill>
            <p:spPr>
              <a:xfrm>
                <a:off x="7657557" y="962080"/>
                <a:ext cx="159802"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0" name="Ink 49">
                <a:extLst>
                  <a:ext uri="{FF2B5EF4-FFF2-40B4-BE49-F238E27FC236}">
                    <a16:creationId xmlns:a16="http://schemas.microsoft.com/office/drawing/2014/main" id="{60A1393C-54F5-BA23-7772-CE7346D28188}"/>
                  </a:ext>
                </a:extLst>
              </p14:cNvPr>
              <p14:cNvContentPartPr/>
              <p14:nvPr/>
            </p14:nvContentPartPr>
            <p14:xfrm>
              <a:off x="9790898" y="942280"/>
              <a:ext cx="153360" cy="207000"/>
            </p14:xfrm>
          </p:contentPart>
        </mc:Choice>
        <mc:Fallback xmlns="">
          <p:pic>
            <p:nvPicPr>
              <p:cNvPr id="50" name="Ink 49">
                <a:extLst>
                  <a:ext uri="{FF2B5EF4-FFF2-40B4-BE49-F238E27FC236}">
                    <a16:creationId xmlns:a16="http://schemas.microsoft.com/office/drawing/2014/main" id="{60A1393C-54F5-BA23-7772-CE7346D28188}"/>
                  </a:ext>
                </a:extLst>
              </p:cNvPr>
              <p:cNvPicPr/>
              <p:nvPr/>
            </p:nvPicPr>
            <p:blipFill>
              <a:blip r:embed="rId25"/>
              <a:stretch>
                <a:fillRect/>
              </a:stretch>
            </p:blipFill>
            <p:spPr>
              <a:xfrm>
                <a:off x="9783338" y="934720"/>
                <a:ext cx="16848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 name="Ink 1">
                <a:extLst>
                  <a:ext uri="{FF2B5EF4-FFF2-40B4-BE49-F238E27FC236}">
                    <a16:creationId xmlns:a16="http://schemas.microsoft.com/office/drawing/2014/main" id="{ACAB73CE-DFD5-90B8-0C3A-204264DEA87B}"/>
                  </a:ext>
                </a:extLst>
              </p14:cNvPr>
              <p14:cNvContentPartPr/>
              <p14:nvPr/>
            </p14:nvContentPartPr>
            <p14:xfrm>
              <a:off x="8742938" y="1240720"/>
              <a:ext cx="1385280" cy="145800"/>
            </p14:xfrm>
          </p:contentPart>
        </mc:Choice>
        <mc:Fallback xmlns="">
          <p:pic>
            <p:nvPicPr>
              <p:cNvPr id="2" name="Ink 1">
                <a:extLst>
                  <a:ext uri="{FF2B5EF4-FFF2-40B4-BE49-F238E27FC236}">
                    <a16:creationId xmlns:a16="http://schemas.microsoft.com/office/drawing/2014/main" id="{ACAB73CE-DFD5-90B8-0C3A-204264DEA87B}"/>
                  </a:ext>
                </a:extLst>
              </p:cNvPr>
              <p:cNvPicPr/>
              <p:nvPr/>
            </p:nvPicPr>
            <p:blipFill>
              <a:blip r:embed="rId27"/>
              <a:stretch>
                <a:fillRect/>
              </a:stretch>
            </p:blipFill>
            <p:spPr>
              <a:xfrm>
                <a:off x="8735378" y="1233141"/>
                <a:ext cx="1400400" cy="160957"/>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BADEF7F4-28CB-9774-D18E-1C82BC9A51EB}"/>
                  </a:ext>
                </a:extLst>
              </p14:cNvPr>
              <p14:cNvContentPartPr/>
              <p14:nvPr/>
            </p14:nvContentPartPr>
            <p14:xfrm>
              <a:off x="10166018" y="1646080"/>
              <a:ext cx="635400" cy="299160"/>
            </p14:xfrm>
          </p:contentPart>
        </mc:Choice>
        <mc:Fallback xmlns="">
          <p:pic>
            <p:nvPicPr>
              <p:cNvPr id="27" name="Ink 26">
                <a:extLst>
                  <a:ext uri="{FF2B5EF4-FFF2-40B4-BE49-F238E27FC236}">
                    <a16:creationId xmlns:a16="http://schemas.microsoft.com/office/drawing/2014/main" id="{BADEF7F4-28CB-9774-D18E-1C82BC9A51EB}"/>
                  </a:ext>
                </a:extLst>
              </p:cNvPr>
              <p:cNvPicPr/>
              <p:nvPr/>
            </p:nvPicPr>
            <p:blipFill>
              <a:blip r:embed="rId29"/>
              <a:stretch>
                <a:fillRect/>
              </a:stretch>
            </p:blipFill>
            <p:spPr>
              <a:xfrm>
                <a:off x="10158458" y="1638511"/>
                <a:ext cx="650520" cy="314298"/>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8" name="Ink 27">
                <a:extLst>
                  <a:ext uri="{FF2B5EF4-FFF2-40B4-BE49-F238E27FC236}">
                    <a16:creationId xmlns:a16="http://schemas.microsoft.com/office/drawing/2014/main" id="{7A87A93D-806F-0F2E-17A6-5C52992662BC}"/>
                  </a:ext>
                </a:extLst>
              </p14:cNvPr>
              <p14:cNvContentPartPr/>
              <p14:nvPr/>
            </p14:nvContentPartPr>
            <p14:xfrm>
              <a:off x="8919698" y="1684600"/>
              <a:ext cx="1032480" cy="306360"/>
            </p14:xfrm>
          </p:contentPart>
        </mc:Choice>
        <mc:Fallback xmlns="">
          <p:pic>
            <p:nvPicPr>
              <p:cNvPr id="28" name="Ink 27">
                <a:extLst>
                  <a:ext uri="{FF2B5EF4-FFF2-40B4-BE49-F238E27FC236}">
                    <a16:creationId xmlns:a16="http://schemas.microsoft.com/office/drawing/2014/main" id="{7A87A93D-806F-0F2E-17A6-5C52992662BC}"/>
                  </a:ext>
                </a:extLst>
              </p:cNvPr>
              <p:cNvPicPr/>
              <p:nvPr/>
            </p:nvPicPr>
            <p:blipFill>
              <a:blip r:embed="rId31"/>
              <a:stretch>
                <a:fillRect/>
              </a:stretch>
            </p:blipFill>
            <p:spPr>
              <a:xfrm>
                <a:off x="8912135" y="1677040"/>
                <a:ext cx="1047605" cy="321480"/>
              </a:xfrm>
              <a:prstGeom prst="rect">
                <a:avLst/>
              </a:prstGeom>
            </p:spPr>
          </p:pic>
        </mc:Fallback>
      </mc:AlternateContent>
      <p:sp>
        <p:nvSpPr>
          <p:cNvPr id="9" name="TextBox 8">
            <a:extLst>
              <a:ext uri="{FF2B5EF4-FFF2-40B4-BE49-F238E27FC236}">
                <a16:creationId xmlns:a16="http://schemas.microsoft.com/office/drawing/2014/main" id="{DFCBD714-D32A-A068-1CD9-FE45D01F995D}"/>
              </a:ext>
            </a:extLst>
          </p:cNvPr>
          <p:cNvSpPr txBox="1"/>
          <p:nvPr/>
        </p:nvSpPr>
        <p:spPr>
          <a:xfrm>
            <a:off x="1024128" y="3429000"/>
            <a:ext cx="9104090" cy="369332"/>
          </a:xfrm>
          <a:prstGeom prst="rect">
            <a:avLst/>
          </a:prstGeom>
          <a:noFill/>
        </p:spPr>
        <p:txBody>
          <a:bodyPr wrap="square" rtlCol="0">
            <a:spAutoFit/>
          </a:bodyPr>
          <a:lstStyle/>
          <a:p>
            <a:r>
              <a:rPr lang="en-US"/>
              <a:t>SVD + Tikhonov</a:t>
            </a:r>
          </a:p>
        </p:txBody>
      </p:sp>
      <mc:AlternateContent xmlns:mc="http://schemas.openxmlformats.org/markup-compatibility/2006" xmlns:p14="http://schemas.microsoft.com/office/powerpoint/2010/main">
        <mc:Choice Requires="p14">
          <p:contentPart p14:bwMode="auto" r:id="rId32">
            <p14:nvContentPartPr>
              <p14:cNvPr id="3" name="Ink 2">
                <a:extLst>
                  <a:ext uri="{FF2B5EF4-FFF2-40B4-BE49-F238E27FC236}">
                    <a16:creationId xmlns:a16="http://schemas.microsoft.com/office/drawing/2014/main" id="{24D1F810-13BE-FFB2-6F2F-34C214C21FA6}"/>
                  </a:ext>
                </a:extLst>
              </p14:cNvPr>
              <p14:cNvContentPartPr/>
              <p14:nvPr/>
            </p14:nvContentPartPr>
            <p14:xfrm>
              <a:off x="4251938" y="4209280"/>
              <a:ext cx="306360" cy="383040"/>
            </p14:xfrm>
          </p:contentPart>
        </mc:Choice>
        <mc:Fallback xmlns="">
          <p:pic>
            <p:nvPicPr>
              <p:cNvPr id="3" name="Ink 2">
                <a:extLst>
                  <a:ext uri="{FF2B5EF4-FFF2-40B4-BE49-F238E27FC236}">
                    <a16:creationId xmlns:a16="http://schemas.microsoft.com/office/drawing/2014/main" id="{24D1F810-13BE-FFB2-6F2F-34C214C21FA6}"/>
                  </a:ext>
                </a:extLst>
              </p:cNvPr>
              <p:cNvPicPr/>
              <p:nvPr/>
            </p:nvPicPr>
            <p:blipFill>
              <a:blip r:embed="rId33"/>
              <a:stretch>
                <a:fillRect/>
              </a:stretch>
            </p:blipFill>
            <p:spPr>
              <a:xfrm>
                <a:off x="4244378" y="4201720"/>
                <a:ext cx="32148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 name="Ink 14">
                <a:extLst>
                  <a:ext uri="{FF2B5EF4-FFF2-40B4-BE49-F238E27FC236}">
                    <a16:creationId xmlns:a16="http://schemas.microsoft.com/office/drawing/2014/main" id="{AA017045-A97B-C34A-B0DA-319D9E0F0632}"/>
                  </a:ext>
                </a:extLst>
              </p14:cNvPr>
              <p14:cNvContentPartPr/>
              <p14:nvPr/>
            </p14:nvContentPartPr>
            <p14:xfrm>
              <a:off x="5216018" y="4155640"/>
              <a:ext cx="352440" cy="520560"/>
            </p14:xfrm>
          </p:contentPart>
        </mc:Choice>
        <mc:Fallback xmlns="">
          <p:pic>
            <p:nvPicPr>
              <p:cNvPr id="15" name="Ink 14">
                <a:extLst>
                  <a:ext uri="{FF2B5EF4-FFF2-40B4-BE49-F238E27FC236}">
                    <a16:creationId xmlns:a16="http://schemas.microsoft.com/office/drawing/2014/main" id="{AA017045-A97B-C34A-B0DA-319D9E0F0632}"/>
                  </a:ext>
                </a:extLst>
              </p:cNvPr>
              <p:cNvPicPr/>
              <p:nvPr/>
            </p:nvPicPr>
            <p:blipFill>
              <a:blip r:embed="rId35"/>
              <a:stretch>
                <a:fillRect/>
              </a:stretch>
            </p:blipFill>
            <p:spPr>
              <a:xfrm>
                <a:off x="5208458" y="4148085"/>
                <a:ext cx="367560" cy="53567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 name="Ink 16">
                <a:extLst>
                  <a:ext uri="{FF2B5EF4-FFF2-40B4-BE49-F238E27FC236}">
                    <a16:creationId xmlns:a16="http://schemas.microsoft.com/office/drawing/2014/main" id="{79B106A8-1F03-57BE-EE62-51B3E52A9812}"/>
                  </a:ext>
                </a:extLst>
              </p14:cNvPr>
              <p14:cNvContentPartPr/>
              <p14:nvPr/>
            </p14:nvContentPartPr>
            <p14:xfrm>
              <a:off x="4795898" y="4331680"/>
              <a:ext cx="175680" cy="107640"/>
            </p14:xfrm>
          </p:contentPart>
        </mc:Choice>
        <mc:Fallback xmlns="">
          <p:pic>
            <p:nvPicPr>
              <p:cNvPr id="17" name="Ink 16">
                <a:extLst>
                  <a:ext uri="{FF2B5EF4-FFF2-40B4-BE49-F238E27FC236}">
                    <a16:creationId xmlns:a16="http://schemas.microsoft.com/office/drawing/2014/main" id="{79B106A8-1F03-57BE-EE62-51B3E52A9812}"/>
                  </a:ext>
                </a:extLst>
              </p:cNvPr>
              <p:cNvPicPr/>
              <p:nvPr/>
            </p:nvPicPr>
            <p:blipFill>
              <a:blip r:embed="rId37"/>
              <a:stretch>
                <a:fillRect/>
              </a:stretch>
            </p:blipFill>
            <p:spPr>
              <a:xfrm>
                <a:off x="4788322" y="4324120"/>
                <a:ext cx="190831"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C167E918-4DC9-1093-F90E-F33AD73CE4AA}"/>
                  </a:ext>
                </a:extLst>
              </p14:cNvPr>
              <p14:cNvContentPartPr/>
              <p14:nvPr/>
            </p14:nvContentPartPr>
            <p14:xfrm>
              <a:off x="5683658" y="4179400"/>
              <a:ext cx="275040" cy="358920"/>
            </p14:xfrm>
          </p:contentPart>
        </mc:Choice>
        <mc:Fallback xmlns="">
          <p:pic>
            <p:nvPicPr>
              <p:cNvPr id="23" name="Ink 22">
                <a:extLst>
                  <a:ext uri="{FF2B5EF4-FFF2-40B4-BE49-F238E27FC236}">
                    <a16:creationId xmlns:a16="http://schemas.microsoft.com/office/drawing/2014/main" id="{C167E918-4DC9-1093-F90E-F33AD73CE4AA}"/>
                  </a:ext>
                </a:extLst>
              </p:cNvPr>
              <p:cNvPicPr/>
              <p:nvPr/>
            </p:nvPicPr>
            <p:blipFill>
              <a:blip r:embed="rId39"/>
              <a:stretch>
                <a:fillRect/>
              </a:stretch>
            </p:blipFill>
            <p:spPr>
              <a:xfrm>
                <a:off x="5676098" y="4171840"/>
                <a:ext cx="29016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Ink 30">
                <a:extLst>
                  <a:ext uri="{FF2B5EF4-FFF2-40B4-BE49-F238E27FC236}">
                    <a16:creationId xmlns:a16="http://schemas.microsoft.com/office/drawing/2014/main" id="{968FC063-7985-CC87-96FA-153F7EF53A29}"/>
                  </a:ext>
                </a:extLst>
              </p14:cNvPr>
              <p14:cNvContentPartPr/>
              <p14:nvPr/>
            </p14:nvContentPartPr>
            <p14:xfrm>
              <a:off x="6088298" y="4125040"/>
              <a:ext cx="443880" cy="375120"/>
            </p14:xfrm>
          </p:contentPart>
        </mc:Choice>
        <mc:Fallback xmlns="">
          <p:pic>
            <p:nvPicPr>
              <p:cNvPr id="31" name="Ink 30">
                <a:extLst>
                  <a:ext uri="{FF2B5EF4-FFF2-40B4-BE49-F238E27FC236}">
                    <a16:creationId xmlns:a16="http://schemas.microsoft.com/office/drawing/2014/main" id="{968FC063-7985-CC87-96FA-153F7EF53A29}"/>
                  </a:ext>
                </a:extLst>
              </p:cNvPr>
              <p:cNvPicPr/>
              <p:nvPr/>
            </p:nvPicPr>
            <p:blipFill>
              <a:blip r:embed="rId41"/>
              <a:stretch>
                <a:fillRect/>
              </a:stretch>
            </p:blipFill>
            <p:spPr>
              <a:xfrm>
                <a:off x="6080744" y="4117487"/>
                <a:ext cx="458988" cy="390226"/>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8" name="Ink 37">
                <a:extLst>
                  <a:ext uri="{FF2B5EF4-FFF2-40B4-BE49-F238E27FC236}">
                    <a16:creationId xmlns:a16="http://schemas.microsoft.com/office/drawing/2014/main" id="{BA9AD1E7-C210-6B8C-3CA3-B828B81251FF}"/>
                  </a:ext>
                </a:extLst>
              </p14:cNvPr>
              <p14:cNvContentPartPr/>
              <p14:nvPr/>
            </p14:nvContentPartPr>
            <p14:xfrm>
              <a:off x="3724178" y="5180920"/>
              <a:ext cx="306360" cy="291240"/>
            </p14:xfrm>
          </p:contentPart>
        </mc:Choice>
        <mc:Fallback xmlns="">
          <p:pic>
            <p:nvPicPr>
              <p:cNvPr id="38" name="Ink 37">
                <a:extLst>
                  <a:ext uri="{FF2B5EF4-FFF2-40B4-BE49-F238E27FC236}">
                    <a16:creationId xmlns:a16="http://schemas.microsoft.com/office/drawing/2014/main" id="{BA9AD1E7-C210-6B8C-3CA3-B828B81251FF}"/>
                  </a:ext>
                </a:extLst>
              </p:cNvPr>
              <p:cNvPicPr/>
              <p:nvPr/>
            </p:nvPicPr>
            <p:blipFill>
              <a:blip r:embed="rId43"/>
              <a:stretch>
                <a:fillRect/>
              </a:stretch>
            </p:blipFill>
            <p:spPr>
              <a:xfrm>
                <a:off x="3716618" y="5173360"/>
                <a:ext cx="32148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2" name="Ink 41">
                <a:extLst>
                  <a:ext uri="{FF2B5EF4-FFF2-40B4-BE49-F238E27FC236}">
                    <a16:creationId xmlns:a16="http://schemas.microsoft.com/office/drawing/2014/main" id="{90C7D458-C548-9BE0-1161-1885FBB90882}"/>
                  </a:ext>
                </a:extLst>
              </p14:cNvPr>
              <p14:cNvContentPartPr/>
              <p14:nvPr/>
            </p14:nvContentPartPr>
            <p14:xfrm>
              <a:off x="4795178" y="5043040"/>
              <a:ext cx="298800" cy="459360"/>
            </p14:xfrm>
          </p:contentPart>
        </mc:Choice>
        <mc:Fallback xmlns="">
          <p:pic>
            <p:nvPicPr>
              <p:cNvPr id="42" name="Ink 41">
                <a:extLst>
                  <a:ext uri="{FF2B5EF4-FFF2-40B4-BE49-F238E27FC236}">
                    <a16:creationId xmlns:a16="http://schemas.microsoft.com/office/drawing/2014/main" id="{90C7D458-C548-9BE0-1161-1885FBB90882}"/>
                  </a:ext>
                </a:extLst>
              </p:cNvPr>
              <p:cNvPicPr/>
              <p:nvPr/>
            </p:nvPicPr>
            <p:blipFill>
              <a:blip r:embed="rId45"/>
              <a:stretch>
                <a:fillRect/>
              </a:stretch>
            </p:blipFill>
            <p:spPr>
              <a:xfrm>
                <a:off x="4787609" y="5035480"/>
                <a:ext cx="313938"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2" name="Ink 51">
                <a:extLst>
                  <a:ext uri="{FF2B5EF4-FFF2-40B4-BE49-F238E27FC236}">
                    <a16:creationId xmlns:a16="http://schemas.microsoft.com/office/drawing/2014/main" id="{CDF2009E-2A3B-40FA-74BE-11FC70140D82}"/>
                  </a:ext>
                </a:extLst>
              </p14:cNvPr>
              <p14:cNvContentPartPr/>
              <p14:nvPr/>
            </p14:nvContentPartPr>
            <p14:xfrm>
              <a:off x="5820458" y="4874920"/>
              <a:ext cx="596880" cy="880200"/>
            </p14:xfrm>
          </p:contentPart>
        </mc:Choice>
        <mc:Fallback xmlns="">
          <p:pic>
            <p:nvPicPr>
              <p:cNvPr id="52" name="Ink 51">
                <a:extLst>
                  <a:ext uri="{FF2B5EF4-FFF2-40B4-BE49-F238E27FC236}">
                    <a16:creationId xmlns:a16="http://schemas.microsoft.com/office/drawing/2014/main" id="{CDF2009E-2A3B-40FA-74BE-11FC70140D82}"/>
                  </a:ext>
                </a:extLst>
              </p:cNvPr>
              <p:cNvPicPr/>
              <p:nvPr/>
            </p:nvPicPr>
            <p:blipFill>
              <a:blip r:embed="rId47"/>
              <a:stretch>
                <a:fillRect/>
              </a:stretch>
            </p:blipFill>
            <p:spPr>
              <a:xfrm>
                <a:off x="5812903" y="4867360"/>
                <a:ext cx="611991" cy="895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3" name="Ink 52">
                <a:extLst>
                  <a:ext uri="{FF2B5EF4-FFF2-40B4-BE49-F238E27FC236}">
                    <a16:creationId xmlns:a16="http://schemas.microsoft.com/office/drawing/2014/main" id="{96309757-7BC1-9E0C-C6CE-ACF878AA3332}"/>
                  </a:ext>
                </a:extLst>
              </p14:cNvPr>
              <p14:cNvContentPartPr/>
              <p14:nvPr/>
            </p14:nvContentPartPr>
            <p14:xfrm>
              <a:off x="5407178" y="5219080"/>
              <a:ext cx="160920" cy="107280"/>
            </p14:xfrm>
          </p:contentPart>
        </mc:Choice>
        <mc:Fallback xmlns="">
          <p:pic>
            <p:nvPicPr>
              <p:cNvPr id="53" name="Ink 52">
                <a:extLst>
                  <a:ext uri="{FF2B5EF4-FFF2-40B4-BE49-F238E27FC236}">
                    <a16:creationId xmlns:a16="http://schemas.microsoft.com/office/drawing/2014/main" id="{96309757-7BC1-9E0C-C6CE-ACF878AA3332}"/>
                  </a:ext>
                </a:extLst>
              </p:cNvPr>
              <p:cNvPicPr/>
              <p:nvPr/>
            </p:nvPicPr>
            <p:blipFill>
              <a:blip r:embed="rId49"/>
              <a:stretch>
                <a:fillRect/>
              </a:stretch>
            </p:blipFill>
            <p:spPr>
              <a:xfrm>
                <a:off x="5399618" y="5211545"/>
                <a:ext cx="176040" cy="122349"/>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8" name="Ink 57">
                <a:extLst>
                  <a:ext uri="{FF2B5EF4-FFF2-40B4-BE49-F238E27FC236}">
                    <a16:creationId xmlns:a16="http://schemas.microsoft.com/office/drawing/2014/main" id="{7E15AFAF-A36F-5CAA-5777-2A4CB49D2060}"/>
                  </a:ext>
                </a:extLst>
              </p14:cNvPr>
              <p14:cNvContentPartPr/>
              <p14:nvPr/>
            </p14:nvContentPartPr>
            <p14:xfrm>
              <a:off x="6616058" y="5004880"/>
              <a:ext cx="956520" cy="436320"/>
            </p14:xfrm>
          </p:contentPart>
        </mc:Choice>
        <mc:Fallback xmlns="">
          <p:pic>
            <p:nvPicPr>
              <p:cNvPr id="58" name="Ink 57">
                <a:extLst>
                  <a:ext uri="{FF2B5EF4-FFF2-40B4-BE49-F238E27FC236}">
                    <a16:creationId xmlns:a16="http://schemas.microsoft.com/office/drawing/2014/main" id="{7E15AFAF-A36F-5CAA-5777-2A4CB49D2060}"/>
                  </a:ext>
                </a:extLst>
              </p:cNvPr>
              <p:cNvPicPr/>
              <p:nvPr/>
            </p:nvPicPr>
            <p:blipFill>
              <a:blip r:embed="rId51"/>
              <a:stretch>
                <a:fillRect/>
              </a:stretch>
            </p:blipFill>
            <p:spPr>
              <a:xfrm>
                <a:off x="6608498" y="4997326"/>
                <a:ext cx="971640" cy="451428"/>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5" name="Ink 64">
                <a:extLst>
                  <a:ext uri="{FF2B5EF4-FFF2-40B4-BE49-F238E27FC236}">
                    <a16:creationId xmlns:a16="http://schemas.microsoft.com/office/drawing/2014/main" id="{9EAC9205-7B8F-A336-BC24-15B49877FB2D}"/>
                  </a:ext>
                </a:extLst>
              </p14:cNvPr>
              <p14:cNvContentPartPr/>
              <p14:nvPr/>
            </p14:nvContentPartPr>
            <p14:xfrm>
              <a:off x="6554858" y="5525080"/>
              <a:ext cx="642960" cy="505440"/>
            </p14:xfrm>
          </p:contentPart>
        </mc:Choice>
        <mc:Fallback xmlns="">
          <p:pic>
            <p:nvPicPr>
              <p:cNvPr id="65" name="Ink 64">
                <a:extLst>
                  <a:ext uri="{FF2B5EF4-FFF2-40B4-BE49-F238E27FC236}">
                    <a16:creationId xmlns:a16="http://schemas.microsoft.com/office/drawing/2014/main" id="{9EAC9205-7B8F-A336-BC24-15B49877FB2D}"/>
                  </a:ext>
                </a:extLst>
              </p:cNvPr>
              <p:cNvPicPr/>
              <p:nvPr/>
            </p:nvPicPr>
            <p:blipFill>
              <a:blip r:embed="rId53"/>
              <a:stretch>
                <a:fillRect/>
              </a:stretch>
            </p:blipFill>
            <p:spPr>
              <a:xfrm>
                <a:off x="6547302" y="5517515"/>
                <a:ext cx="658072" cy="520571"/>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0" name="Ink 69">
                <a:extLst>
                  <a:ext uri="{FF2B5EF4-FFF2-40B4-BE49-F238E27FC236}">
                    <a16:creationId xmlns:a16="http://schemas.microsoft.com/office/drawing/2014/main" id="{7F8179AA-B35F-EF50-1A36-5B78FA56338A}"/>
                  </a:ext>
                </a:extLst>
              </p14:cNvPr>
              <p14:cNvContentPartPr/>
              <p14:nvPr/>
            </p14:nvContentPartPr>
            <p14:xfrm>
              <a:off x="7388618" y="4890040"/>
              <a:ext cx="551520" cy="1117440"/>
            </p14:xfrm>
          </p:contentPart>
        </mc:Choice>
        <mc:Fallback xmlns="">
          <p:pic>
            <p:nvPicPr>
              <p:cNvPr id="70" name="Ink 69">
                <a:extLst>
                  <a:ext uri="{FF2B5EF4-FFF2-40B4-BE49-F238E27FC236}">
                    <a16:creationId xmlns:a16="http://schemas.microsoft.com/office/drawing/2014/main" id="{7F8179AA-B35F-EF50-1A36-5B78FA56338A}"/>
                  </a:ext>
                </a:extLst>
              </p:cNvPr>
              <p:cNvPicPr/>
              <p:nvPr/>
            </p:nvPicPr>
            <p:blipFill>
              <a:blip r:embed="rId55"/>
              <a:stretch>
                <a:fillRect/>
              </a:stretch>
            </p:blipFill>
            <p:spPr>
              <a:xfrm>
                <a:off x="7381053" y="4882478"/>
                <a:ext cx="566650" cy="1132565"/>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5" name="Ink 74">
                <a:extLst>
                  <a:ext uri="{FF2B5EF4-FFF2-40B4-BE49-F238E27FC236}">
                    <a16:creationId xmlns:a16="http://schemas.microsoft.com/office/drawing/2014/main" id="{6DDFC116-A72B-4EF4-CABA-A3F0AAD897E2}"/>
                  </a:ext>
                </a:extLst>
              </p14:cNvPr>
              <p14:cNvContentPartPr/>
              <p14:nvPr/>
            </p14:nvContentPartPr>
            <p14:xfrm>
              <a:off x="8115458" y="4744600"/>
              <a:ext cx="436680" cy="803520"/>
            </p14:xfrm>
          </p:contentPart>
        </mc:Choice>
        <mc:Fallback xmlns="">
          <p:pic>
            <p:nvPicPr>
              <p:cNvPr id="75" name="Ink 74">
                <a:extLst>
                  <a:ext uri="{FF2B5EF4-FFF2-40B4-BE49-F238E27FC236}">
                    <a16:creationId xmlns:a16="http://schemas.microsoft.com/office/drawing/2014/main" id="{6DDFC116-A72B-4EF4-CABA-A3F0AAD897E2}"/>
                  </a:ext>
                </a:extLst>
              </p:cNvPr>
              <p:cNvPicPr/>
              <p:nvPr/>
            </p:nvPicPr>
            <p:blipFill>
              <a:blip r:embed="rId57"/>
              <a:stretch>
                <a:fillRect/>
              </a:stretch>
            </p:blipFill>
            <p:spPr>
              <a:xfrm>
                <a:off x="8107892" y="4737040"/>
                <a:ext cx="451812" cy="818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2" name="Ink 81">
                <a:extLst>
                  <a:ext uri="{FF2B5EF4-FFF2-40B4-BE49-F238E27FC236}">
                    <a16:creationId xmlns:a16="http://schemas.microsoft.com/office/drawing/2014/main" id="{78244C22-C4DD-A7B3-C77D-1E83C1E9EA95}"/>
                  </a:ext>
                </a:extLst>
              </p14:cNvPr>
              <p14:cNvContentPartPr/>
              <p14:nvPr/>
            </p14:nvContentPartPr>
            <p14:xfrm>
              <a:off x="4397378" y="4660720"/>
              <a:ext cx="4667400" cy="1461240"/>
            </p14:xfrm>
          </p:contentPart>
        </mc:Choice>
        <mc:Fallback xmlns="">
          <p:pic>
            <p:nvPicPr>
              <p:cNvPr id="82" name="Ink 81">
                <a:extLst>
                  <a:ext uri="{FF2B5EF4-FFF2-40B4-BE49-F238E27FC236}">
                    <a16:creationId xmlns:a16="http://schemas.microsoft.com/office/drawing/2014/main" id="{78244C22-C4DD-A7B3-C77D-1E83C1E9EA95}"/>
                  </a:ext>
                </a:extLst>
              </p:cNvPr>
              <p:cNvPicPr/>
              <p:nvPr/>
            </p:nvPicPr>
            <p:blipFill>
              <a:blip r:embed="rId59"/>
              <a:stretch>
                <a:fillRect/>
              </a:stretch>
            </p:blipFill>
            <p:spPr>
              <a:xfrm>
                <a:off x="4389817" y="4653162"/>
                <a:ext cx="4682521" cy="1476356"/>
              </a:xfrm>
              <a:prstGeom prst="rect">
                <a:avLst/>
              </a:prstGeom>
            </p:spPr>
          </p:pic>
        </mc:Fallback>
      </mc:AlternateContent>
    </p:spTree>
    <p:extLst>
      <p:ext uri="{BB962C8B-B14F-4D97-AF65-F5344CB8AC3E}">
        <p14:creationId xmlns:p14="http://schemas.microsoft.com/office/powerpoint/2010/main" val="1739892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F88869-B9F8-CC23-5B09-5B17952809C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A5570D6-8248-1922-FEE7-0BD100BB3A04}"/>
              </a:ext>
            </a:extLst>
          </p:cNvPr>
          <p:cNvSpPr>
            <a:spLocks noGrp="1"/>
          </p:cNvSpPr>
          <p:nvPr>
            <p:ph type="ftr" sz="quarter" idx="11"/>
          </p:nvPr>
        </p:nvSpPr>
        <p:spPr/>
        <p:txBody>
          <a:bodyPr/>
          <a:lstStyle/>
          <a:p>
            <a:r>
              <a:rPr lang="en-US" dirty="0"/>
              <a:t>Jan 12</a:t>
            </a:r>
          </a:p>
        </p:txBody>
      </p:sp>
      <p:sp>
        <p:nvSpPr>
          <p:cNvPr id="6" name="Slide Number Placeholder 5">
            <a:extLst>
              <a:ext uri="{FF2B5EF4-FFF2-40B4-BE49-F238E27FC236}">
                <a16:creationId xmlns:a16="http://schemas.microsoft.com/office/drawing/2014/main" id="{852B3318-FBFE-2018-DFE4-2F040FB219C0}"/>
              </a:ext>
            </a:extLst>
          </p:cNvPr>
          <p:cNvSpPr>
            <a:spLocks noGrp="1"/>
          </p:cNvSpPr>
          <p:nvPr>
            <p:ph type="sldNum" sz="quarter" idx="12"/>
          </p:nvPr>
        </p:nvSpPr>
        <p:spPr/>
        <p:txBody>
          <a:bodyPr/>
          <a:lstStyle/>
          <a:p>
            <a:fld id="{5D474BC6-09C9-4ED8-ADF6-087D6F25D5BC}" type="slidenum">
              <a:rPr lang="en-US" smtClean="0"/>
              <a:t>9</a:t>
            </a:fld>
            <a:endParaRPr lang="en-US"/>
          </a:p>
        </p:txBody>
      </p:sp>
      <p:sp>
        <p:nvSpPr>
          <p:cNvPr id="7" name="TextBox 6">
            <a:extLst>
              <a:ext uri="{FF2B5EF4-FFF2-40B4-BE49-F238E27FC236}">
                <a16:creationId xmlns:a16="http://schemas.microsoft.com/office/drawing/2014/main" id="{BA141782-7259-935F-B84B-A754A7E8C6C7}"/>
              </a:ext>
            </a:extLst>
          </p:cNvPr>
          <p:cNvSpPr txBox="1"/>
          <p:nvPr/>
        </p:nvSpPr>
        <p:spPr>
          <a:xfrm>
            <a:off x="914400" y="649224"/>
            <a:ext cx="7562088" cy="369332"/>
          </a:xfrm>
          <a:prstGeom prst="rect">
            <a:avLst/>
          </a:prstGeom>
          <a:noFill/>
        </p:spPr>
        <p:txBody>
          <a:bodyPr wrap="square" rtlCol="0">
            <a:spAutoFit/>
          </a:bodyPr>
          <a:lstStyle/>
          <a:p>
            <a:r>
              <a:rPr lang="en-US"/>
              <a:t>Computing B(z) for one coil at 0 and 1 with 1 A current</a:t>
            </a:r>
          </a:p>
        </p:txBody>
      </p:sp>
      <p:pic>
        <p:nvPicPr>
          <p:cNvPr id="9" name="Picture 8">
            <a:extLst>
              <a:ext uri="{FF2B5EF4-FFF2-40B4-BE49-F238E27FC236}">
                <a16:creationId xmlns:a16="http://schemas.microsoft.com/office/drawing/2014/main" id="{F10E9351-0BBD-B6BB-8DDD-06D31287EB74}"/>
              </a:ext>
            </a:extLst>
          </p:cNvPr>
          <p:cNvPicPr>
            <a:picLocks noChangeAspect="1"/>
          </p:cNvPicPr>
          <p:nvPr/>
        </p:nvPicPr>
        <p:blipFill>
          <a:blip r:embed="rId2"/>
          <a:stretch>
            <a:fillRect/>
          </a:stretch>
        </p:blipFill>
        <p:spPr>
          <a:xfrm>
            <a:off x="838200" y="1320240"/>
            <a:ext cx="5401429" cy="4382112"/>
          </a:xfrm>
          <a:prstGeom prst="rect">
            <a:avLst/>
          </a:prstGeom>
        </p:spPr>
      </p:pic>
      <p:pic>
        <p:nvPicPr>
          <p:cNvPr id="11" name="Picture 10">
            <a:extLst>
              <a:ext uri="{FF2B5EF4-FFF2-40B4-BE49-F238E27FC236}">
                <a16:creationId xmlns:a16="http://schemas.microsoft.com/office/drawing/2014/main" id="{F7246970-1523-6914-164F-0C48EA92D684}"/>
              </a:ext>
            </a:extLst>
          </p:cNvPr>
          <p:cNvPicPr>
            <a:picLocks noChangeAspect="1"/>
          </p:cNvPicPr>
          <p:nvPr/>
        </p:nvPicPr>
        <p:blipFill>
          <a:blip r:embed="rId3"/>
          <a:stretch>
            <a:fillRect/>
          </a:stretch>
        </p:blipFill>
        <p:spPr>
          <a:xfrm>
            <a:off x="6514718" y="1247470"/>
            <a:ext cx="5468113" cy="4363059"/>
          </a:xfrm>
          <a:prstGeom prst="rect">
            <a:avLst/>
          </a:prstGeom>
        </p:spPr>
      </p:pic>
    </p:spTree>
    <p:extLst>
      <p:ext uri="{BB962C8B-B14F-4D97-AF65-F5344CB8AC3E}">
        <p14:creationId xmlns:p14="http://schemas.microsoft.com/office/powerpoint/2010/main" val="1280559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DCFED0-DE5F-7F23-7425-700107A1828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C15925D-F458-4D92-D20A-B299EE3B26E9}"/>
              </a:ext>
            </a:extLst>
          </p:cNvPr>
          <p:cNvSpPr>
            <a:spLocks noGrp="1"/>
          </p:cNvSpPr>
          <p:nvPr>
            <p:ph type="ftr" sz="quarter" idx="11"/>
          </p:nvPr>
        </p:nvSpPr>
        <p:spPr/>
        <p:txBody>
          <a:bodyPr/>
          <a:lstStyle/>
          <a:p>
            <a:r>
              <a:rPr lang="en-US" dirty="0"/>
              <a:t>Jan 12</a:t>
            </a:r>
          </a:p>
        </p:txBody>
      </p:sp>
      <p:sp>
        <p:nvSpPr>
          <p:cNvPr id="6" name="Slide Number Placeholder 5">
            <a:extLst>
              <a:ext uri="{FF2B5EF4-FFF2-40B4-BE49-F238E27FC236}">
                <a16:creationId xmlns:a16="http://schemas.microsoft.com/office/drawing/2014/main" id="{3F8C184C-4325-3DF6-15F3-828C00CC5534}"/>
              </a:ext>
            </a:extLst>
          </p:cNvPr>
          <p:cNvSpPr>
            <a:spLocks noGrp="1"/>
          </p:cNvSpPr>
          <p:nvPr>
            <p:ph type="sldNum" sz="quarter" idx="12"/>
          </p:nvPr>
        </p:nvSpPr>
        <p:spPr/>
        <p:txBody>
          <a:bodyPr/>
          <a:lstStyle/>
          <a:p>
            <a:fld id="{5D474BC6-09C9-4ED8-ADF6-087D6F25D5BC}" type="slidenum">
              <a:rPr lang="en-US" smtClean="0"/>
              <a:t>10</a:t>
            </a:fld>
            <a:endParaRPr lang="en-US"/>
          </a:p>
        </p:txBody>
      </p:sp>
      <p:sp>
        <p:nvSpPr>
          <p:cNvPr id="7" name="TextBox 6">
            <a:extLst>
              <a:ext uri="{FF2B5EF4-FFF2-40B4-BE49-F238E27FC236}">
                <a16:creationId xmlns:a16="http://schemas.microsoft.com/office/drawing/2014/main" id="{7B6DD815-F405-AB15-07B0-999046C09B52}"/>
              </a:ext>
            </a:extLst>
          </p:cNvPr>
          <p:cNvSpPr txBox="1"/>
          <p:nvPr/>
        </p:nvSpPr>
        <p:spPr>
          <a:xfrm>
            <a:off x="621030" y="357247"/>
            <a:ext cx="6835140" cy="369332"/>
          </a:xfrm>
          <a:prstGeom prst="rect">
            <a:avLst/>
          </a:prstGeom>
          <a:noFill/>
        </p:spPr>
        <p:txBody>
          <a:bodyPr wrap="square" rtlCol="0">
            <a:spAutoFit/>
          </a:bodyPr>
          <a:lstStyle/>
          <a:p>
            <a:r>
              <a:rPr lang="en-US"/>
              <a:t>Placing the m points symmetrically about 0 and matrix </a:t>
            </a:r>
            <a:r>
              <a:rPr lang="en-US" err="1"/>
              <a:t>M_ij</a:t>
            </a:r>
            <a:r>
              <a:rPr lang="en-US"/>
              <a:t> building</a:t>
            </a:r>
          </a:p>
        </p:txBody>
      </p:sp>
      <p:sp>
        <p:nvSpPr>
          <p:cNvPr id="8" name="TextBox 7">
            <a:extLst>
              <a:ext uri="{FF2B5EF4-FFF2-40B4-BE49-F238E27FC236}">
                <a16:creationId xmlns:a16="http://schemas.microsoft.com/office/drawing/2014/main" id="{5A66B61E-1929-9AEA-BCF4-4067FF2342D8}"/>
              </a:ext>
            </a:extLst>
          </p:cNvPr>
          <p:cNvSpPr txBox="1"/>
          <p:nvPr/>
        </p:nvSpPr>
        <p:spPr>
          <a:xfrm>
            <a:off x="689610" y="836712"/>
            <a:ext cx="6118860" cy="461665"/>
          </a:xfrm>
          <a:prstGeom prst="rect">
            <a:avLst/>
          </a:prstGeom>
          <a:noFill/>
        </p:spPr>
        <p:txBody>
          <a:bodyPr wrap="square" rtlCol="0">
            <a:spAutoFit/>
          </a:bodyPr>
          <a:lstStyle/>
          <a:p>
            <a:pPr marL="285750" indent="-285750">
              <a:buFont typeface="Arial" panose="020B0604020202020204" pitchFamily="34" charset="0"/>
              <a:buChar char="•"/>
            </a:pPr>
            <a:r>
              <a:rPr lang="en-US" sz="1200"/>
              <a:t>n = 101 coils, a = 50 mm, coil from -2.5 m to 2.5 m</a:t>
            </a:r>
          </a:p>
          <a:p>
            <a:pPr marL="285750" indent="-285750">
              <a:buFont typeface="Arial" panose="020B0604020202020204" pitchFamily="34" charset="0"/>
              <a:buChar char="•"/>
            </a:pPr>
            <a:r>
              <a:rPr lang="en-US" sz="1200"/>
              <a:t>Region for uniformity from – 2 to 2 m</a:t>
            </a:r>
          </a:p>
        </p:txBody>
      </p:sp>
      <p:pic>
        <p:nvPicPr>
          <p:cNvPr id="10" name="Picture 9">
            <a:extLst>
              <a:ext uri="{FF2B5EF4-FFF2-40B4-BE49-F238E27FC236}">
                <a16:creationId xmlns:a16="http://schemas.microsoft.com/office/drawing/2014/main" id="{75C34442-2B25-BA37-D557-9AFB3BC7A618}"/>
              </a:ext>
            </a:extLst>
          </p:cNvPr>
          <p:cNvPicPr>
            <a:picLocks noChangeAspect="1"/>
          </p:cNvPicPr>
          <p:nvPr/>
        </p:nvPicPr>
        <p:blipFill>
          <a:blip r:embed="rId2"/>
          <a:stretch>
            <a:fillRect/>
          </a:stretch>
        </p:blipFill>
        <p:spPr>
          <a:xfrm>
            <a:off x="908685" y="1256668"/>
            <a:ext cx="5511165" cy="4638017"/>
          </a:xfrm>
          <a:prstGeom prst="rect">
            <a:avLst/>
          </a:prstGeom>
        </p:spPr>
      </p:pic>
      <p:sp>
        <p:nvSpPr>
          <p:cNvPr id="11" name="TextBox 10">
            <a:extLst>
              <a:ext uri="{FF2B5EF4-FFF2-40B4-BE49-F238E27FC236}">
                <a16:creationId xmlns:a16="http://schemas.microsoft.com/office/drawing/2014/main" id="{7822864E-D8CF-FFA8-DD62-49F831341ABA}"/>
              </a:ext>
            </a:extLst>
          </p:cNvPr>
          <p:cNvSpPr txBox="1"/>
          <p:nvPr/>
        </p:nvSpPr>
        <p:spPr>
          <a:xfrm>
            <a:off x="6705600" y="2218208"/>
            <a:ext cx="3810000" cy="2585323"/>
          </a:xfrm>
          <a:prstGeom prst="rect">
            <a:avLst/>
          </a:prstGeom>
          <a:noFill/>
        </p:spPr>
        <p:txBody>
          <a:bodyPr wrap="square" rtlCol="0">
            <a:spAutoFit/>
          </a:bodyPr>
          <a:lstStyle/>
          <a:p>
            <a:pPr marL="285750" indent="-285750">
              <a:buFont typeface="Arial" panose="020B0604020202020204" pitchFamily="34" charset="0"/>
              <a:buChar char="•"/>
            </a:pPr>
            <a:r>
              <a:rPr lang="en-US"/>
              <a:t>Each curve is 1 column of matrix M</a:t>
            </a:r>
          </a:p>
          <a:p>
            <a:pPr marL="285750" indent="-285750">
              <a:buFont typeface="Arial" panose="020B0604020202020204" pitchFamily="34" charset="0"/>
              <a:buChar char="•"/>
            </a:pPr>
            <a:r>
              <a:rPr lang="en-US"/>
              <a:t>Coil 50 is near zero, so it peaks there</a:t>
            </a:r>
          </a:p>
          <a:p>
            <a:pPr marL="285750" indent="-285750">
              <a:buFont typeface="Arial" panose="020B0604020202020204" pitchFamily="34" charset="0"/>
              <a:buChar char="•"/>
            </a:pPr>
            <a:r>
              <a:rPr lang="en-US"/>
              <a:t>Coils 0, 25, 50, 75, 100 are plotted here</a:t>
            </a:r>
          </a:p>
          <a:p>
            <a:pPr marL="285750" indent="-285750">
              <a:buFont typeface="Arial" panose="020B0604020202020204" pitchFamily="34" charset="0"/>
              <a:buChar char="•"/>
            </a:pPr>
            <a:r>
              <a:rPr lang="en-US"/>
              <a:t>Coils 0 and 100s curves peak outside of the region hence they contribute weakly</a:t>
            </a:r>
          </a:p>
        </p:txBody>
      </p:sp>
    </p:spTree>
    <p:extLst>
      <p:ext uri="{BB962C8B-B14F-4D97-AF65-F5344CB8AC3E}">
        <p14:creationId xmlns:p14="http://schemas.microsoft.com/office/powerpoint/2010/main" val="495879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AD9D800-CA48-60E8-22EC-C5039212395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C9FAB04-B179-BA90-ECCC-100CD6C5E4B9}"/>
              </a:ext>
            </a:extLst>
          </p:cNvPr>
          <p:cNvSpPr>
            <a:spLocks noGrp="1"/>
          </p:cNvSpPr>
          <p:nvPr>
            <p:ph type="ftr" sz="quarter" idx="11"/>
          </p:nvPr>
        </p:nvSpPr>
        <p:spPr/>
        <p:txBody>
          <a:bodyPr/>
          <a:lstStyle/>
          <a:p>
            <a:r>
              <a:rPr lang="en-US" dirty="0"/>
              <a:t>Jan 12</a:t>
            </a:r>
          </a:p>
        </p:txBody>
      </p:sp>
      <p:sp>
        <p:nvSpPr>
          <p:cNvPr id="6" name="Slide Number Placeholder 5">
            <a:extLst>
              <a:ext uri="{FF2B5EF4-FFF2-40B4-BE49-F238E27FC236}">
                <a16:creationId xmlns:a16="http://schemas.microsoft.com/office/drawing/2014/main" id="{1F0A2026-B2D1-10E3-231A-93DD1A30E680}"/>
              </a:ext>
            </a:extLst>
          </p:cNvPr>
          <p:cNvSpPr>
            <a:spLocks noGrp="1"/>
          </p:cNvSpPr>
          <p:nvPr>
            <p:ph type="sldNum" sz="quarter" idx="12"/>
          </p:nvPr>
        </p:nvSpPr>
        <p:spPr/>
        <p:txBody>
          <a:bodyPr/>
          <a:lstStyle/>
          <a:p>
            <a:fld id="{5D474BC6-09C9-4ED8-ADF6-087D6F25D5BC}" type="slidenum">
              <a:rPr lang="en-US" smtClean="0"/>
              <a:t>11</a:t>
            </a:fld>
            <a:endParaRPr lang="en-US"/>
          </a:p>
        </p:txBody>
      </p:sp>
      <p:sp>
        <p:nvSpPr>
          <p:cNvPr id="7" name="TextBox 6">
            <a:extLst>
              <a:ext uri="{FF2B5EF4-FFF2-40B4-BE49-F238E27FC236}">
                <a16:creationId xmlns:a16="http://schemas.microsoft.com/office/drawing/2014/main" id="{1462E574-9C25-4CF3-558F-150A80ADF40B}"/>
              </a:ext>
            </a:extLst>
          </p:cNvPr>
          <p:cNvSpPr txBox="1"/>
          <p:nvPr/>
        </p:nvSpPr>
        <p:spPr>
          <a:xfrm>
            <a:off x="838200" y="495300"/>
            <a:ext cx="7239000" cy="369332"/>
          </a:xfrm>
          <a:prstGeom prst="rect">
            <a:avLst/>
          </a:prstGeom>
          <a:noFill/>
        </p:spPr>
        <p:txBody>
          <a:bodyPr wrap="square" rtlCol="0">
            <a:spAutoFit/>
          </a:bodyPr>
          <a:lstStyle/>
          <a:p>
            <a:r>
              <a:rPr lang="en-US"/>
              <a:t>Solving the least squares problem (weighted)</a:t>
            </a:r>
          </a:p>
        </p:txBody>
      </p:sp>
      <p:sp>
        <p:nvSpPr>
          <p:cNvPr id="8" name="TextBox 7">
            <a:extLst>
              <a:ext uri="{FF2B5EF4-FFF2-40B4-BE49-F238E27FC236}">
                <a16:creationId xmlns:a16="http://schemas.microsoft.com/office/drawing/2014/main" id="{8FE60604-3557-EC2F-3D74-18E6C86BABCD}"/>
              </a:ext>
            </a:extLst>
          </p:cNvPr>
          <p:cNvSpPr txBox="1"/>
          <p:nvPr/>
        </p:nvSpPr>
        <p:spPr>
          <a:xfrm>
            <a:off x="6877050" y="361950"/>
            <a:ext cx="4800600" cy="1200329"/>
          </a:xfrm>
          <a:prstGeom prst="rect">
            <a:avLst/>
          </a:prstGeom>
          <a:noFill/>
        </p:spPr>
        <p:txBody>
          <a:bodyPr wrap="square" rtlCol="0">
            <a:spAutoFit/>
          </a:bodyPr>
          <a:lstStyle/>
          <a:p>
            <a:pPr marL="285750" indent="-285750">
              <a:buFont typeface="Arial" panose="020B0604020202020204" pitchFamily="34" charset="0"/>
              <a:buChar char="•"/>
            </a:pPr>
            <a:r>
              <a:rPr lang="en-US"/>
              <a:t>target field is 20 </a:t>
            </a:r>
            <a:r>
              <a:rPr lang="en-US" err="1"/>
              <a:t>mT</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endParaRPr lang="en-US"/>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648880F2-7B4D-9814-D353-63D9518D5ADE}"/>
                  </a:ext>
                </a:extLst>
              </p14:cNvPr>
              <p14:cNvContentPartPr/>
              <p14:nvPr/>
            </p14:nvContentPartPr>
            <p14:xfrm>
              <a:off x="6994026" y="933066"/>
              <a:ext cx="107640" cy="123120"/>
            </p14:xfrm>
          </p:contentPart>
        </mc:Choice>
        <mc:Fallback xmlns="">
          <p:pic>
            <p:nvPicPr>
              <p:cNvPr id="9" name="Ink 8">
                <a:extLst>
                  <a:ext uri="{FF2B5EF4-FFF2-40B4-BE49-F238E27FC236}">
                    <a16:creationId xmlns:a16="http://schemas.microsoft.com/office/drawing/2014/main" id="{648880F2-7B4D-9814-D353-63D9518D5ADE}"/>
                  </a:ext>
                </a:extLst>
              </p:cNvPr>
              <p:cNvPicPr/>
              <p:nvPr/>
            </p:nvPicPr>
            <p:blipFill>
              <a:blip r:embed="rId3"/>
              <a:stretch>
                <a:fillRect/>
              </a:stretch>
            </p:blipFill>
            <p:spPr>
              <a:xfrm>
                <a:off x="6986491" y="925506"/>
                <a:ext cx="12271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D7BBF34D-F514-2F1A-A64E-8325EBA4D008}"/>
                  </a:ext>
                </a:extLst>
              </p14:cNvPr>
              <p14:cNvContentPartPr/>
              <p14:nvPr/>
            </p14:nvContentPartPr>
            <p14:xfrm>
              <a:off x="7400826" y="898866"/>
              <a:ext cx="414360" cy="249480"/>
            </p14:xfrm>
          </p:contentPart>
        </mc:Choice>
        <mc:Fallback xmlns="">
          <p:pic>
            <p:nvPicPr>
              <p:cNvPr id="14" name="Ink 13">
                <a:extLst>
                  <a:ext uri="{FF2B5EF4-FFF2-40B4-BE49-F238E27FC236}">
                    <a16:creationId xmlns:a16="http://schemas.microsoft.com/office/drawing/2014/main" id="{D7BBF34D-F514-2F1A-A64E-8325EBA4D008}"/>
                  </a:ext>
                </a:extLst>
              </p:cNvPr>
              <p:cNvPicPr/>
              <p:nvPr/>
            </p:nvPicPr>
            <p:blipFill>
              <a:blip r:embed="rId5"/>
              <a:stretch>
                <a:fillRect/>
              </a:stretch>
            </p:blipFill>
            <p:spPr>
              <a:xfrm>
                <a:off x="7393273" y="891306"/>
                <a:ext cx="429467"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9B1B46D4-D536-6B6F-07E9-57E88856F5C7}"/>
                  </a:ext>
                </a:extLst>
              </p14:cNvPr>
              <p14:cNvContentPartPr/>
              <p14:nvPr/>
            </p14:nvContentPartPr>
            <p14:xfrm>
              <a:off x="7837866" y="741186"/>
              <a:ext cx="292320" cy="790920"/>
            </p14:xfrm>
          </p:contentPart>
        </mc:Choice>
        <mc:Fallback xmlns="">
          <p:pic>
            <p:nvPicPr>
              <p:cNvPr id="18" name="Ink 17">
                <a:extLst>
                  <a:ext uri="{FF2B5EF4-FFF2-40B4-BE49-F238E27FC236}">
                    <a16:creationId xmlns:a16="http://schemas.microsoft.com/office/drawing/2014/main" id="{9B1B46D4-D536-6B6F-07E9-57E88856F5C7}"/>
                  </a:ext>
                </a:extLst>
              </p:cNvPr>
              <p:cNvPicPr/>
              <p:nvPr/>
            </p:nvPicPr>
            <p:blipFill>
              <a:blip r:embed="rId7"/>
              <a:stretch>
                <a:fillRect/>
              </a:stretch>
            </p:blipFill>
            <p:spPr>
              <a:xfrm>
                <a:off x="7830306" y="733626"/>
                <a:ext cx="307440" cy="80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5FDFF715-C95D-17F1-B73B-51142E26CC22}"/>
                  </a:ext>
                </a:extLst>
              </p14:cNvPr>
              <p14:cNvContentPartPr/>
              <p14:nvPr/>
            </p14:nvContentPartPr>
            <p14:xfrm>
              <a:off x="8298666" y="848466"/>
              <a:ext cx="1297440" cy="390960"/>
            </p14:xfrm>
          </p:contentPart>
        </mc:Choice>
        <mc:Fallback xmlns="">
          <p:pic>
            <p:nvPicPr>
              <p:cNvPr id="26" name="Ink 25">
                <a:extLst>
                  <a:ext uri="{FF2B5EF4-FFF2-40B4-BE49-F238E27FC236}">
                    <a16:creationId xmlns:a16="http://schemas.microsoft.com/office/drawing/2014/main" id="{5FDFF715-C95D-17F1-B73B-51142E26CC22}"/>
                  </a:ext>
                </a:extLst>
              </p:cNvPr>
              <p:cNvPicPr/>
              <p:nvPr/>
            </p:nvPicPr>
            <p:blipFill>
              <a:blip r:embed="rId9"/>
              <a:stretch>
                <a:fillRect/>
              </a:stretch>
            </p:blipFill>
            <p:spPr>
              <a:xfrm>
                <a:off x="8291106" y="840906"/>
                <a:ext cx="131256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5DF16538-F0C7-A570-166F-09F0D97D56CC}"/>
                  </a:ext>
                </a:extLst>
              </p14:cNvPr>
              <p14:cNvContentPartPr/>
              <p14:nvPr/>
            </p14:nvContentPartPr>
            <p14:xfrm>
              <a:off x="9611226" y="725706"/>
              <a:ext cx="1266840" cy="583560"/>
            </p14:xfrm>
          </p:contentPart>
        </mc:Choice>
        <mc:Fallback xmlns="">
          <p:pic>
            <p:nvPicPr>
              <p:cNvPr id="37" name="Ink 36">
                <a:extLst>
                  <a:ext uri="{FF2B5EF4-FFF2-40B4-BE49-F238E27FC236}">
                    <a16:creationId xmlns:a16="http://schemas.microsoft.com/office/drawing/2014/main" id="{5DF16538-F0C7-A570-166F-09F0D97D56CC}"/>
                  </a:ext>
                </a:extLst>
              </p:cNvPr>
              <p:cNvPicPr/>
              <p:nvPr/>
            </p:nvPicPr>
            <p:blipFill>
              <a:blip r:embed="rId11"/>
              <a:stretch>
                <a:fillRect/>
              </a:stretch>
            </p:blipFill>
            <p:spPr>
              <a:xfrm>
                <a:off x="9603666" y="718151"/>
                <a:ext cx="1281960" cy="59867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 name="Ink 40">
                <a:extLst>
                  <a:ext uri="{FF2B5EF4-FFF2-40B4-BE49-F238E27FC236}">
                    <a16:creationId xmlns:a16="http://schemas.microsoft.com/office/drawing/2014/main" id="{8C98F90E-B4FC-A6F0-C5AC-42EE1F859053}"/>
                  </a:ext>
                </a:extLst>
              </p14:cNvPr>
              <p14:cNvContentPartPr/>
              <p14:nvPr/>
            </p14:nvContentPartPr>
            <p14:xfrm>
              <a:off x="9012546" y="1002186"/>
              <a:ext cx="192240" cy="215280"/>
            </p14:xfrm>
          </p:contentPart>
        </mc:Choice>
        <mc:Fallback xmlns="">
          <p:pic>
            <p:nvPicPr>
              <p:cNvPr id="41" name="Ink 40">
                <a:extLst>
                  <a:ext uri="{FF2B5EF4-FFF2-40B4-BE49-F238E27FC236}">
                    <a16:creationId xmlns:a16="http://schemas.microsoft.com/office/drawing/2014/main" id="{8C98F90E-B4FC-A6F0-C5AC-42EE1F859053}"/>
                  </a:ext>
                </a:extLst>
              </p:cNvPr>
              <p:cNvPicPr/>
              <p:nvPr/>
            </p:nvPicPr>
            <p:blipFill>
              <a:blip r:embed="rId13"/>
              <a:stretch>
                <a:fillRect/>
              </a:stretch>
            </p:blipFill>
            <p:spPr>
              <a:xfrm>
                <a:off x="9004986" y="994626"/>
                <a:ext cx="2073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1" name="Ink 50">
                <a:extLst>
                  <a:ext uri="{FF2B5EF4-FFF2-40B4-BE49-F238E27FC236}">
                    <a16:creationId xmlns:a16="http://schemas.microsoft.com/office/drawing/2014/main" id="{B29586AE-8585-9612-CDF2-44C5279C46BC}"/>
                  </a:ext>
                </a:extLst>
              </p14:cNvPr>
              <p14:cNvContentPartPr/>
              <p14:nvPr/>
            </p14:nvContentPartPr>
            <p14:xfrm>
              <a:off x="10931346" y="726426"/>
              <a:ext cx="760680" cy="589680"/>
            </p14:xfrm>
          </p:contentPart>
        </mc:Choice>
        <mc:Fallback xmlns="">
          <p:pic>
            <p:nvPicPr>
              <p:cNvPr id="51" name="Ink 50">
                <a:extLst>
                  <a:ext uri="{FF2B5EF4-FFF2-40B4-BE49-F238E27FC236}">
                    <a16:creationId xmlns:a16="http://schemas.microsoft.com/office/drawing/2014/main" id="{B29586AE-8585-9612-CDF2-44C5279C46BC}"/>
                  </a:ext>
                </a:extLst>
              </p:cNvPr>
              <p:cNvPicPr/>
              <p:nvPr/>
            </p:nvPicPr>
            <p:blipFill>
              <a:blip r:embed="rId15"/>
              <a:stretch>
                <a:fillRect/>
              </a:stretch>
            </p:blipFill>
            <p:spPr>
              <a:xfrm>
                <a:off x="10923782" y="718866"/>
                <a:ext cx="775807" cy="604800"/>
              </a:xfrm>
              <a:prstGeom prst="rect">
                <a:avLst/>
              </a:prstGeom>
            </p:spPr>
          </p:pic>
        </mc:Fallback>
      </mc:AlternateContent>
      <p:pic>
        <p:nvPicPr>
          <p:cNvPr id="11" name="Picture 10">
            <a:extLst>
              <a:ext uri="{FF2B5EF4-FFF2-40B4-BE49-F238E27FC236}">
                <a16:creationId xmlns:a16="http://schemas.microsoft.com/office/drawing/2014/main" id="{BC614F3B-E6AD-B7BE-2EE3-50B162C3856E}"/>
              </a:ext>
            </a:extLst>
          </p:cNvPr>
          <p:cNvPicPr>
            <a:picLocks noChangeAspect="1"/>
          </p:cNvPicPr>
          <p:nvPr/>
        </p:nvPicPr>
        <p:blipFill>
          <a:blip r:embed="rId16"/>
          <a:stretch>
            <a:fillRect/>
          </a:stretch>
        </p:blipFill>
        <p:spPr>
          <a:xfrm>
            <a:off x="260666" y="1646042"/>
            <a:ext cx="6020640" cy="4267796"/>
          </a:xfrm>
          <a:prstGeom prst="rect">
            <a:avLst/>
          </a:prstGeom>
        </p:spPr>
      </p:pic>
      <p:pic>
        <p:nvPicPr>
          <p:cNvPr id="13" name="Picture 12">
            <a:extLst>
              <a:ext uri="{FF2B5EF4-FFF2-40B4-BE49-F238E27FC236}">
                <a16:creationId xmlns:a16="http://schemas.microsoft.com/office/drawing/2014/main" id="{8AA99370-723B-AEB0-E50C-0B1B1C62E36C}"/>
              </a:ext>
            </a:extLst>
          </p:cNvPr>
          <p:cNvPicPr>
            <a:picLocks noChangeAspect="1"/>
          </p:cNvPicPr>
          <p:nvPr/>
        </p:nvPicPr>
        <p:blipFill>
          <a:blip r:embed="rId17"/>
          <a:stretch>
            <a:fillRect/>
          </a:stretch>
        </p:blipFill>
        <p:spPr>
          <a:xfrm>
            <a:off x="5779712" y="1646042"/>
            <a:ext cx="6182588" cy="4324954"/>
          </a:xfrm>
          <a:prstGeom prst="rect">
            <a:avLst/>
          </a:prstGeom>
        </p:spPr>
      </p:pic>
    </p:spTree>
    <p:extLst>
      <p:ext uri="{BB962C8B-B14F-4D97-AF65-F5344CB8AC3E}">
        <p14:creationId xmlns:p14="http://schemas.microsoft.com/office/powerpoint/2010/main" val="2898524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ECB125-F591-B316-D428-C123C84B966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B943BEC-AF3F-DB33-3CE8-4CA9367ECB2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C4BB345-D5D3-3212-564A-1F9E0F3BBD96}"/>
              </a:ext>
            </a:extLst>
          </p:cNvPr>
          <p:cNvSpPr>
            <a:spLocks noGrp="1"/>
          </p:cNvSpPr>
          <p:nvPr>
            <p:ph type="ftr" sz="quarter" idx="11"/>
          </p:nvPr>
        </p:nvSpPr>
        <p:spPr/>
        <p:txBody>
          <a:bodyPr/>
          <a:lstStyle/>
          <a:p>
            <a:r>
              <a:rPr lang="en-US" dirty="0"/>
              <a:t>Jan 13</a:t>
            </a:r>
          </a:p>
        </p:txBody>
      </p:sp>
      <p:sp>
        <p:nvSpPr>
          <p:cNvPr id="6" name="Slide Number Placeholder 5">
            <a:extLst>
              <a:ext uri="{FF2B5EF4-FFF2-40B4-BE49-F238E27FC236}">
                <a16:creationId xmlns:a16="http://schemas.microsoft.com/office/drawing/2014/main" id="{0888AC2B-5C5D-D2CA-9AD0-D26D264B4C99}"/>
              </a:ext>
            </a:extLst>
          </p:cNvPr>
          <p:cNvSpPr>
            <a:spLocks noGrp="1"/>
          </p:cNvSpPr>
          <p:nvPr>
            <p:ph type="sldNum" sz="quarter" idx="12"/>
          </p:nvPr>
        </p:nvSpPr>
        <p:spPr/>
        <p:txBody>
          <a:bodyPr/>
          <a:lstStyle/>
          <a:p>
            <a:fld id="{5D474BC6-09C9-4ED8-ADF6-087D6F25D5BC}" type="slidenum">
              <a:rPr lang="en-US" smtClean="0"/>
              <a:t>12</a:t>
            </a:fld>
            <a:endParaRPr lang="en-US"/>
          </a:p>
        </p:txBody>
      </p:sp>
      <p:sp>
        <p:nvSpPr>
          <p:cNvPr id="2" name="TextBox 1">
            <a:extLst>
              <a:ext uri="{FF2B5EF4-FFF2-40B4-BE49-F238E27FC236}">
                <a16:creationId xmlns:a16="http://schemas.microsoft.com/office/drawing/2014/main" id="{9AB58A92-5A57-3F5C-221C-E90B610ACFAD}"/>
              </a:ext>
            </a:extLst>
          </p:cNvPr>
          <p:cNvSpPr txBox="1"/>
          <p:nvPr/>
        </p:nvSpPr>
        <p:spPr>
          <a:xfrm>
            <a:off x="1104900" y="561975"/>
            <a:ext cx="8991600" cy="646331"/>
          </a:xfrm>
          <a:prstGeom prst="rect">
            <a:avLst/>
          </a:prstGeom>
          <a:noFill/>
        </p:spPr>
        <p:txBody>
          <a:bodyPr wrap="square" rtlCol="0">
            <a:spAutoFit/>
          </a:bodyPr>
          <a:lstStyle/>
          <a:p>
            <a:r>
              <a:rPr lang="en-US" dirty="0"/>
              <a:t>The last segment is not useful if you want to analyze anywhere offset to the axis. I will be generalizing this now</a:t>
            </a:r>
          </a:p>
        </p:txBody>
      </p:sp>
      <p:pic>
        <p:nvPicPr>
          <p:cNvPr id="7" name="Picture 6">
            <a:extLst>
              <a:ext uri="{FF2B5EF4-FFF2-40B4-BE49-F238E27FC236}">
                <a16:creationId xmlns:a16="http://schemas.microsoft.com/office/drawing/2014/main" id="{9B2D2997-4E05-7FF4-167C-0C6E2892EE3A}"/>
              </a:ext>
            </a:extLst>
          </p:cNvPr>
          <p:cNvPicPr>
            <a:picLocks noChangeAspect="1"/>
          </p:cNvPicPr>
          <p:nvPr/>
        </p:nvPicPr>
        <p:blipFill>
          <a:blip r:embed="rId2"/>
          <a:stretch>
            <a:fillRect/>
          </a:stretch>
        </p:blipFill>
        <p:spPr>
          <a:xfrm>
            <a:off x="3361943" y="1418927"/>
            <a:ext cx="5468113" cy="4267796"/>
          </a:xfrm>
          <a:prstGeom prst="rect">
            <a:avLst/>
          </a:prstGeom>
          <a:effectLst>
            <a:softEdge rad="0"/>
          </a:effectLst>
        </p:spPr>
      </p:pic>
      <p:sp>
        <p:nvSpPr>
          <p:cNvPr id="8" name="TextBox 7">
            <a:extLst>
              <a:ext uri="{FF2B5EF4-FFF2-40B4-BE49-F238E27FC236}">
                <a16:creationId xmlns:a16="http://schemas.microsoft.com/office/drawing/2014/main" id="{6540C26F-01EE-0BB7-2585-2C9B8CFAFA8A}"/>
              </a:ext>
            </a:extLst>
          </p:cNvPr>
          <p:cNvSpPr txBox="1"/>
          <p:nvPr/>
        </p:nvSpPr>
        <p:spPr>
          <a:xfrm>
            <a:off x="3448050" y="5667157"/>
            <a:ext cx="4933950" cy="646331"/>
          </a:xfrm>
          <a:prstGeom prst="rect">
            <a:avLst/>
          </a:prstGeom>
          <a:noFill/>
        </p:spPr>
        <p:txBody>
          <a:bodyPr wrap="square" rtlCol="0">
            <a:spAutoFit/>
          </a:bodyPr>
          <a:lstStyle/>
          <a:p>
            <a:r>
              <a:rPr lang="en-US" dirty="0"/>
              <a:t>2001 points on the axis with coil spacing of 0.05 mm</a:t>
            </a:r>
          </a:p>
        </p:txBody>
      </p:sp>
    </p:spTree>
    <p:extLst>
      <p:ext uri="{BB962C8B-B14F-4D97-AF65-F5344CB8AC3E}">
        <p14:creationId xmlns:p14="http://schemas.microsoft.com/office/powerpoint/2010/main" val="1777255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0E364D4-AC4D-71AD-C1C7-B4609990783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8DF7C233-8821-91F4-F72D-D35E396C73CE}"/>
              </a:ext>
            </a:extLst>
          </p:cNvPr>
          <p:cNvSpPr>
            <a:spLocks noGrp="1"/>
          </p:cNvSpPr>
          <p:nvPr>
            <p:ph type="ftr" sz="quarter" idx="11"/>
          </p:nvPr>
        </p:nvSpPr>
        <p:spPr/>
        <p:txBody>
          <a:bodyPr/>
          <a:lstStyle/>
          <a:p>
            <a:r>
              <a:rPr lang="en-US" dirty="0"/>
              <a:t>July 13</a:t>
            </a:r>
          </a:p>
        </p:txBody>
      </p:sp>
      <p:sp>
        <p:nvSpPr>
          <p:cNvPr id="6" name="Slide Number Placeholder 5">
            <a:extLst>
              <a:ext uri="{FF2B5EF4-FFF2-40B4-BE49-F238E27FC236}">
                <a16:creationId xmlns:a16="http://schemas.microsoft.com/office/drawing/2014/main" id="{204DF0EF-10D6-A48B-96DA-149B1826EA09}"/>
              </a:ext>
            </a:extLst>
          </p:cNvPr>
          <p:cNvSpPr>
            <a:spLocks noGrp="1"/>
          </p:cNvSpPr>
          <p:nvPr>
            <p:ph type="sldNum" sz="quarter" idx="12"/>
          </p:nvPr>
        </p:nvSpPr>
        <p:spPr/>
        <p:txBody>
          <a:bodyPr/>
          <a:lstStyle/>
          <a:p>
            <a:fld id="{5D474BC6-09C9-4ED8-ADF6-087D6F25D5BC}" type="slidenum">
              <a:rPr lang="en-US" smtClean="0"/>
              <a:t>13</a:t>
            </a:fld>
            <a:endParaRPr lang="en-US"/>
          </a:p>
        </p:txBody>
      </p:sp>
      <p:sp>
        <p:nvSpPr>
          <p:cNvPr id="7" name="TextBox 6">
            <a:extLst>
              <a:ext uri="{FF2B5EF4-FFF2-40B4-BE49-F238E27FC236}">
                <a16:creationId xmlns:a16="http://schemas.microsoft.com/office/drawing/2014/main" id="{B7A18E68-9E73-45F3-FE0D-FF0C5F2037E9}"/>
              </a:ext>
            </a:extLst>
          </p:cNvPr>
          <p:cNvSpPr txBox="1"/>
          <p:nvPr/>
        </p:nvSpPr>
        <p:spPr>
          <a:xfrm>
            <a:off x="2528888" y="1646237"/>
            <a:ext cx="7134224" cy="584775"/>
          </a:xfrm>
          <a:prstGeom prst="rect">
            <a:avLst/>
          </a:prstGeom>
          <a:noFill/>
        </p:spPr>
        <p:txBody>
          <a:bodyPr wrap="square" rtlCol="0">
            <a:spAutoFit/>
          </a:bodyPr>
          <a:lstStyle/>
          <a:p>
            <a:r>
              <a:rPr lang="en-US" sz="3200" dirty="0"/>
              <a:t>Reproducing the results from pre-CDR</a:t>
            </a:r>
          </a:p>
        </p:txBody>
      </p:sp>
      <p:sp>
        <p:nvSpPr>
          <p:cNvPr id="8" name="TextBox 7">
            <a:extLst>
              <a:ext uri="{FF2B5EF4-FFF2-40B4-BE49-F238E27FC236}">
                <a16:creationId xmlns:a16="http://schemas.microsoft.com/office/drawing/2014/main" id="{53BB5100-CB2C-2B88-1B1A-BAE2706CC104}"/>
              </a:ext>
            </a:extLst>
          </p:cNvPr>
          <p:cNvSpPr txBox="1"/>
          <p:nvPr/>
        </p:nvSpPr>
        <p:spPr>
          <a:xfrm>
            <a:off x="5610225" y="3244334"/>
            <a:ext cx="2809875" cy="369332"/>
          </a:xfrm>
          <a:prstGeom prst="rect">
            <a:avLst/>
          </a:prstGeom>
          <a:noFill/>
        </p:spPr>
        <p:txBody>
          <a:bodyPr wrap="square" rtlCol="0">
            <a:spAutoFit/>
          </a:bodyPr>
          <a:lstStyle/>
          <a:p>
            <a:r>
              <a:rPr lang="en-US" dirty="0"/>
              <a:t>Mubi Khan</a:t>
            </a:r>
          </a:p>
        </p:txBody>
      </p:sp>
    </p:spTree>
    <p:extLst>
      <p:ext uri="{BB962C8B-B14F-4D97-AF65-F5344CB8AC3E}">
        <p14:creationId xmlns:p14="http://schemas.microsoft.com/office/powerpoint/2010/main" val="2613967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26346A-BFC8-CC17-ACF4-DC3739F1EAC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780D48B-53D7-E79D-5F90-9D98D45E9A8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0F140AC-1266-E3D4-FD5C-7F28B22164DF}"/>
              </a:ext>
            </a:extLst>
          </p:cNvPr>
          <p:cNvSpPr>
            <a:spLocks noGrp="1"/>
          </p:cNvSpPr>
          <p:nvPr>
            <p:ph type="ftr" sz="quarter" idx="11"/>
          </p:nvPr>
        </p:nvSpPr>
        <p:spPr/>
        <p:txBody>
          <a:bodyPr/>
          <a:lstStyle/>
          <a:p>
            <a:r>
              <a:rPr lang="en-US" dirty="0"/>
              <a:t>Jan 13</a:t>
            </a:r>
          </a:p>
        </p:txBody>
      </p:sp>
      <p:sp>
        <p:nvSpPr>
          <p:cNvPr id="6" name="Slide Number Placeholder 5">
            <a:extLst>
              <a:ext uri="{FF2B5EF4-FFF2-40B4-BE49-F238E27FC236}">
                <a16:creationId xmlns:a16="http://schemas.microsoft.com/office/drawing/2014/main" id="{762383A9-E1F6-6E39-3D3E-451688494920}"/>
              </a:ext>
            </a:extLst>
          </p:cNvPr>
          <p:cNvSpPr>
            <a:spLocks noGrp="1"/>
          </p:cNvSpPr>
          <p:nvPr>
            <p:ph type="sldNum" sz="quarter" idx="12"/>
          </p:nvPr>
        </p:nvSpPr>
        <p:spPr/>
        <p:txBody>
          <a:bodyPr/>
          <a:lstStyle/>
          <a:p>
            <a:fld id="{5D474BC6-09C9-4ED8-ADF6-087D6F25D5BC}" type="slidenum">
              <a:rPr lang="en-US" smtClean="0"/>
              <a:t>14</a:t>
            </a:fld>
            <a:endParaRPr lang="en-US"/>
          </a:p>
        </p:txBody>
      </p:sp>
      <p:pic>
        <p:nvPicPr>
          <p:cNvPr id="7" name="Picture 6">
            <a:extLst>
              <a:ext uri="{FF2B5EF4-FFF2-40B4-BE49-F238E27FC236}">
                <a16:creationId xmlns:a16="http://schemas.microsoft.com/office/drawing/2014/main" id="{F093CCDD-BCBF-A7A2-8A2E-6BBD6D27DA60}"/>
              </a:ext>
            </a:extLst>
          </p:cNvPr>
          <p:cNvPicPr>
            <a:picLocks noChangeAspect="1"/>
          </p:cNvPicPr>
          <p:nvPr/>
        </p:nvPicPr>
        <p:blipFill>
          <a:blip r:embed="rId2"/>
          <a:stretch>
            <a:fillRect/>
          </a:stretch>
        </p:blipFill>
        <p:spPr>
          <a:xfrm>
            <a:off x="3142487" y="1047452"/>
            <a:ext cx="5468113" cy="4267796"/>
          </a:xfrm>
          <a:prstGeom prst="rect">
            <a:avLst/>
          </a:prstGeom>
          <a:effectLst>
            <a:softEdge rad="0"/>
          </a:effectLst>
        </p:spPr>
      </p:pic>
      <p:sp>
        <p:nvSpPr>
          <p:cNvPr id="8" name="TextBox 7">
            <a:extLst>
              <a:ext uri="{FF2B5EF4-FFF2-40B4-BE49-F238E27FC236}">
                <a16:creationId xmlns:a16="http://schemas.microsoft.com/office/drawing/2014/main" id="{990E2828-0F5F-5D54-3327-7FB0B475EBEC}"/>
              </a:ext>
            </a:extLst>
          </p:cNvPr>
          <p:cNvSpPr txBox="1"/>
          <p:nvPr/>
        </p:nvSpPr>
        <p:spPr>
          <a:xfrm>
            <a:off x="3448050" y="5667157"/>
            <a:ext cx="4933950" cy="646331"/>
          </a:xfrm>
          <a:prstGeom prst="rect">
            <a:avLst/>
          </a:prstGeom>
          <a:noFill/>
        </p:spPr>
        <p:txBody>
          <a:bodyPr wrap="square" rtlCol="0">
            <a:spAutoFit/>
          </a:bodyPr>
          <a:lstStyle/>
          <a:p>
            <a:r>
              <a:rPr lang="en-US" dirty="0"/>
              <a:t>2001 points on the axis with coil spacing of 0.05 mm</a:t>
            </a:r>
          </a:p>
        </p:txBody>
      </p:sp>
    </p:spTree>
    <p:extLst>
      <p:ext uri="{BB962C8B-B14F-4D97-AF65-F5344CB8AC3E}">
        <p14:creationId xmlns:p14="http://schemas.microsoft.com/office/powerpoint/2010/main" val="477735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79CB2EF-D16F-55C2-8DBA-ED847F97924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BE6C96C-13D2-1D06-9608-8333E1B3973F}"/>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0460F53-7B4C-C223-B49F-9006E7794E43}"/>
              </a:ext>
            </a:extLst>
          </p:cNvPr>
          <p:cNvSpPr>
            <a:spLocks noGrp="1"/>
          </p:cNvSpPr>
          <p:nvPr>
            <p:ph type="ftr" sz="quarter" idx="11"/>
          </p:nvPr>
        </p:nvSpPr>
        <p:spPr/>
        <p:txBody>
          <a:bodyPr/>
          <a:lstStyle/>
          <a:p>
            <a:r>
              <a:rPr lang="en-US" dirty="0"/>
              <a:t>Jan 13</a:t>
            </a:r>
          </a:p>
        </p:txBody>
      </p:sp>
      <p:sp>
        <p:nvSpPr>
          <p:cNvPr id="6" name="Slide Number Placeholder 5">
            <a:extLst>
              <a:ext uri="{FF2B5EF4-FFF2-40B4-BE49-F238E27FC236}">
                <a16:creationId xmlns:a16="http://schemas.microsoft.com/office/drawing/2014/main" id="{6F8B41B3-9D5C-A2F9-4218-38692B34E53D}"/>
              </a:ext>
            </a:extLst>
          </p:cNvPr>
          <p:cNvSpPr>
            <a:spLocks noGrp="1"/>
          </p:cNvSpPr>
          <p:nvPr>
            <p:ph type="sldNum" sz="quarter" idx="12"/>
          </p:nvPr>
        </p:nvSpPr>
        <p:spPr/>
        <p:txBody>
          <a:bodyPr/>
          <a:lstStyle/>
          <a:p>
            <a:fld id="{5D474BC6-09C9-4ED8-ADF6-087D6F25D5BC}" type="slidenum">
              <a:rPr lang="en-US" smtClean="0"/>
              <a:t>15</a:t>
            </a:fld>
            <a:endParaRPr lang="en-US"/>
          </a:p>
        </p:txBody>
      </p:sp>
      <p:sp>
        <p:nvSpPr>
          <p:cNvPr id="2" name="TextBox 1">
            <a:extLst>
              <a:ext uri="{FF2B5EF4-FFF2-40B4-BE49-F238E27FC236}">
                <a16:creationId xmlns:a16="http://schemas.microsoft.com/office/drawing/2014/main" id="{7BD0C445-9A07-D414-4922-C8538F15C972}"/>
              </a:ext>
            </a:extLst>
          </p:cNvPr>
          <p:cNvSpPr txBox="1"/>
          <p:nvPr/>
        </p:nvSpPr>
        <p:spPr>
          <a:xfrm>
            <a:off x="1104900" y="561975"/>
            <a:ext cx="8991600" cy="369332"/>
          </a:xfrm>
          <a:prstGeom prst="rect">
            <a:avLst/>
          </a:prstGeom>
          <a:noFill/>
        </p:spPr>
        <p:txBody>
          <a:bodyPr wrap="square" rtlCol="0">
            <a:spAutoFit/>
          </a:bodyPr>
          <a:lstStyle/>
          <a:p>
            <a:r>
              <a:rPr lang="en-US" dirty="0"/>
              <a:t>Weight matrix profile: constant where required and roll off on the sides</a:t>
            </a:r>
          </a:p>
        </p:txBody>
      </p:sp>
      <p:pic>
        <p:nvPicPr>
          <p:cNvPr id="9" name="Picture 8">
            <a:extLst>
              <a:ext uri="{FF2B5EF4-FFF2-40B4-BE49-F238E27FC236}">
                <a16:creationId xmlns:a16="http://schemas.microsoft.com/office/drawing/2014/main" id="{A73F7EF5-589E-5337-AAFC-A1AE3AAD3ECD}"/>
              </a:ext>
            </a:extLst>
          </p:cNvPr>
          <p:cNvPicPr>
            <a:picLocks noChangeAspect="1"/>
          </p:cNvPicPr>
          <p:nvPr/>
        </p:nvPicPr>
        <p:blipFill>
          <a:blip r:embed="rId2"/>
          <a:stretch>
            <a:fillRect/>
          </a:stretch>
        </p:blipFill>
        <p:spPr>
          <a:xfrm>
            <a:off x="3047600" y="1352260"/>
            <a:ext cx="5734850" cy="4153480"/>
          </a:xfrm>
          <a:prstGeom prst="rect">
            <a:avLst/>
          </a:prstGeom>
        </p:spPr>
      </p:pic>
    </p:spTree>
    <p:extLst>
      <p:ext uri="{BB962C8B-B14F-4D97-AF65-F5344CB8AC3E}">
        <p14:creationId xmlns:p14="http://schemas.microsoft.com/office/powerpoint/2010/main" val="4068450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5F954E4-8786-09FE-8C1B-67B0D77104B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7B185A6-1DB4-DA19-EE2E-ABE8E50C091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ADD5A08-9B83-1057-65A8-37F2F32EC6FA}"/>
              </a:ext>
            </a:extLst>
          </p:cNvPr>
          <p:cNvSpPr>
            <a:spLocks noGrp="1"/>
          </p:cNvSpPr>
          <p:nvPr>
            <p:ph type="ftr" sz="quarter" idx="11"/>
          </p:nvPr>
        </p:nvSpPr>
        <p:spPr/>
        <p:txBody>
          <a:bodyPr/>
          <a:lstStyle/>
          <a:p>
            <a:r>
              <a:rPr lang="en-US" dirty="0"/>
              <a:t>Jan 13</a:t>
            </a:r>
          </a:p>
        </p:txBody>
      </p:sp>
      <p:sp>
        <p:nvSpPr>
          <p:cNvPr id="6" name="Slide Number Placeholder 5">
            <a:extLst>
              <a:ext uri="{FF2B5EF4-FFF2-40B4-BE49-F238E27FC236}">
                <a16:creationId xmlns:a16="http://schemas.microsoft.com/office/drawing/2014/main" id="{3B566CB1-87FC-2DC8-4C6F-838861C1B277}"/>
              </a:ext>
            </a:extLst>
          </p:cNvPr>
          <p:cNvSpPr>
            <a:spLocks noGrp="1"/>
          </p:cNvSpPr>
          <p:nvPr>
            <p:ph type="sldNum" sz="quarter" idx="12"/>
          </p:nvPr>
        </p:nvSpPr>
        <p:spPr/>
        <p:txBody>
          <a:bodyPr/>
          <a:lstStyle/>
          <a:p>
            <a:fld id="{5D474BC6-09C9-4ED8-ADF6-087D6F25D5BC}" type="slidenum">
              <a:rPr lang="en-US" smtClean="0"/>
              <a:t>16</a:t>
            </a:fld>
            <a:endParaRPr lang="en-US"/>
          </a:p>
        </p:txBody>
      </p:sp>
      <p:sp>
        <p:nvSpPr>
          <p:cNvPr id="2" name="TextBox 1">
            <a:extLst>
              <a:ext uri="{FF2B5EF4-FFF2-40B4-BE49-F238E27FC236}">
                <a16:creationId xmlns:a16="http://schemas.microsoft.com/office/drawing/2014/main" id="{C1B15CBD-2F55-76D9-76CD-EBDB171F36C1}"/>
              </a:ext>
            </a:extLst>
          </p:cNvPr>
          <p:cNvSpPr txBox="1"/>
          <p:nvPr/>
        </p:nvSpPr>
        <p:spPr>
          <a:xfrm>
            <a:off x="1104900" y="561975"/>
            <a:ext cx="8991600" cy="369332"/>
          </a:xfrm>
          <a:prstGeom prst="rect">
            <a:avLst/>
          </a:prstGeom>
          <a:noFill/>
        </p:spPr>
        <p:txBody>
          <a:bodyPr wrap="square" rtlCol="0">
            <a:spAutoFit/>
          </a:bodyPr>
          <a:lstStyle/>
          <a:p>
            <a:r>
              <a:rPr lang="en-US" dirty="0"/>
              <a:t>Singular Values from SVD and variation with mode index</a:t>
            </a:r>
          </a:p>
        </p:txBody>
      </p:sp>
      <p:pic>
        <p:nvPicPr>
          <p:cNvPr id="11" name="Picture 10">
            <a:extLst>
              <a:ext uri="{FF2B5EF4-FFF2-40B4-BE49-F238E27FC236}">
                <a16:creationId xmlns:a16="http://schemas.microsoft.com/office/drawing/2014/main" id="{738567C0-8B51-EA50-6475-FD0C17E7EF57}"/>
              </a:ext>
            </a:extLst>
          </p:cNvPr>
          <p:cNvPicPr>
            <a:picLocks noChangeAspect="1"/>
          </p:cNvPicPr>
          <p:nvPr/>
        </p:nvPicPr>
        <p:blipFill>
          <a:blip r:embed="rId2"/>
          <a:stretch>
            <a:fillRect/>
          </a:stretch>
        </p:blipFill>
        <p:spPr>
          <a:xfrm>
            <a:off x="2880897" y="1395615"/>
            <a:ext cx="5953956" cy="4496427"/>
          </a:xfrm>
          <a:prstGeom prst="rect">
            <a:avLst/>
          </a:prstGeom>
        </p:spPr>
      </p:pic>
    </p:spTree>
    <p:extLst>
      <p:ext uri="{BB962C8B-B14F-4D97-AF65-F5344CB8AC3E}">
        <p14:creationId xmlns:p14="http://schemas.microsoft.com/office/powerpoint/2010/main" val="4149400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4AD4E8-4D2E-3A13-0E07-E589807B5FD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AD9AC5C-FA54-DBD1-E9D5-D8B10B0849E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137CD00-92F9-F9F4-7D1E-04CDB1469D27}"/>
              </a:ext>
            </a:extLst>
          </p:cNvPr>
          <p:cNvSpPr>
            <a:spLocks noGrp="1"/>
          </p:cNvSpPr>
          <p:nvPr>
            <p:ph type="ftr" sz="quarter" idx="11"/>
          </p:nvPr>
        </p:nvSpPr>
        <p:spPr/>
        <p:txBody>
          <a:bodyPr/>
          <a:lstStyle/>
          <a:p>
            <a:r>
              <a:rPr lang="en-US" dirty="0"/>
              <a:t>Jan 13</a:t>
            </a:r>
          </a:p>
        </p:txBody>
      </p:sp>
      <p:sp>
        <p:nvSpPr>
          <p:cNvPr id="6" name="Slide Number Placeholder 5">
            <a:extLst>
              <a:ext uri="{FF2B5EF4-FFF2-40B4-BE49-F238E27FC236}">
                <a16:creationId xmlns:a16="http://schemas.microsoft.com/office/drawing/2014/main" id="{8E933391-85A9-E9CD-4F00-4C89F7D05D6E}"/>
              </a:ext>
            </a:extLst>
          </p:cNvPr>
          <p:cNvSpPr>
            <a:spLocks noGrp="1"/>
          </p:cNvSpPr>
          <p:nvPr>
            <p:ph type="sldNum" sz="quarter" idx="12"/>
          </p:nvPr>
        </p:nvSpPr>
        <p:spPr/>
        <p:txBody>
          <a:bodyPr/>
          <a:lstStyle/>
          <a:p>
            <a:fld id="{5D474BC6-09C9-4ED8-ADF6-087D6F25D5BC}" type="slidenum">
              <a:rPr lang="en-US" smtClean="0"/>
              <a:t>17</a:t>
            </a:fld>
            <a:endParaRPr lang="en-US"/>
          </a:p>
        </p:txBody>
      </p:sp>
      <p:pic>
        <p:nvPicPr>
          <p:cNvPr id="8" name="Picture 7">
            <a:extLst>
              <a:ext uri="{FF2B5EF4-FFF2-40B4-BE49-F238E27FC236}">
                <a16:creationId xmlns:a16="http://schemas.microsoft.com/office/drawing/2014/main" id="{68B076C5-C6F4-F7E5-4BCD-8DA2373B305F}"/>
              </a:ext>
            </a:extLst>
          </p:cNvPr>
          <p:cNvPicPr>
            <a:picLocks noChangeAspect="1"/>
          </p:cNvPicPr>
          <p:nvPr/>
        </p:nvPicPr>
        <p:blipFill>
          <a:blip r:embed="rId2"/>
          <a:stretch>
            <a:fillRect/>
          </a:stretch>
        </p:blipFill>
        <p:spPr>
          <a:xfrm>
            <a:off x="623474" y="1442760"/>
            <a:ext cx="5915851" cy="3972479"/>
          </a:xfrm>
          <a:prstGeom prst="rect">
            <a:avLst/>
          </a:prstGeom>
        </p:spPr>
      </p:pic>
      <p:pic>
        <p:nvPicPr>
          <p:cNvPr id="10" name="Picture 9">
            <a:extLst>
              <a:ext uri="{FF2B5EF4-FFF2-40B4-BE49-F238E27FC236}">
                <a16:creationId xmlns:a16="http://schemas.microsoft.com/office/drawing/2014/main" id="{8AF21FDE-9770-E355-C6D0-5FC646FB0598}"/>
              </a:ext>
            </a:extLst>
          </p:cNvPr>
          <p:cNvPicPr>
            <a:picLocks noChangeAspect="1"/>
          </p:cNvPicPr>
          <p:nvPr/>
        </p:nvPicPr>
        <p:blipFill>
          <a:blip r:embed="rId3"/>
          <a:stretch>
            <a:fillRect/>
          </a:stretch>
        </p:blipFill>
        <p:spPr>
          <a:xfrm>
            <a:off x="6342834" y="1442760"/>
            <a:ext cx="5849166" cy="4248743"/>
          </a:xfrm>
          <a:prstGeom prst="rect">
            <a:avLst/>
          </a:prstGeom>
        </p:spPr>
      </p:pic>
    </p:spTree>
    <p:extLst>
      <p:ext uri="{BB962C8B-B14F-4D97-AF65-F5344CB8AC3E}">
        <p14:creationId xmlns:p14="http://schemas.microsoft.com/office/powerpoint/2010/main" val="2828034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60D6A89-E1F7-D3B8-FDB5-F0BF79C76DC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D07069D-D2FF-5A83-CEEF-DE24D30DE6CC}"/>
              </a:ext>
            </a:extLst>
          </p:cNvPr>
          <p:cNvSpPr>
            <a:spLocks noGrp="1"/>
          </p:cNvSpPr>
          <p:nvPr>
            <p:ph type="ftr" sz="quarter" idx="11"/>
          </p:nvPr>
        </p:nvSpPr>
        <p:spPr/>
        <p:txBody>
          <a:bodyPr/>
          <a:lstStyle/>
          <a:p>
            <a:r>
              <a:rPr lang="en-US" dirty="0"/>
              <a:t>Jan 13</a:t>
            </a:r>
          </a:p>
        </p:txBody>
      </p:sp>
      <p:sp>
        <p:nvSpPr>
          <p:cNvPr id="6" name="Slide Number Placeholder 5">
            <a:extLst>
              <a:ext uri="{FF2B5EF4-FFF2-40B4-BE49-F238E27FC236}">
                <a16:creationId xmlns:a16="http://schemas.microsoft.com/office/drawing/2014/main" id="{CEB3F8BA-D5E8-D31F-5355-84B769BDD936}"/>
              </a:ext>
            </a:extLst>
          </p:cNvPr>
          <p:cNvSpPr>
            <a:spLocks noGrp="1"/>
          </p:cNvSpPr>
          <p:nvPr>
            <p:ph type="sldNum" sz="quarter" idx="12"/>
          </p:nvPr>
        </p:nvSpPr>
        <p:spPr/>
        <p:txBody>
          <a:bodyPr/>
          <a:lstStyle/>
          <a:p>
            <a:fld id="{5D474BC6-09C9-4ED8-ADF6-087D6F25D5BC}" type="slidenum">
              <a:rPr lang="en-US" smtClean="0"/>
              <a:t>18</a:t>
            </a:fld>
            <a:endParaRPr lang="en-US"/>
          </a:p>
        </p:txBody>
      </p:sp>
      <p:pic>
        <p:nvPicPr>
          <p:cNvPr id="8" name="Picture 7">
            <a:extLst>
              <a:ext uri="{FF2B5EF4-FFF2-40B4-BE49-F238E27FC236}">
                <a16:creationId xmlns:a16="http://schemas.microsoft.com/office/drawing/2014/main" id="{0BE6D11B-58D4-DD2B-1EAC-37BCB77F8546}"/>
              </a:ext>
            </a:extLst>
          </p:cNvPr>
          <p:cNvPicPr>
            <a:picLocks noChangeAspect="1"/>
          </p:cNvPicPr>
          <p:nvPr/>
        </p:nvPicPr>
        <p:blipFill>
          <a:blip r:embed="rId2"/>
          <a:srcRect r="3934"/>
          <a:stretch>
            <a:fillRect/>
          </a:stretch>
        </p:blipFill>
        <p:spPr>
          <a:xfrm>
            <a:off x="193974" y="992781"/>
            <a:ext cx="5792938" cy="4315427"/>
          </a:xfrm>
          <a:prstGeom prst="rect">
            <a:avLst/>
          </a:prstGeom>
        </p:spPr>
      </p:pic>
      <p:pic>
        <p:nvPicPr>
          <p:cNvPr id="10" name="Picture 9">
            <a:extLst>
              <a:ext uri="{FF2B5EF4-FFF2-40B4-BE49-F238E27FC236}">
                <a16:creationId xmlns:a16="http://schemas.microsoft.com/office/drawing/2014/main" id="{3115D579-51E6-C15D-8A12-40F29F50D493}"/>
              </a:ext>
            </a:extLst>
          </p:cNvPr>
          <p:cNvPicPr>
            <a:picLocks noChangeAspect="1"/>
          </p:cNvPicPr>
          <p:nvPr/>
        </p:nvPicPr>
        <p:blipFill>
          <a:blip r:embed="rId3"/>
          <a:srcRect l="1850" t="1307" r="5944"/>
          <a:stretch>
            <a:fillRect/>
          </a:stretch>
        </p:blipFill>
        <p:spPr>
          <a:xfrm>
            <a:off x="5895975" y="992781"/>
            <a:ext cx="5992964" cy="4374858"/>
          </a:xfrm>
          <a:prstGeom prst="rect">
            <a:avLst/>
          </a:prstGeom>
        </p:spPr>
      </p:pic>
    </p:spTree>
    <p:extLst>
      <p:ext uri="{BB962C8B-B14F-4D97-AF65-F5344CB8AC3E}">
        <p14:creationId xmlns:p14="http://schemas.microsoft.com/office/powerpoint/2010/main" val="3892857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FFBFA99-DA43-A3F5-7A7D-0772CE3BE58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E7F6EF6-1A8B-A788-DC86-E3C4A93FC085}"/>
              </a:ext>
            </a:extLst>
          </p:cNvPr>
          <p:cNvSpPr>
            <a:spLocks noGrp="1"/>
          </p:cNvSpPr>
          <p:nvPr>
            <p:ph type="ftr" sz="quarter" idx="11"/>
          </p:nvPr>
        </p:nvSpPr>
        <p:spPr/>
        <p:txBody>
          <a:bodyPr/>
          <a:lstStyle/>
          <a:p>
            <a:r>
              <a:rPr lang="en-US" dirty="0"/>
              <a:t>Jan 13</a:t>
            </a:r>
          </a:p>
        </p:txBody>
      </p:sp>
      <p:sp>
        <p:nvSpPr>
          <p:cNvPr id="6" name="Slide Number Placeholder 5">
            <a:extLst>
              <a:ext uri="{FF2B5EF4-FFF2-40B4-BE49-F238E27FC236}">
                <a16:creationId xmlns:a16="http://schemas.microsoft.com/office/drawing/2014/main" id="{4F8EE48F-CDD2-0660-5C30-D17A686B2352}"/>
              </a:ext>
            </a:extLst>
          </p:cNvPr>
          <p:cNvSpPr>
            <a:spLocks noGrp="1"/>
          </p:cNvSpPr>
          <p:nvPr>
            <p:ph type="sldNum" sz="quarter" idx="12"/>
          </p:nvPr>
        </p:nvSpPr>
        <p:spPr/>
        <p:txBody>
          <a:bodyPr/>
          <a:lstStyle/>
          <a:p>
            <a:fld id="{5D474BC6-09C9-4ED8-ADF6-087D6F25D5BC}" type="slidenum">
              <a:rPr lang="en-US" smtClean="0"/>
              <a:t>19</a:t>
            </a:fld>
            <a:endParaRPr lang="en-US"/>
          </a:p>
        </p:txBody>
      </p:sp>
      <p:pic>
        <p:nvPicPr>
          <p:cNvPr id="3" name="Picture 2">
            <a:extLst>
              <a:ext uri="{FF2B5EF4-FFF2-40B4-BE49-F238E27FC236}">
                <a16:creationId xmlns:a16="http://schemas.microsoft.com/office/drawing/2014/main" id="{E8DB55D9-305C-D04A-864D-203690378866}"/>
              </a:ext>
            </a:extLst>
          </p:cNvPr>
          <p:cNvPicPr>
            <a:picLocks noChangeAspect="1"/>
          </p:cNvPicPr>
          <p:nvPr/>
        </p:nvPicPr>
        <p:blipFill>
          <a:blip r:embed="rId2"/>
          <a:srcRect l="1512" t="4083" r="878" b="1"/>
          <a:stretch>
            <a:fillRect/>
          </a:stretch>
        </p:blipFill>
        <p:spPr>
          <a:xfrm>
            <a:off x="2476499" y="881812"/>
            <a:ext cx="7019925" cy="5094375"/>
          </a:xfrm>
          <a:prstGeom prst="rect">
            <a:avLst/>
          </a:prstGeom>
        </p:spPr>
      </p:pic>
    </p:spTree>
    <p:extLst>
      <p:ext uri="{BB962C8B-B14F-4D97-AF65-F5344CB8AC3E}">
        <p14:creationId xmlns:p14="http://schemas.microsoft.com/office/powerpoint/2010/main" val="2777753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53E2F97-8029-8D1A-6303-2E8A40F18953}"/>
              </a:ext>
            </a:extLst>
          </p:cNvPr>
          <p:cNvPicPr>
            <a:picLocks noChangeAspect="1"/>
          </p:cNvPicPr>
          <p:nvPr/>
        </p:nvPicPr>
        <p:blipFill>
          <a:blip r:embed="rId2"/>
          <a:stretch>
            <a:fillRect/>
          </a:stretch>
        </p:blipFill>
        <p:spPr>
          <a:xfrm>
            <a:off x="1719123" y="643467"/>
            <a:ext cx="3544552" cy="2543217"/>
          </a:xfrm>
          <a:prstGeom prst="rect">
            <a:avLst/>
          </a:prstGeom>
        </p:spPr>
      </p:pic>
      <p:pic>
        <p:nvPicPr>
          <p:cNvPr id="15" name="Picture 14">
            <a:extLst>
              <a:ext uri="{FF2B5EF4-FFF2-40B4-BE49-F238E27FC236}">
                <a16:creationId xmlns:a16="http://schemas.microsoft.com/office/drawing/2014/main" id="{4D40D3C8-CB17-02CE-B37F-0DA347FA5167}"/>
              </a:ext>
            </a:extLst>
          </p:cNvPr>
          <p:cNvPicPr>
            <a:picLocks noChangeAspect="1"/>
          </p:cNvPicPr>
          <p:nvPr/>
        </p:nvPicPr>
        <p:blipFill>
          <a:blip r:embed="rId3"/>
          <a:stretch>
            <a:fillRect/>
          </a:stretch>
        </p:blipFill>
        <p:spPr>
          <a:xfrm>
            <a:off x="6926312" y="643467"/>
            <a:ext cx="3556947" cy="2543217"/>
          </a:xfrm>
          <a:prstGeom prst="rect">
            <a:avLst/>
          </a:prstGeom>
        </p:spPr>
      </p:pic>
      <p:pic>
        <p:nvPicPr>
          <p:cNvPr id="13" name="Picture 12">
            <a:extLst>
              <a:ext uri="{FF2B5EF4-FFF2-40B4-BE49-F238E27FC236}">
                <a16:creationId xmlns:a16="http://schemas.microsoft.com/office/drawing/2014/main" id="{F6E37BCA-BDA9-9B0E-D026-6E8149D82416}"/>
              </a:ext>
            </a:extLst>
          </p:cNvPr>
          <p:cNvPicPr>
            <a:picLocks noChangeAspect="1"/>
          </p:cNvPicPr>
          <p:nvPr/>
        </p:nvPicPr>
        <p:blipFill>
          <a:blip r:embed="rId4"/>
          <a:stretch>
            <a:fillRect/>
          </a:stretch>
        </p:blipFill>
        <p:spPr>
          <a:xfrm>
            <a:off x="1771223" y="3671316"/>
            <a:ext cx="3440353" cy="2545862"/>
          </a:xfrm>
          <a:prstGeom prst="rect">
            <a:avLst/>
          </a:prstGeom>
        </p:spPr>
      </p:pic>
      <p:pic>
        <p:nvPicPr>
          <p:cNvPr id="17" name="Picture 16">
            <a:extLst>
              <a:ext uri="{FF2B5EF4-FFF2-40B4-BE49-F238E27FC236}">
                <a16:creationId xmlns:a16="http://schemas.microsoft.com/office/drawing/2014/main" id="{2598545E-DFC7-7920-02BB-95D85962E0EF}"/>
              </a:ext>
            </a:extLst>
          </p:cNvPr>
          <p:cNvPicPr>
            <a:picLocks noChangeAspect="1"/>
          </p:cNvPicPr>
          <p:nvPr/>
        </p:nvPicPr>
        <p:blipFill>
          <a:blip r:embed="rId5"/>
          <a:stretch>
            <a:fillRect/>
          </a:stretch>
        </p:blipFill>
        <p:spPr>
          <a:xfrm>
            <a:off x="7088666" y="3671316"/>
            <a:ext cx="3232239" cy="2553469"/>
          </a:xfrm>
          <a:prstGeom prst="rect">
            <a:avLst/>
          </a:prstGeom>
        </p:spPr>
      </p:pic>
      <p:sp>
        <p:nvSpPr>
          <p:cNvPr id="4" name="Date Placeholder 3">
            <a:extLst>
              <a:ext uri="{FF2B5EF4-FFF2-40B4-BE49-F238E27FC236}">
                <a16:creationId xmlns:a16="http://schemas.microsoft.com/office/drawing/2014/main" id="{0A02814B-C406-6982-5EAB-110DF828FC20}"/>
              </a:ext>
            </a:extLst>
          </p:cNvPr>
          <p:cNvSpPr>
            <a:spLocks noGrp="1"/>
          </p:cNvSpPr>
          <p:nvPr>
            <p:ph type="dt" sz="half" idx="10"/>
          </p:nvPr>
        </p:nvSpPr>
        <p:spPr/>
        <p:txBody>
          <a:bodyPr vert="horz" lIns="91440" tIns="45720" rIns="91440" bIns="45720" rtlCol="0" anchor="ctr">
            <a:normAutofit/>
          </a:bodyPr>
          <a:lstStyle/>
          <a:p>
            <a:pPr>
              <a:spcAft>
                <a:spcPts val="600"/>
              </a:spcAft>
            </a:pPr>
            <a:fld id="{FB69D6F1-4E0D-4C88-8C78-6CAE184FDF12}" type="datetime1">
              <a:rPr lang="en-US" smtClean="0">
                <a:solidFill>
                  <a:schemeClr val="tx1">
                    <a:tint val="75000"/>
                  </a:schemeClr>
                </a:solidFill>
              </a:rPr>
              <a:pPr>
                <a:spcAft>
                  <a:spcPts val="600"/>
                </a:spcAft>
              </a:pPr>
              <a:t>3/6/2026</a:t>
            </a:fld>
            <a:endParaRPr lang="en-US">
              <a:solidFill>
                <a:schemeClr val="tx1">
                  <a:tint val="75000"/>
                </a:schemeClr>
              </a:solidFill>
            </a:endParaRPr>
          </a:p>
        </p:txBody>
      </p:sp>
      <p:sp>
        <p:nvSpPr>
          <p:cNvPr id="5" name="Footer Placeholder 4">
            <a:extLst>
              <a:ext uri="{FF2B5EF4-FFF2-40B4-BE49-F238E27FC236}">
                <a16:creationId xmlns:a16="http://schemas.microsoft.com/office/drawing/2014/main" id="{954F1716-4238-9671-3338-8A81A3C8DF52}"/>
              </a:ext>
            </a:extLst>
          </p:cNvPr>
          <p:cNvSpPr>
            <a:spLocks noGrp="1"/>
          </p:cNvSpPr>
          <p:nvPr>
            <p:ph type="ftr" sz="quarter" idx="11"/>
          </p:nvPr>
        </p:nvSpPr>
        <p:spPr/>
        <p:txBody>
          <a:bodyPr vert="horz" lIns="91440" tIns="45720" rIns="91440" bIns="45720" rtlCol="0" anchor="ctr">
            <a:normAutofit/>
          </a:bodyPr>
          <a:lstStyle/>
          <a:p>
            <a:r>
              <a:rPr lang="en-US" sz="1200" kern="1200" dirty="0">
                <a:solidFill>
                  <a:schemeClr val="tx1">
                    <a:tint val="75000"/>
                  </a:schemeClr>
                </a:solidFill>
                <a:latin typeface="+mn-lt"/>
                <a:ea typeface="+mn-ea"/>
                <a:cs typeface="+mn-cs"/>
              </a:rPr>
              <a:t>Jan 13</a:t>
            </a:r>
          </a:p>
        </p:txBody>
      </p:sp>
      <p:sp>
        <p:nvSpPr>
          <p:cNvPr id="6" name="Slide Number Placeholder 5">
            <a:extLst>
              <a:ext uri="{FF2B5EF4-FFF2-40B4-BE49-F238E27FC236}">
                <a16:creationId xmlns:a16="http://schemas.microsoft.com/office/drawing/2014/main" id="{D6B019D2-A25E-8B54-FC84-F05D55DA86CA}"/>
              </a:ext>
            </a:extLst>
          </p:cNvPr>
          <p:cNvSpPr>
            <a:spLocks noGrp="1"/>
          </p:cNvSpPr>
          <p:nvPr>
            <p:ph type="sldNum" sz="quarter" idx="12"/>
          </p:nvPr>
        </p:nvSpPr>
        <p:spPr/>
        <p:txBody>
          <a:bodyPr vert="horz" lIns="91440" tIns="45720" rIns="91440" bIns="45720" rtlCol="0" anchor="ctr">
            <a:normAutofit/>
          </a:bodyPr>
          <a:lstStyle/>
          <a:p>
            <a:pPr>
              <a:spcAft>
                <a:spcPts val="600"/>
              </a:spcAft>
            </a:pPr>
            <a:fld id="{5D474BC6-09C9-4ED8-ADF6-087D6F25D5BC}" type="slidenum">
              <a:rPr lang="en-US" smtClean="0">
                <a:solidFill>
                  <a:schemeClr val="tx1">
                    <a:tint val="75000"/>
                  </a:schemeClr>
                </a:solidFill>
              </a:rPr>
              <a:pPr>
                <a:spcAft>
                  <a:spcPts val="600"/>
                </a:spcAft>
              </a:pPr>
              <a:t>20</a:t>
            </a:fld>
            <a:endParaRPr lang="en-US">
              <a:solidFill>
                <a:schemeClr val="tx1">
                  <a:tint val="75000"/>
                </a:schemeClr>
              </a:solidFill>
            </a:endParaRPr>
          </a:p>
        </p:txBody>
      </p:sp>
      <p:sp>
        <p:nvSpPr>
          <p:cNvPr id="7" name="TextBox 6">
            <a:extLst>
              <a:ext uri="{FF2B5EF4-FFF2-40B4-BE49-F238E27FC236}">
                <a16:creationId xmlns:a16="http://schemas.microsoft.com/office/drawing/2014/main" id="{5EC99206-62AE-7368-0237-D7020DD13FEC}"/>
              </a:ext>
            </a:extLst>
          </p:cNvPr>
          <p:cNvSpPr txBox="1"/>
          <p:nvPr/>
        </p:nvSpPr>
        <p:spPr>
          <a:xfrm>
            <a:off x="359583" y="872429"/>
            <a:ext cx="1968279" cy="3309046"/>
          </a:xfrm>
          <a:prstGeom prst="rect">
            <a:avLst/>
          </a:prstGeom>
        </p:spPr>
        <p:txBody>
          <a:bodyPr vert="horz" lIns="91440" tIns="45720" rIns="91440" bIns="45720" rtlCol="0" anchor="b">
            <a:normAutofit/>
          </a:bodyPr>
          <a:lstStyle/>
          <a:p>
            <a:pPr algn="just">
              <a:lnSpc>
                <a:spcPct val="90000"/>
              </a:lnSpc>
              <a:spcBef>
                <a:spcPct val="0"/>
              </a:spcBef>
              <a:spcAft>
                <a:spcPts val="600"/>
              </a:spcAft>
            </a:pPr>
            <a:endParaRPr lang="en-US" sz="2800" kern="1200" dirty="0">
              <a:solidFill>
                <a:schemeClr val="tx1"/>
              </a:solidFill>
              <a:latin typeface="+mj-lt"/>
              <a:ea typeface="+mj-ea"/>
              <a:cs typeface="+mj-cs"/>
            </a:endParaRPr>
          </a:p>
        </p:txBody>
      </p:sp>
    </p:spTree>
    <p:extLst>
      <p:ext uri="{BB962C8B-B14F-4D97-AF65-F5344CB8AC3E}">
        <p14:creationId xmlns:p14="http://schemas.microsoft.com/office/powerpoint/2010/main" val="1207839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CAC514B-3ADA-44EB-8B94-073941F2EC9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FA50524-73BC-5848-C72E-D1E13A47D423}"/>
              </a:ext>
            </a:extLst>
          </p:cNvPr>
          <p:cNvSpPr>
            <a:spLocks noGrp="1"/>
          </p:cNvSpPr>
          <p:nvPr>
            <p:ph type="ftr" sz="quarter" idx="11"/>
          </p:nvPr>
        </p:nvSpPr>
        <p:spPr/>
        <p:txBody>
          <a:bodyPr/>
          <a:lstStyle/>
          <a:p>
            <a:r>
              <a:rPr lang="en-US" dirty="0"/>
              <a:t>Jan 14</a:t>
            </a:r>
          </a:p>
        </p:txBody>
      </p:sp>
      <p:sp>
        <p:nvSpPr>
          <p:cNvPr id="6" name="Slide Number Placeholder 5">
            <a:extLst>
              <a:ext uri="{FF2B5EF4-FFF2-40B4-BE49-F238E27FC236}">
                <a16:creationId xmlns:a16="http://schemas.microsoft.com/office/drawing/2014/main" id="{ECAF98D8-6C49-037C-6F73-AD170D3C31ED}"/>
              </a:ext>
            </a:extLst>
          </p:cNvPr>
          <p:cNvSpPr>
            <a:spLocks noGrp="1"/>
          </p:cNvSpPr>
          <p:nvPr>
            <p:ph type="sldNum" sz="quarter" idx="12"/>
          </p:nvPr>
        </p:nvSpPr>
        <p:spPr/>
        <p:txBody>
          <a:bodyPr/>
          <a:lstStyle/>
          <a:p>
            <a:fld id="{5D474BC6-09C9-4ED8-ADF6-087D6F25D5BC}" type="slidenum">
              <a:rPr lang="en-US" smtClean="0"/>
              <a:t>21</a:t>
            </a:fld>
            <a:endParaRPr lang="en-US"/>
          </a:p>
        </p:txBody>
      </p:sp>
      <p:sp>
        <p:nvSpPr>
          <p:cNvPr id="7" name="TextBox 6">
            <a:extLst>
              <a:ext uri="{FF2B5EF4-FFF2-40B4-BE49-F238E27FC236}">
                <a16:creationId xmlns:a16="http://schemas.microsoft.com/office/drawing/2014/main" id="{3BD66BEA-C62F-0373-872D-282A5F2B86B7}"/>
              </a:ext>
            </a:extLst>
          </p:cNvPr>
          <p:cNvSpPr txBox="1"/>
          <p:nvPr/>
        </p:nvSpPr>
        <p:spPr>
          <a:xfrm>
            <a:off x="1009650" y="676275"/>
            <a:ext cx="9344025" cy="1754326"/>
          </a:xfrm>
          <a:prstGeom prst="rect">
            <a:avLst/>
          </a:prstGeom>
          <a:noFill/>
        </p:spPr>
        <p:txBody>
          <a:bodyPr wrap="square" rtlCol="0">
            <a:spAutoFit/>
          </a:bodyPr>
          <a:lstStyle/>
          <a:p>
            <a:r>
              <a:rPr lang="en-US" dirty="0"/>
              <a:t>Notes made on SVD code</a:t>
            </a:r>
          </a:p>
          <a:p>
            <a:r>
              <a:rPr lang="en-US" dirty="0" err="1"/>
              <a:t>Peeny’s</a:t>
            </a:r>
            <a:r>
              <a:rPr lang="en-US" dirty="0"/>
              <a:t> code checked</a:t>
            </a:r>
          </a:p>
          <a:p>
            <a:r>
              <a:rPr lang="en-US" dirty="0"/>
              <a:t>	* </a:t>
            </a:r>
            <a:r>
              <a:rPr lang="en-US" dirty="0" err="1"/>
              <a:t>inunuit</a:t>
            </a:r>
            <a:r>
              <a:rPr lang="en-US" dirty="0"/>
              <a:t> was used in the code</a:t>
            </a:r>
          </a:p>
          <a:p>
            <a:r>
              <a:rPr lang="en-US" dirty="0"/>
              <a:t>	* using this makes everything simpler because all you do it defined the parameters to fit and it does it for you</a:t>
            </a:r>
          </a:p>
          <a:p>
            <a:r>
              <a:rPr lang="en-US" dirty="0"/>
              <a:t>	* </a:t>
            </a:r>
          </a:p>
        </p:txBody>
      </p:sp>
    </p:spTree>
    <p:extLst>
      <p:ext uri="{BB962C8B-B14F-4D97-AF65-F5344CB8AC3E}">
        <p14:creationId xmlns:p14="http://schemas.microsoft.com/office/powerpoint/2010/main" val="3776247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31E44D2-8018-6C77-4448-5F1AD9FAFB0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3D9C791-1E1F-1571-DEF6-3EE9C43B5953}"/>
              </a:ext>
            </a:extLst>
          </p:cNvPr>
          <p:cNvSpPr>
            <a:spLocks noGrp="1"/>
          </p:cNvSpPr>
          <p:nvPr>
            <p:ph type="ftr" sz="quarter" idx="11"/>
          </p:nvPr>
        </p:nvSpPr>
        <p:spPr/>
        <p:txBody>
          <a:bodyPr/>
          <a:lstStyle/>
          <a:p>
            <a:r>
              <a:rPr lang="en-US" dirty="0"/>
              <a:t>Jan 15</a:t>
            </a:r>
          </a:p>
        </p:txBody>
      </p:sp>
      <p:sp>
        <p:nvSpPr>
          <p:cNvPr id="6" name="Slide Number Placeholder 5">
            <a:extLst>
              <a:ext uri="{FF2B5EF4-FFF2-40B4-BE49-F238E27FC236}">
                <a16:creationId xmlns:a16="http://schemas.microsoft.com/office/drawing/2014/main" id="{7D1EBC7A-F5C7-9DBA-625B-2485499060B3}"/>
              </a:ext>
            </a:extLst>
          </p:cNvPr>
          <p:cNvSpPr>
            <a:spLocks noGrp="1"/>
          </p:cNvSpPr>
          <p:nvPr>
            <p:ph type="sldNum" sz="quarter" idx="12"/>
          </p:nvPr>
        </p:nvSpPr>
        <p:spPr/>
        <p:txBody>
          <a:bodyPr/>
          <a:lstStyle/>
          <a:p>
            <a:fld id="{5D474BC6-09C9-4ED8-ADF6-087D6F25D5BC}" type="slidenum">
              <a:rPr lang="en-US" smtClean="0"/>
              <a:t>22</a:t>
            </a:fld>
            <a:endParaRPr lang="en-US"/>
          </a:p>
        </p:txBody>
      </p:sp>
      <p:sp>
        <p:nvSpPr>
          <p:cNvPr id="7" name="TextBox 6">
            <a:extLst>
              <a:ext uri="{FF2B5EF4-FFF2-40B4-BE49-F238E27FC236}">
                <a16:creationId xmlns:a16="http://schemas.microsoft.com/office/drawing/2014/main" id="{ED6FC9B5-1664-D135-FCAB-622FD5E74841}"/>
              </a:ext>
            </a:extLst>
          </p:cNvPr>
          <p:cNvSpPr txBox="1"/>
          <p:nvPr/>
        </p:nvSpPr>
        <p:spPr>
          <a:xfrm>
            <a:off x="838200" y="419100"/>
            <a:ext cx="8543925" cy="369332"/>
          </a:xfrm>
          <a:prstGeom prst="rect">
            <a:avLst/>
          </a:prstGeom>
          <a:noFill/>
        </p:spPr>
        <p:txBody>
          <a:bodyPr wrap="square" rtlCol="0">
            <a:spAutoFit/>
          </a:bodyPr>
          <a:lstStyle/>
          <a:p>
            <a:r>
              <a:rPr lang="en-US" dirty="0"/>
              <a:t>Now trying to match Penny’s results with mine</a:t>
            </a:r>
          </a:p>
        </p:txBody>
      </p:sp>
      <p:pic>
        <p:nvPicPr>
          <p:cNvPr id="9" name="Picture 8">
            <a:extLst>
              <a:ext uri="{FF2B5EF4-FFF2-40B4-BE49-F238E27FC236}">
                <a16:creationId xmlns:a16="http://schemas.microsoft.com/office/drawing/2014/main" id="{037B8692-F791-EF05-C381-FC932E29EED1}"/>
              </a:ext>
            </a:extLst>
          </p:cNvPr>
          <p:cNvPicPr>
            <a:picLocks noChangeAspect="1"/>
          </p:cNvPicPr>
          <p:nvPr/>
        </p:nvPicPr>
        <p:blipFill>
          <a:blip r:embed="rId2"/>
          <a:stretch>
            <a:fillRect/>
          </a:stretch>
        </p:blipFill>
        <p:spPr>
          <a:xfrm>
            <a:off x="1694829" y="1911845"/>
            <a:ext cx="3425063" cy="2574431"/>
          </a:xfrm>
          <a:prstGeom prst="rect">
            <a:avLst/>
          </a:prstGeom>
        </p:spPr>
      </p:pic>
      <p:pic>
        <p:nvPicPr>
          <p:cNvPr id="11" name="Picture 10">
            <a:extLst>
              <a:ext uri="{FF2B5EF4-FFF2-40B4-BE49-F238E27FC236}">
                <a16:creationId xmlns:a16="http://schemas.microsoft.com/office/drawing/2014/main" id="{7D1330A5-797F-2F1B-882E-43E94761D6E4}"/>
              </a:ext>
            </a:extLst>
          </p:cNvPr>
          <p:cNvPicPr>
            <a:picLocks noChangeAspect="1"/>
          </p:cNvPicPr>
          <p:nvPr/>
        </p:nvPicPr>
        <p:blipFill>
          <a:blip r:embed="rId3"/>
          <a:stretch>
            <a:fillRect/>
          </a:stretch>
        </p:blipFill>
        <p:spPr>
          <a:xfrm>
            <a:off x="5938420" y="1736356"/>
            <a:ext cx="3900905" cy="2749920"/>
          </a:xfrm>
          <a:prstGeom prst="rect">
            <a:avLst/>
          </a:prstGeom>
        </p:spPr>
      </p:pic>
      <p:sp>
        <p:nvSpPr>
          <p:cNvPr id="12" name="TextBox 11">
            <a:extLst>
              <a:ext uri="{FF2B5EF4-FFF2-40B4-BE49-F238E27FC236}">
                <a16:creationId xmlns:a16="http://schemas.microsoft.com/office/drawing/2014/main" id="{65D9FA49-774B-C838-87A4-03700DC1D01A}"/>
              </a:ext>
            </a:extLst>
          </p:cNvPr>
          <p:cNvSpPr txBox="1"/>
          <p:nvPr/>
        </p:nvSpPr>
        <p:spPr>
          <a:xfrm>
            <a:off x="6486525" y="4867275"/>
            <a:ext cx="2838450" cy="369332"/>
          </a:xfrm>
          <a:prstGeom prst="rect">
            <a:avLst/>
          </a:prstGeom>
          <a:noFill/>
        </p:spPr>
        <p:txBody>
          <a:bodyPr wrap="square" rtlCol="0">
            <a:spAutoFit/>
          </a:bodyPr>
          <a:lstStyle/>
          <a:p>
            <a:r>
              <a:rPr lang="en-US" dirty="0"/>
              <a:t>At 0.45 ppm with 111 coils</a:t>
            </a:r>
          </a:p>
        </p:txBody>
      </p:sp>
    </p:spTree>
    <p:extLst>
      <p:ext uri="{BB962C8B-B14F-4D97-AF65-F5344CB8AC3E}">
        <p14:creationId xmlns:p14="http://schemas.microsoft.com/office/powerpoint/2010/main" val="2046409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CBD3-E667-73A7-FCAF-93CACAE76E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51E9604-F570-7B8C-1AA3-639FF414BA6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998AE198-86E0-D8D2-71D6-4DEFCC8339F5}"/>
              </a:ext>
            </a:extLst>
          </p:cNvPr>
          <p:cNvSpPr>
            <a:spLocks noGrp="1"/>
          </p:cNvSpPr>
          <p:nvPr>
            <p:ph type="ftr" sz="quarter" idx="11"/>
          </p:nvPr>
        </p:nvSpPr>
        <p:spPr/>
        <p:txBody>
          <a:bodyPr/>
          <a:lstStyle/>
          <a:p>
            <a:r>
              <a:rPr lang="en-US" dirty="0"/>
              <a:t>Jan 15</a:t>
            </a:r>
          </a:p>
        </p:txBody>
      </p:sp>
      <p:sp>
        <p:nvSpPr>
          <p:cNvPr id="6" name="Slide Number Placeholder 5">
            <a:extLst>
              <a:ext uri="{FF2B5EF4-FFF2-40B4-BE49-F238E27FC236}">
                <a16:creationId xmlns:a16="http://schemas.microsoft.com/office/drawing/2014/main" id="{4187F34A-5F75-E0F3-5E9C-D5B5C0EF2563}"/>
              </a:ext>
            </a:extLst>
          </p:cNvPr>
          <p:cNvSpPr>
            <a:spLocks noGrp="1"/>
          </p:cNvSpPr>
          <p:nvPr>
            <p:ph type="sldNum" sz="quarter" idx="12"/>
          </p:nvPr>
        </p:nvSpPr>
        <p:spPr/>
        <p:txBody>
          <a:bodyPr/>
          <a:lstStyle/>
          <a:p>
            <a:fld id="{5D474BC6-09C9-4ED8-ADF6-087D6F25D5BC}" type="slidenum">
              <a:rPr lang="en-US" smtClean="0"/>
              <a:t>23</a:t>
            </a:fld>
            <a:endParaRPr lang="en-US"/>
          </a:p>
        </p:txBody>
      </p:sp>
      <p:sp>
        <p:nvSpPr>
          <p:cNvPr id="7" name="TextBox 6">
            <a:extLst>
              <a:ext uri="{FF2B5EF4-FFF2-40B4-BE49-F238E27FC236}">
                <a16:creationId xmlns:a16="http://schemas.microsoft.com/office/drawing/2014/main" id="{E3347812-259A-A8CB-AD3B-856ABD2F9275}"/>
              </a:ext>
            </a:extLst>
          </p:cNvPr>
          <p:cNvSpPr txBox="1"/>
          <p:nvPr/>
        </p:nvSpPr>
        <p:spPr>
          <a:xfrm>
            <a:off x="838200" y="419100"/>
            <a:ext cx="8543925" cy="369332"/>
          </a:xfrm>
          <a:prstGeom prst="rect">
            <a:avLst/>
          </a:prstGeom>
          <a:noFill/>
        </p:spPr>
        <p:txBody>
          <a:bodyPr wrap="square" rtlCol="0">
            <a:spAutoFit/>
          </a:bodyPr>
          <a:lstStyle/>
          <a:p>
            <a:r>
              <a:rPr lang="en-US" dirty="0"/>
              <a:t>Now trying to match Penny’s results with mine</a:t>
            </a:r>
          </a:p>
        </p:txBody>
      </p:sp>
      <p:pic>
        <p:nvPicPr>
          <p:cNvPr id="9" name="Picture 8">
            <a:extLst>
              <a:ext uri="{FF2B5EF4-FFF2-40B4-BE49-F238E27FC236}">
                <a16:creationId xmlns:a16="http://schemas.microsoft.com/office/drawing/2014/main" id="{130C2DDA-A513-5AC4-E935-38E4530E53FE}"/>
              </a:ext>
            </a:extLst>
          </p:cNvPr>
          <p:cNvPicPr>
            <a:picLocks noChangeAspect="1"/>
          </p:cNvPicPr>
          <p:nvPr/>
        </p:nvPicPr>
        <p:blipFill>
          <a:blip r:embed="rId2"/>
          <a:stretch>
            <a:fillRect/>
          </a:stretch>
        </p:blipFill>
        <p:spPr>
          <a:xfrm>
            <a:off x="1694829" y="1911845"/>
            <a:ext cx="3425063" cy="2574431"/>
          </a:xfrm>
          <a:prstGeom prst="rect">
            <a:avLst/>
          </a:prstGeom>
        </p:spPr>
      </p:pic>
      <p:pic>
        <p:nvPicPr>
          <p:cNvPr id="11" name="Picture 10">
            <a:extLst>
              <a:ext uri="{FF2B5EF4-FFF2-40B4-BE49-F238E27FC236}">
                <a16:creationId xmlns:a16="http://schemas.microsoft.com/office/drawing/2014/main" id="{6BC183CB-9559-B8B8-C83D-EB3ABD6916F2}"/>
              </a:ext>
            </a:extLst>
          </p:cNvPr>
          <p:cNvPicPr>
            <a:picLocks noChangeAspect="1"/>
          </p:cNvPicPr>
          <p:nvPr/>
        </p:nvPicPr>
        <p:blipFill>
          <a:blip r:embed="rId3"/>
          <a:stretch>
            <a:fillRect/>
          </a:stretch>
        </p:blipFill>
        <p:spPr>
          <a:xfrm>
            <a:off x="5938420" y="1736356"/>
            <a:ext cx="3900905" cy="2749920"/>
          </a:xfrm>
          <a:prstGeom prst="rect">
            <a:avLst/>
          </a:prstGeom>
        </p:spPr>
      </p:pic>
      <p:sp>
        <p:nvSpPr>
          <p:cNvPr id="12" name="TextBox 11">
            <a:extLst>
              <a:ext uri="{FF2B5EF4-FFF2-40B4-BE49-F238E27FC236}">
                <a16:creationId xmlns:a16="http://schemas.microsoft.com/office/drawing/2014/main" id="{347BA02F-F484-4D51-4968-4031CA4AFCD7}"/>
              </a:ext>
            </a:extLst>
          </p:cNvPr>
          <p:cNvSpPr txBox="1"/>
          <p:nvPr/>
        </p:nvSpPr>
        <p:spPr>
          <a:xfrm>
            <a:off x="5438775" y="4867315"/>
            <a:ext cx="5619750" cy="646331"/>
          </a:xfrm>
          <a:prstGeom prst="rect">
            <a:avLst/>
          </a:prstGeom>
          <a:noFill/>
        </p:spPr>
        <p:txBody>
          <a:bodyPr wrap="square" rtlCol="0">
            <a:spAutoFit/>
          </a:bodyPr>
          <a:lstStyle/>
          <a:p>
            <a:r>
              <a:rPr lang="en-US" dirty="0"/>
              <a:t>0.45 ppm uniformity with 111 coils at 300 mm from the center</a:t>
            </a:r>
          </a:p>
        </p:txBody>
      </p:sp>
      <p:sp>
        <p:nvSpPr>
          <p:cNvPr id="2" name="TextBox 1">
            <a:extLst>
              <a:ext uri="{FF2B5EF4-FFF2-40B4-BE49-F238E27FC236}">
                <a16:creationId xmlns:a16="http://schemas.microsoft.com/office/drawing/2014/main" id="{8D4B81C3-CD07-C65A-B967-836C7A73493D}"/>
              </a:ext>
            </a:extLst>
          </p:cNvPr>
          <p:cNvSpPr txBox="1"/>
          <p:nvPr/>
        </p:nvSpPr>
        <p:spPr>
          <a:xfrm>
            <a:off x="1457325" y="4953000"/>
            <a:ext cx="3981450" cy="646331"/>
          </a:xfrm>
          <a:prstGeom prst="rect">
            <a:avLst/>
          </a:prstGeom>
          <a:noFill/>
        </p:spPr>
        <p:txBody>
          <a:bodyPr wrap="square" rtlCol="0">
            <a:spAutoFit/>
          </a:bodyPr>
          <a:lstStyle/>
          <a:p>
            <a:r>
              <a:rPr lang="en-US" dirty="0"/>
              <a:t>Likely withing 1 ppm; distance from the center unknown. 101 coils</a:t>
            </a:r>
          </a:p>
        </p:txBody>
      </p:sp>
    </p:spTree>
    <p:extLst>
      <p:ext uri="{BB962C8B-B14F-4D97-AF65-F5344CB8AC3E}">
        <p14:creationId xmlns:p14="http://schemas.microsoft.com/office/powerpoint/2010/main" val="2939182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24305-7036-098E-E2F5-F0A78B04735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8C841FD-5B8D-48D5-3C2A-4C461F6ABC2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3CC37AF-2CA1-C707-A9F6-0672F60AA6C9}"/>
              </a:ext>
            </a:extLst>
          </p:cNvPr>
          <p:cNvSpPr>
            <a:spLocks noGrp="1"/>
          </p:cNvSpPr>
          <p:nvPr>
            <p:ph type="ftr" sz="quarter" idx="11"/>
          </p:nvPr>
        </p:nvSpPr>
        <p:spPr/>
        <p:txBody>
          <a:bodyPr/>
          <a:lstStyle/>
          <a:p>
            <a:r>
              <a:rPr lang="en-US" dirty="0"/>
              <a:t>Jan 15</a:t>
            </a:r>
          </a:p>
        </p:txBody>
      </p:sp>
      <p:sp>
        <p:nvSpPr>
          <p:cNvPr id="6" name="Slide Number Placeholder 5">
            <a:extLst>
              <a:ext uri="{FF2B5EF4-FFF2-40B4-BE49-F238E27FC236}">
                <a16:creationId xmlns:a16="http://schemas.microsoft.com/office/drawing/2014/main" id="{A1833213-FA85-F0AE-8F6F-12DC37BC4BC3}"/>
              </a:ext>
            </a:extLst>
          </p:cNvPr>
          <p:cNvSpPr>
            <a:spLocks noGrp="1"/>
          </p:cNvSpPr>
          <p:nvPr>
            <p:ph type="sldNum" sz="quarter" idx="12"/>
          </p:nvPr>
        </p:nvSpPr>
        <p:spPr/>
        <p:txBody>
          <a:bodyPr/>
          <a:lstStyle/>
          <a:p>
            <a:fld id="{5D474BC6-09C9-4ED8-ADF6-087D6F25D5BC}" type="slidenum">
              <a:rPr lang="en-US" smtClean="0"/>
              <a:t>24</a:t>
            </a:fld>
            <a:endParaRPr lang="en-US"/>
          </a:p>
        </p:txBody>
      </p:sp>
      <p:sp>
        <p:nvSpPr>
          <p:cNvPr id="7" name="TextBox 6">
            <a:extLst>
              <a:ext uri="{FF2B5EF4-FFF2-40B4-BE49-F238E27FC236}">
                <a16:creationId xmlns:a16="http://schemas.microsoft.com/office/drawing/2014/main" id="{F825FFEE-2E55-FCD3-042A-0A6D362A3BD2}"/>
              </a:ext>
            </a:extLst>
          </p:cNvPr>
          <p:cNvSpPr txBox="1"/>
          <p:nvPr/>
        </p:nvSpPr>
        <p:spPr>
          <a:xfrm>
            <a:off x="838200" y="419100"/>
            <a:ext cx="8543925" cy="369332"/>
          </a:xfrm>
          <a:prstGeom prst="rect">
            <a:avLst/>
          </a:prstGeom>
          <a:noFill/>
        </p:spPr>
        <p:txBody>
          <a:bodyPr wrap="square" rtlCol="0">
            <a:spAutoFit/>
          </a:bodyPr>
          <a:lstStyle/>
          <a:p>
            <a:r>
              <a:rPr lang="en-US" dirty="0"/>
              <a:t>Now trying to match Penny’s results with mine</a:t>
            </a:r>
          </a:p>
        </p:txBody>
      </p:sp>
      <p:pic>
        <p:nvPicPr>
          <p:cNvPr id="9" name="Picture 8">
            <a:extLst>
              <a:ext uri="{FF2B5EF4-FFF2-40B4-BE49-F238E27FC236}">
                <a16:creationId xmlns:a16="http://schemas.microsoft.com/office/drawing/2014/main" id="{D9994507-4D52-7EC7-23A6-0B36E707CE4B}"/>
              </a:ext>
            </a:extLst>
          </p:cNvPr>
          <p:cNvPicPr>
            <a:picLocks noChangeAspect="1"/>
          </p:cNvPicPr>
          <p:nvPr/>
        </p:nvPicPr>
        <p:blipFill>
          <a:blip r:embed="rId2"/>
          <a:stretch>
            <a:fillRect/>
          </a:stretch>
        </p:blipFill>
        <p:spPr>
          <a:xfrm>
            <a:off x="1199529" y="1610617"/>
            <a:ext cx="4077257" cy="3064649"/>
          </a:xfrm>
          <a:prstGeom prst="rect">
            <a:avLst/>
          </a:prstGeom>
        </p:spPr>
      </p:pic>
      <p:sp>
        <p:nvSpPr>
          <p:cNvPr id="12" name="TextBox 11">
            <a:extLst>
              <a:ext uri="{FF2B5EF4-FFF2-40B4-BE49-F238E27FC236}">
                <a16:creationId xmlns:a16="http://schemas.microsoft.com/office/drawing/2014/main" id="{B58C5D26-6ACA-6D28-FEF1-D82A6D176A62}"/>
              </a:ext>
            </a:extLst>
          </p:cNvPr>
          <p:cNvSpPr txBox="1"/>
          <p:nvPr/>
        </p:nvSpPr>
        <p:spPr>
          <a:xfrm>
            <a:off x="5438775" y="4867315"/>
            <a:ext cx="5619750" cy="646331"/>
          </a:xfrm>
          <a:prstGeom prst="rect">
            <a:avLst/>
          </a:prstGeom>
          <a:noFill/>
        </p:spPr>
        <p:txBody>
          <a:bodyPr wrap="square" rtlCol="0">
            <a:spAutoFit/>
          </a:bodyPr>
          <a:lstStyle/>
          <a:p>
            <a:r>
              <a:rPr lang="en-US" dirty="0"/>
              <a:t>0.47 ppm uniformity with 101 coils at 300 mm from the center, and 3 m region of uniformity</a:t>
            </a:r>
          </a:p>
        </p:txBody>
      </p:sp>
      <p:sp>
        <p:nvSpPr>
          <p:cNvPr id="2" name="TextBox 1">
            <a:extLst>
              <a:ext uri="{FF2B5EF4-FFF2-40B4-BE49-F238E27FC236}">
                <a16:creationId xmlns:a16="http://schemas.microsoft.com/office/drawing/2014/main" id="{B9F324CA-441B-1274-EC95-51F90A2FCF5D}"/>
              </a:ext>
            </a:extLst>
          </p:cNvPr>
          <p:cNvSpPr txBox="1"/>
          <p:nvPr/>
        </p:nvSpPr>
        <p:spPr>
          <a:xfrm>
            <a:off x="1457325" y="4924217"/>
            <a:ext cx="3981450" cy="923330"/>
          </a:xfrm>
          <a:prstGeom prst="rect">
            <a:avLst/>
          </a:prstGeom>
          <a:noFill/>
        </p:spPr>
        <p:txBody>
          <a:bodyPr wrap="square" rtlCol="0">
            <a:spAutoFit/>
          </a:bodyPr>
          <a:lstStyle/>
          <a:p>
            <a:r>
              <a:rPr lang="en-US" dirty="0"/>
              <a:t>Likely withing 1 ppm; distance from the center unknown. 101 coils, and 3 m region of uniformity</a:t>
            </a:r>
          </a:p>
        </p:txBody>
      </p:sp>
      <p:pic>
        <p:nvPicPr>
          <p:cNvPr id="8" name="Picture 7">
            <a:extLst>
              <a:ext uri="{FF2B5EF4-FFF2-40B4-BE49-F238E27FC236}">
                <a16:creationId xmlns:a16="http://schemas.microsoft.com/office/drawing/2014/main" id="{44BC13E0-B4AD-FE3F-C904-794BAD719C42}"/>
              </a:ext>
            </a:extLst>
          </p:cNvPr>
          <p:cNvPicPr>
            <a:picLocks noChangeAspect="1"/>
          </p:cNvPicPr>
          <p:nvPr/>
        </p:nvPicPr>
        <p:blipFill>
          <a:blip r:embed="rId3"/>
          <a:stretch>
            <a:fillRect/>
          </a:stretch>
        </p:blipFill>
        <p:spPr>
          <a:xfrm>
            <a:off x="5805077" y="1610617"/>
            <a:ext cx="4365565" cy="3176886"/>
          </a:xfrm>
          <a:prstGeom prst="rect">
            <a:avLst/>
          </a:prstGeom>
        </p:spPr>
      </p:pic>
    </p:spTree>
    <p:extLst>
      <p:ext uri="{BB962C8B-B14F-4D97-AF65-F5344CB8AC3E}">
        <p14:creationId xmlns:p14="http://schemas.microsoft.com/office/powerpoint/2010/main" val="3016155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A9C16-ECFA-772F-C997-8EADC2F4202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2EB660D-98A8-966B-5A7D-2CF97372108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7A4B10B-CD17-302A-528D-A6FDB74E7791}"/>
              </a:ext>
            </a:extLst>
          </p:cNvPr>
          <p:cNvSpPr>
            <a:spLocks noGrp="1"/>
          </p:cNvSpPr>
          <p:nvPr>
            <p:ph type="ftr" sz="quarter" idx="11"/>
          </p:nvPr>
        </p:nvSpPr>
        <p:spPr/>
        <p:txBody>
          <a:bodyPr/>
          <a:lstStyle/>
          <a:p>
            <a:r>
              <a:rPr lang="en-US" dirty="0"/>
              <a:t>Jan 15</a:t>
            </a:r>
          </a:p>
        </p:txBody>
      </p:sp>
      <p:sp>
        <p:nvSpPr>
          <p:cNvPr id="6" name="Slide Number Placeholder 5">
            <a:extLst>
              <a:ext uri="{FF2B5EF4-FFF2-40B4-BE49-F238E27FC236}">
                <a16:creationId xmlns:a16="http://schemas.microsoft.com/office/drawing/2014/main" id="{DA64A0CE-82B3-B9AE-C88A-EE6F53AA3EEA}"/>
              </a:ext>
            </a:extLst>
          </p:cNvPr>
          <p:cNvSpPr>
            <a:spLocks noGrp="1"/>
          </p:cNvSpPr>
          <p:nvPr>
            <p:ph type="sldNum" sz="quarter" idx="12"/>
          </p:nvPr>
        </p:nvSpPr>
        <p:spPr/>
        <p:txBody>
          <a:bodyPr/>
          <a:lstStyle/>
          <a:p>
            <a:fld id="{5D474BC6-09C9-4ED8-ADF6-087D6F25D5BC}" type="slidenum">
              <a:rPr lang="en-US" smtClean="0"/>
              <a:t>25</a:t>
            </a:fld>
            <a:endParaRPr lang="en-US"/>
          </a:p>
        </p:txBody>
      </p:sp>
      <p:sp>
        <p:nvSpPr>
          <p:cNvPr id="7" name="TextBox 6">
            <a:extLst>
              <a:ext uri="{FF2B5EF4-FFF2-40B4-BE49-F238E27FC236}">
                <a16:creationId xmlns:a16="http://schemas.microsoft.com/office/drawing/2014/main" id="{DF3605B4-D143-BE7F-038B-CF05329B9E6C}"/>
              </a:ext>
            </a:extLst>
          </p:cNvPr>
          <p:cNvSpPr txBox="1"/>
          <p:nvPr/>
        </p:nvSpPr>
        <p:spPr>
          <a:xfrm>
            <a:off x="838200" y="419100"/>
            <a:ext cx="8543925" cy="369332"/>
          </a:xfrm>
          <a:prstGeom prst="rect">
            <a:avLst/>
          </a:prstGeom>
          <a:noFill/>
        </p:spPr>
        <p:txBody>
          <a:bodyPr wrap="square" rtlCol="0">
            <a:spAutoFit/>
          </a:bodyPr>
          <a:lstStyle/>
          <a:p>
            <a:r>
              <a:rPr lang="en-US" dirty="0"/>
              <a:t>Now comparing both the codes with pre-CDR</a:t>
            </a:r>
          </a:p>
        </p:txBody>
      </p:sp>
      <p:sp>
        <p:nvSpPr>
          <p:cNvPr id="12" name="TextBox 11">
            <a:extLst>
              <a:ext uri="{FF2B5EF4-FFF2-40B4-BE49-F238E27FC236}">
                <a16:creationId xmlns:a16="http://schemas.microsoft.com/office/drawing/2014/main" id="{5A605CA5-7160-8472-3FB6-3F6CB22321CF}"/>
              </a:ext>
            </a:extLst>
          </p:cNvPr>
          <p:cNvSpPr txBox="1"/>
          <p:nvPr/>
        </p:nvSpPr>
        <p:spPr>
          <a:xfrm>
            <a:off x="4676777" y="5710019"/>
            <a:ext cx="5619750" cy="646331"/>
          </a:xfrm>
          <a:prstGeom prst="rect">
            <a:avLst/>
          </a:prstGeom>
          <a:noFill/>
        </p:spPr>
        <p:txBody>
          <a:bodyPr wrap="square" rtlCol="0">
            <a:spAutoFit/>
          </a:bodyPr>
          <a:lstStyle/>
          <a:p>
            <a:r>
              <a:rPr lang="en-US" dirty="0"/>
              <a:t>~0.47 ppm uniformity with 101 coils at 300 mm from the center. 111 coils</a:t>
            </a:r>
          </a:p>
        </p:txBody>
      </p:sp>
      <p:sp>
        <p:nvSpPr>
          <p:cNvPr id="2" name="TextBox 1">
            <a:extLst>
              <a:ext uri="{FF2B5EF4-FFF2-40B4-BE49-F238E27FC236}">
                <a16:creationId xmlns:a16="http://schemas.microsoft.com/office/drawing/2014/main" id="{0CBC50AA-AFCF-96BE-9D80-CE54A07279E6}"/>
              </a:ext>
            </a:extLst>
          </p:cNvPr>
          <p:cNvSpPr txBox="1"/>
          <p:nvPr/>
        </p:nvSpPr>
        <p:spPr>
          <a:xfrm>
            <a:off x="621288" y="3594824"/>
            <a:ext cx="5122285" cy="276999"/>
          </a:xfrm>
          <a:prstGeom prst="rect">
            <a:avLst/>
          </a:prstGeom>
          <a:noFill/>
        </p:spPr>
        <p:txBody>
          <a:bodyPr wrap="square" rtlCol="0">
            <a:spAutoFit/>
          </a:bodyPr>
          <a:lstStyle/>
          <a:p>
            <a:r>
              <a:rPr lang="en-US" sz="1200" dirty="0"/>
              <a:t>Penny: Likely withing 1 ppm; distance from the center unknown. 111 coils</a:t>
            </a:r>
          </a:p>
        </p:txBody>
      </p:sp>
      <p:pic>
        <p:nvPicPr>
          <p:cNvPr id="10" name="Picture 9">
            <a:extLst>
              <a:ext uri="{FF2B5EF4-FFF2-40B4-BE49-F238E27FC236}">
                <a16:creationId xmlns:a16="http://schemas.microsoft.com/office/drawing/2014/main" id="{303AF447-15A6-2137-51C4-122CD0043092}"/>
              </a:ext>
            </a:extLst>
          </p:cNvPr>
          <p:cNvPicPr>
            <a:picLocks noChangeAspect="1"/>
          </p:cNvPicPr>
          <p:nvPr/>
        </p:nvPicPr>
        <p:blipFill>
          <a:blip r:embed="rId2"/>
          <a:stretch>
            <a:fillRect/>
          </a:stretch>
        </p:blipFill>
        <p:spPr>
          <a:xfrm>
            <a:off x="954664" y="810349"/>
            <a:ext cx="3898246" cy="2762042"/>
          </a:xfrm>
          <a:prstGeom prst="rect">
            <a:avLst/>
          </a:prstGeom>
        </p:spPr>
      </p:pic>
      <p:pic>
        <p:nvPicPr>
          <p:cNvPr id="13" name="Picture 12">
            <a:extLst>
              <a:ext uri="{FF2B5EF4-FFF2-40B4-BE49-F238E27FC236}">
                <a16:creationId xmlns:a16="http://schemas.microsoft.com/office/drawing/2014/main" id="{BB16F936-B6E3-89CC-47C0-CD14915ECACC}"/>
              </a:ext>
            </a:extLst>
          </p:cNvPr>
          <p:cNvPicPr>
            <a:picLocks noChangeAspect="1"/>
          </p:cNvPicPr>
          <p:nvPr/>
        </p:nvPicPr>
        <p:blipFill>
          <a:blip r:embed="rId3"/>
          <a:stretch>
            <a:fillRect/>
          </a:stretch>
        </p:blipFill>
        <p:spPr>
          <a:xfrm>
            <a:off x="838200" y="3990976"/>
            <a:ext cx="3867150" cy="2687239"/>
          </a:xfrm>
          <a:prstGeom prst="rect">
            <a:avLst/>
          </a:prstGeom>
        </p:spPr>
      </p:pic>
      <p:pic>
        <p:nvPicPr>
          <p:cNvPr id="15" name="Picture 14">
            <a:extLst>
              <a:ext uri="{FF2B5EF4-FFF2-40B4-BE49-F238E27FC236}">
                <a16:creationId xmlns:a16="http://schemas.microsoft.com/office/drawing/2014/main" id="{D090E9EF-472E-5509-172B-752874F04455}"/>
              </a:ext>
            </a:extLst>
          </p:cNvPr>
          <p:cNvPicPr>
            <a:picLocks noChangeAspect="1"/>
          </p:cNvPicPr>
          <p:nvPr/>
        </p:nvPicPr>
        <p:blipFill>
          <a:blip r:embed="rId4"/>
          <a:stretch>
            <a:fillRect/>
          </a:stretch>
        </p:blipFill>
        <p:spPr>
          <a:xfrm>
            <a:off x="5628900" y="1428800"/>
            <a:ext cx="5372850" cy="3905795"/>
          </a:xfrm>
          <a:prstGeom prst="rect">
            <a:avLst/>
          </a:prstGeom>
        </p:spPr>
      </p:pic>
      <p:sp>
        <p:nvSpPr>
          <p:cNvPr id="16" name="TextBox 15">
            <a:extLst>
              <a:ext uri="{FF2B5EF4-FFF2-40B4-BE49-F238E27FC236}">
                <a16:creationId xmlns:a16="http://schemas.microsoft.com/office/drawing/2014/main" id="{2BE4AE9C-0B4E-9B72-AD4D-6E222832BA16}"/>
              </a:ext>
            </a:extLst>
          </p:cNvPr>
          <p:cNvSpPr txBox="1"/>
          <p:nvPr/>
        </p:nvSpPr>
        <p:spPr>
          <a:xfrm>
            <a:off x="7600950" y="695325"/>
            <a:ext cx="2695577" cy="369332"/>
          </a:xfrm>
          <a:prstGeom prst="rect">
            <a:avLst/>
          </a:prstGeom>
          <a:noFill/>
        </p:spPr>
        <p:txBody>
          <a:bodyPr wrap="square" rtlCol="0">
            <a:spAutoFit/>
          </a:bodyPr>
          <a:lstStyle/>
          <a:p>
            <a:r>
              <a:rPr lang="en-US" b="1" dirty="0" err="1"/>
              <a:t>preCDR</a:t>
            </a:r>
            <a:endParaRPr lang="en-US" b="1" dirty="0"/>
          </a:p>
        </p:txBody>
      </p:sp>
    </p:spTree>
    <p:extLst>
      <p:ext uri="{BB962C8B-B14F-4D97-AF65-F5344CB8AC3E}">
        <p14:creationId xmlns:p14="http://schemas.microsoft.com/office/powerpoint/2010/main" val="4191455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5183D41-6397-BF23-8541-306FF676BA5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ACB0298-8864-F5FE-86BD-19723D63F5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0F4DC-ABAF-0A2E-5244-058A8D8F0D37}"/>
              </a:ext>
            </a:extLst>
          </p:cNvPr>
          <p:cNvSpPr>
            <a:spLocks noGrp="1"/>
          </p:cNvSpPr>
          <p:nvPr>
            <p:ph type="sldNum" sz="quarter" idx="12"/>
          </p:nvPr>
        </p:nvSpPr>
        <p:spPr/>
        <p:txBody>
          <a:bodyPr/>
          <a:lstStyle/>
          <a:p>
            <a:fld id="{5D474BC6-09C9-4ED8-ADF6-087D6F25D5BC}" type="slidenum">
              <a:rPr lang="en-US" smtClean="0"/>
              <a:t>26</a:t>
            </a:fld>
            <a:endParaRPr lang="en-US"/>
          </a:p>
        </p:txBody>
      </p:sp>
      <p:sp>
        <p:nvSpPr>
          <p:cNvPr id="7" name="TextBox 6">
            <a:extLst>
              <a:ext uri="{FF2B5EF4-FFF2-40B4-BE49-F238E27FC236}">
                <a16:creationId xmlns:a16="http://schemas.microsoft.com/office/drawing/2014/main" id="{B677E411-F72D-4C70-F65B-ADC48242141D}"/>
              </a:ext>
            </a:extLst>
          </p:cNvPr>
          <p:cNvSpPr txBox="1"/>
          <p:nvPr/>
        </p:nvSpPr>
        <p:spPr>
          <a:xfrm>
            <a:off x="2566416" y="2624328"/>
            <a:ext cx="7415784" cy="923330"/>
          </a:xfrm>
          <a:prstGeom prst="rect">
            <a:avLst/>
          </a:prstGeom>
          <a:noFill/>
        </p:spPr>
        <p:txBody>
          <a:bodyPr wrap="square" rtlCol="0">
            <a:spAutoFit/>
          </a:bodyPr>
          <a:lstStyle/>
          <a:p>
            <a:pPr algn="ctr"/>
            <a:r>
              <a:rPr lang="en-US" dirty="0"/>
              <a:t>Mubi Khan</a:t>
            </a:r>
          </a:p>
          <a:p>
            <a:pPr algn="ctr"/>
            <a:endParaRPr lang="en-US" dirty="0"/>
          </a:p>
          <a:p>
            <a:pPr algn="ctr"/>
            <a:r>
              <a:rPr lang="en-US" dirty="0"/>
              <a:t>University of Kentucky</a:t>
            </a:r>
          </a:p>
        </p:txBody>
      </p:sp>
    </p:spTree>
    <p:extLst>
      <p:ext uri="{BB962C8B-B14F-4D97-AF65-F5344CB8AC3E}">
        <p14:creationId xmlns:p14="http://schemas.microsoft.com/office/powerpoint/2010/main" val="2809726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3BFE171-6358-4BF6-E69D-5A22BFF62EA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D11A76F-73F4-E3F6-B370-76D63AD0822E}"/>
              </a:ext>
            </a:extLst>
          </p:cNvPr>
          <p:cNvSpPr>
            <a:spLocks noGrp="1"/>
          </p:cNvSpPr>
          <p:nvPr>
            <p:ph type="ftr" sz="quarter" idx="11"/>
          </p:nvPr>
        </p:nvSpPr>
        <p:spPr/>
        <p:txBody>
          <a:bodyPr/>
          <a:lstStyle/>
          <a:p>
            <a:r>
              <a:rPr lang="en-US" dirty="0"/>
              <a:t>Jan 2 1</a:t>
            </a:r>
          </a:p>
        </p:txBody>
      </p:sp>
      <p:sp>
        <p:nvSpPr>
          <p:cNvPr id="6" name="Slide Number Placeholder 5">
            <a:extLst>
              <a:ext uri="{FF2B5EF4-FFF2-40B4-BE49-F238E27FC236}">
                <a16:creationId xmlns:a16="http://schemas.microsoft.com/office/drawing/2014/main" id="{04EEF6EF-8332-6AB2-0808-EEF5D06918F8}"/>
              </a:ext>
            </a:extLst>
          </p:cNvPr>
          <p:cNvSpPr>
            <a:spLocks noGrp="1"/>
          </p:cNvSpPr>
          <p:nvPr>
            <p:ph type="sldNum" sz="quarter" idx="12"/>
          </p:nvPr>
        </p:nvSpPr>
        <p:spPr/>
        <p:txBody>
          <a:bodyPr/>
          <a:lstStyle/>
          <a:p>
            <a:fld id="{5D474BC6-09C9-4ED8-ADF6-087D6F25D5BC}" type="slidenum">
              <a:rPr lang="en-US" smtClean="0"/>
              <a:t>27</a:t>
            </a:fld>
            <a:endParaRPr lang="en-US"/>
          </a:p>
        </p:txBody>
      </p:sp>
      <p:pic>
        <p:nvPicPr>
          <p:cNvPr id="8" name="Picture 7">
            <a:extLst>
              <a:ext uri="{FF2B5EF4-FFF2-40B4-BE49-F238E27FC236}">
                <a16:creationId xmlns:a16="http://schemas.microsoft.com/office/drawing/2014/main" id="{E5782C94-C6A7-3D42-F0EF-4738751307C1}"/>
              </a:ext>
            </a:extLst>
          </p:cNvPr>
          <p:cNvPicPr>
            <a:picLocks noChangeAspect="1"/>
          </p:cNvPicPr>
          <p:nvPr/>
        </p:nvPicPr>
        <p:blipFill>
          <a:blip r:embed="rId2"/>
          <a:srcRect r="54879"/>
          <a:stretch>
            <a:fillRect/>
          </a:stretch>
        </p:blipFill>
        <p:spPr>
          <a:xfrm>
            <a:off x="6332655" y="551514"/>
            <a:ext cx="3203339" cy="5604405"/>
          </a:xfrm>
          <a:prstGeom prst="rect">
            <a:avLst/>
          </a:prstGeom>
        </p:spPr>
      </p:pic>
      <p:sp>
        <p:nvSpPr>
          <p:cNvPr id="2" name="TextBox 1">
            <a:extLst>
              <a:ext uri="{FF2B5EF4-FFF2-40B4-BE49-F238E27FC236}">
                <a16:creationId xmlns:a16="http://schemas.microsoft.com/office/drawing/2014/main" id="{9724C8B6-1FE8-44E7-78F6-309FFB462298}"/>
              </a:ext>
            </a:extLst>
          </p:cNvPr>
          <p:cNvSpPr txBox="1"/>
          <p:nvPr/>
        </p:nvSpPr>
        <p:spPr>
          <a:xfrm>
            <a:off x="987552" y="2476554"/>
            <a:ext cx="4114800" cy="1754326"/>
          </a:xfrm>
          <a:prstGeom prst="rect">
            <a:avLst/>
          </a:prstGeom>
          <a:noFill/>
        </p:spPr>
        <p:txBody>
          <a:bodyPr wrap="square" rtlCol="0">
            <a:spAutoFit/>
          </a:bodyPr>
          <a:lstStyle/>
          <a:p>
            <a:r>
              <a:rPr lang="en-US" dirty="0"/>
              <a:t>Constraints to be fulfilled in the cylindrical volume of radius 330 cm and length 3.5 meters</a:t>
            </a:r>
          </a:p>
          <a:p>
            <a:endParaRPr lang="en-US" dirty="0"/>
          </a:p>
          <a:p>
            <a:r>
              <a:rPr lang="en-US" dirty="0"/>
              <a:t>Constraint: uniformity &lt;1e-6 in the volume</a:t>
            </a:r>
          </a:p>
        </p:txBody>
      </p:sp>
    </p:spTree>
    <p:extLst>
      <p:ext uri="{BB962C8B-B14F-4D97-AF65-F5344CB8AC3E}">
        <p14:creationId xmlns:p14="http://schemas.microsoft.com/office/powerpoint/2010/main" val="2442780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B72C44-840C-0352-D36E-01FCA36BE97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3506B783-2BDF-BA50-F8AD-12B64E6D3DAE}"/>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6D12C9A3-09B6-8FED-B071-EAEE17284582}"/>
              </a:ext>
            </a:extLst>
          </p:cNvPr>
          <p:cNvSpPr>
            <a:spLocks noGrp="1"/>
          </p:cNvSpPr>
          <p:nvPr>
            <p:ph type="sldNum" sz="quarter" idx="12"/>
          </p:nvPr>
        </p:nvSpPr>
        <p:spPr/>
        <p:txBody>
          <a:bodyPr/>
          <a:lstStyle/>
          <a:p>
            <a:fld id="{5D474BC6-09C9-4ED8-ADF6-087D6F25D5BC}" type="slidenum">
              <a:rPr lang="en-US" smtClean="0"/>
              <a:t>28</a:t>
            </a:fld>
            <a:endParaRPr lang="en-US"/>
          </a:p>
        </p:txBody>
      </p:sp>
      <p:sp>
        <p:nvSpPr>
          <p:cNvPr id="7" name="TextBox 6">
            <a:extLst>
              <a:ext uri="{FF2B5EF4-FFF2-40B4-BE49-F238E27FC236}">
                <a16:creationId xmlns:a16="http://schemas.microsoft.com/office/drawing/2014/main" id="{D05BF9F9-2FB5-37BF-C3B3-B6198107517B}"/>
              </a:ext>
            </a:extLst>
          </p:cNvPr>
          <p:cNvSpPr txBox="1"/>
          <p:nvPr/>
        </p:nvSpPr>
        <p:spPr>
          <a:xfrm>
            <a:off x="621792" y="493776"/>
            <a:ext cx="9509760" cy="369332"/>
          </a:xfrm>
          <a:prstGeom prst="rect">
            <a:avLst/>
          </a:prstGeom>
          <a:noFill/>
        </p:spPr>
        <p:txBody>
          <a:bodyPr wrap="square" rtlCol="0">
            <a:spAutoFit/>
          </a:bodyPr>
          <a:lstStyle/>
          <a:p>
            <a:r>
              <a:rPr lang="en-US"/>
              <a:t>100 coils with 50 mm spacing: weight profile and singular values wrt mode index</a:t>
            </a:r>
            <a:endParaRPr lang="en-US" dirty="0"/>
          </a:p>
        </p:txBody>
      </p:sp>
      <p:pic>
        <p:nvPicPr>
          <p:cNvPr id="9" name="Picture 8">
            <a:extLst>
              <a:ext uri="{FF2B5EF4-FFF2-40B4-BE49-F238E27FC236}">
                <a16:creationId xmlns:a16="http://schemas.microsoft.com/office/drawing/2014/main" id="{5B6E13A8-7948-9498-9FDD-A02F2B41020D}"/>
              </a:ext>
            </a:extLst>
          </p:cNvPr>
          <p:cNvPicPr>
            <a:picLocks noChangeAspect="1"/>
          </p:cNvPicPr>
          <p:nvPr/>
        </p:nvPicPr>
        <p:blipFill>
          <a:blip r:embed="rId2"/>
          <a:stretch>
            <a:fillRect/>
          </a:stretch>
        </p:blipFill>
        <p:spPr>
          <a:xfrm>
            <a:off x="621792" y="1516539"/>
            <a:ext cx="5634866" cy="4186379"/>
          </a:xfrm>
          <a:prstGeom prst="rect">
            <a:avLst/>
          </a:prstGeom>
        </p:spPr>
      </p:pic>
      <p:pic>
        <p:nvPicPr>
          <p:cNvPr id="12" name="Picture 11">
            <a:extLst>
              <a:ext uri="{FF2B5EF4-FFF2-40B4-BE49-F238E27FC236}">
                <a16:creationId xmlns:a16="http://schemas.microsoft.com/office/drawing/2014/main" id="{07031F9A-AD53-8B8F-CAAA-58C6E43F5A4C}"/>
              </a:ext>
            </a:extLst>
          </p:cNvPr>
          <p:cNvPicPr>
            <a:picLocks noChangeAspect="1"/>
          </p:cNvPicPr>
          <p:nvPr/>
        </p:nvPicPr>
        <p:blipFill>
          <a:blip r:embed="rId3">
            <a:alphaModFix/>
          </a:blip>
          <a:stretch>
            <a:fillRect/>
          </a:stretch>
        </p:blipFill>
        <p:spPr>
          <a:xfrm>
            <a:off x="5928533" y="1754550"/>
            <a:ext cx="5964735" cy="3948368"/>
          </a:xfrm>
          <a:prstGeom prst="rect">
            <a:avLst/>
          </a:prstGeom>
        </p:spPr>
      </p:pic>
    </p:spTree>
    <p:extLst>
      <p:ext uri="{BB962C8B-B14F-4D97-AF65-F5344CB8AC3E}">
        <p14:creationId xmlns:p14="http://schemas.microsoft.com/office/powerpoint/2010/main" val="3326577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51F5-CAA5-1669-F985-0A9C5E005EF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9885B7E-B6CA-AC20-8FCD-0DF94B82CD5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6CDAB7A-09E2-0A69-89C2-CF4DCE524676}"/>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8D23C18B-1956-467F-1527-0CA8F492458E}"/>
              </a:ext>
            </a:extLst>
          </p:cNvPr>
          <p:cNvSpPr>
            <a:spLocks noGrp="1"/>
          </p:cNvSpPr>
          <p:nvPr>
            <p:ph type="sldNum" sz="quarter" idx="12"/>
          </p:nvPr>
        </p:nvSpPr>
        <p:spPr/>
        <p:txBody>
          <a:bodyPr/>
          <a:lstStyle/>
          <a:p>
            <a:fld id="{5D474BC6-09C9-4ED8-ADF6-087D6F25D5BC}" type="slidenum">
              <a:rPr lang="en-US" smtClean="0"/>
              <a:t>29</a:t>
            </a:fld>
            <a:endParaRPr lang="en-US"/>
          </a:p>
        </p:txBody>
      </p:sp>
      <p:sp>
        <p:nvSpPr>
          <p:cNvPr id="7" name="TextBox 6">
            <a:extLst>
              <a:ext uri="{FF2B5EF4-FFF2-40B4-BE49-F238E27FC236}">
                <a16:creationId xmlns:a16="http://schemas.microsoft.com/office/drawing/2014/main" id="{EA66422E-A829-39BA-DCE0-2E077CEDCBBD}"/>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max current with respect to lambda value</a:t>
            </a:r>
          </a:p>
        </p:txBody>
      </p:sp>
      <p:pic>
        <p:nvPicPr>
          <p:cNvPr id="3" name="Picture 2">
            <a:extLst>
              <a:ext uri="{FF2B5EF4-FFF2-40B4-BE49-F238E27FC236}">
                <a16:creationId xmlns:a16="http://schemas.microsoft.com/office/drawing/2014/main" id="{433F1692-88B0-0CFF-C201-E1BD15756FBC}"/>
              </a:ext>
            </a:extLst>
          </p:cNvPr>
          <p:cNvPicPr>
            <a:picLocks noChangeAspect="1"/>
          </p:cNvPicPr>
          <p:nvPr/>
        </p:nvPicPr>
        <p:blipFill>
          <a:blip r:embed="rId2"/>
          <a:stretch>
            <a:fillRect/>
          </a:stretch>
        </p:blipFill>
        <p:spPr>
          <a:xfrm>
            <a:off x="3018858" y="1460116"/>
            <a:ext cx="6154283" cy="3937767"/>
          </a:xfrm>
          <a:prstGeom prst="rect">
            <a:avLst/>
          </a:prstGeom>
        </p:spPr>
      </p:pic>
    </p:spTree>
    <p:extLst>
      <p:ext uri="{BB962C8B-B14F-4D97-AF65-F5344CB8AC3E}">
        <p14:creationId xmlns:p14="http://schemas.microsoft.com/office/powerpoint/2010/main" val="171755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5CE56-9B16-1F80-48A3-39408F290E7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D8C01AD-0491-561C-9CBB-2EC4A61F78A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9C4CEE0-3BE4-BB2D-9934-99D9F7A03C92}"/>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08F7961D-1DCB-DAD6-7C69-3D98D0823663}"/>
              </a:ext>
            </a:extLst>
          </p:cNvPr>
          <p:cNvSpPr>
            <a:spLocks noGrp="1"/>
          </p:cNvSpPr>
          <p:nvPr>
            <p:ph type="sldNum" sz="quarter" idx="12"/>
          </p:nvPr>
        </p:nvSpPr>
        <p:spPr/>
        <p:txBody>
          <a:bodyPr/>
          <a:lstStyle/>
          <a:p>
            <a:fld id="{5D474BC6-09C9-4ED8-ADF6-087D6F25D5BC}" type="slidenum">
              <a:rPr lang="en-US" smtClean="0"/>
              <a:t>30</a:t>
            </a:fld>
            <a:endParaRPr lang="en-US"/>
          </a:p>
        </p:txBody>
      </p:sp>
      <p:sp>
        <p:nvSpPr>
          <p:cNvPr id="7" name="TextBox 6">
            <a:extLst>
              <a:ext uri="{FF2B5EF4-FFF2-40B4-BE49-F238E27FC236}">
                <a16:creationId xmlns:a16="http://schemas.microsoft.com/office/drawing/2014/main" id="{215C16D4-FDC9-FF01-72D8-623E96FAE915}"/>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35.64 ppm at the edge of the “uniformity volume”</a:t>
            </a:r>
          </a:p>
        </p:txBody>
      </p:sp>
      <p:sp>
        <p:nvSpPr>
          <p:cNvPr id="13" name="TextBox 12">
            <a:extLst>
              <a:ext uri="{FF2B5EF4-FFF2-40B4-BE49-F238E27FC236}">
                <a16:creationId xmlns:a16="http://schemas.microsoft.com/office/drawing/2014/main" id="{6DEE5E30-A452-D26D-D5D7-730346C0190D}"/>
              </a:ext>
            </a:extLst>
          </p:cNvPr>
          <p:cNvSpPr txBox="1"/>
          <p:nvPr/>
        </p:nvSpPr>
        <p:spPr>
          <a:xfrm>
            <a:off x="1924050" y="5524500"/>
            <a:ext cx="2495550" cy="369332"/>
          </a:xfrm>
          <a:prstGeom prst="rect">
            <a:avLst/>
          </a:prstGeom>
          <a:noFill/>
        </p:spPr>
        <p:txBody>
          <a:bodyPr wrap="square" rtlCol="0">
            <a:spAutoFit/>
          </a:bodyPr>
          <a:lstStyle/>
          <a:p>
            <a:r>
              <a:rPr lang="en-US" dirty="0"/>
              <a:t>For lambda = 1.61e-6</a:t>
            </a:r>
          </a:p>
        </p:txBody>
      </p:sp>
      <p:pic>
        <p:nvPicPr>
          <p:cNvPr id="3" name="Picture 2">
            <a:extLst>
              <a:ext uri="{FF2B5EF4-FFF2-40B4-BE49-F238E27FC236}">
                <a16:creationId xmlns:a16="http://schemas.microsoft.com/office/drawing/2014/main" id="{7568E2DB-792C-F471-6063-CDDD894084EF}"/>
              </a:ext>
            </a:extLst>
          </p:cNvPr>
          <p:cNvPicPr>
            <a:picLocks noChangeAspect="1"/>
          </p:cNvPicPr>
          <p:nvPr/>
        </p:nvPicPr>
        <p:blipFill>
          <a:blip r:embed="rId2"/>
          <a:srcRect l="5211" t="-1120" r="-5211" b="1120"/>
          <a:stretch>
            <a:fillRect/>
          </a:stretch>
        </p:blipFill>
        <p:spPr>
          <a:xfrm>
            <a:off x="92302" y="1303079"/>
            <a:ext cx="6159046" cy="4251841"/>
          </a:xfrm>
          <a:prstGeom prst="rect">
            <a:avLst/>
          </a:prstGeom>
        </p:spPr>
      </p:pic>
      <p:pic>
        <p:nvPicPr>
          <p:cNvPr id="9" name="Picture 8">
            <a:extLst>
              <a:ext uri="{FF2B5EF4-FFF2-40B4-BE49-F238E27FC236}">
                <a16:creationId xmlns:a16="http://schemas.microsoft.com/office/drawing/2014/main" id="{C09EC8A6-73A9-99F3-E011-731CD59A7B1A}"/>
              </a:ext>
            </a:extLst>
          </p:cNvPr>
          <p:cNvPicPr>
            <a:picLocks noChangeAspect="1"/>
          </p:cNvPicPr>
          <p:nvPr/>
        </p:nvPicPr>
        <p:blipFill>
          <a:blip r:embed="rId3"/>
          <a:srcRect l="3159"/>
          <a:stretch>
            <a:fillRect/>
          </a:stretch>
        </p:blipFill>
        <p:spPr>
          <a:xfrm>
            <a:off x="5731102" y="1018362"/>
            <a:ext cx="6159046" cy="4821274"/>
          </a:xfrm>
          <a:prstGeom prst="rect">
            <a:avLst/>
          </a:prstGeom>
        </p:spPr>
      </p:pic>
      <p:sp>
        <p:nvSpPr>
          <p:cNvPr id="11" name="TextBox 10">
            <a:extLst>
              <a:ext uri="{FF2B5EF4-FFF2-40B4-BE49-F238E27FC236}">
                <a16:creationId xmlns:a16="http://schemas.microsoft.com/office/drawing/2014/main" id="{73D593F3-8E80-8BBD-59ED-4A447632CFE0}"/>
              </a:ext>
            </a:extLst>
          </p:cNvPr>
          <p:cNvSpPr txBox="1"/>
          <p:nvPr/>
        </p:nvSpPr>
        <p:spPr>
          <a:xfrm>
            <a:off x="9248775" y="6000750"/>
            <a:ext cx="1447800" cy="646331"/>
          </a:xfrm>
          <a:prstGeom prst="rect">
            <a:avLst/>
          </a:prstGeom>
          <a:noFill/>
        </p:spPr>
        <p:txBody>
          <a:bodyPr wrap="square" rtlCol="0">
            <a:spAutoFit/>
          </a:bodyPr>
          <a:lstStyle/>
          <a:p>
            <a:r>
              <a:rPr lang="en-US" dirty="0"/>
              <a:t>Not acceptable</a:t>
            </a:r>
          </a:p>
        </p:txBody>
      </p:sp>
    </p:spTree>
    <p:extLst>
      <p:ext uri="{BB962C8B-B14F-4D97-AF65-F5344CB8AC3E}">
        <p14:creationId xmlns:p14="http://schemas.microsoft.com/office/powerpoint/2010/main" val="2583692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4BF99-B529-C026-A0BC-296E4FD7580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2FF3EE7-6236-B30E-9039-74A4CA93DD9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E6E28730-C6AB-17B4-E754-3070A96E3E8F}"/>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5F7E7AE9-7830-7371-BAB8-92F36F6DD04D}"/>
              </a:ext>
            </a:extLst>
          </p:cNvPr>
          <p:cNvSpPr>
            <a:spLocks noGrp="1"/>
          </p:cNvSpPr>
          <p:nvPr>
            <p:ph type="sldNum" sz="quarter" idx="12"/>
          </p:nvPr>
        </p:nvSpPr>
        <p:spPr/>
        <p:txBody>
          <a:bodyPr/>
          <a:lstStyle/>
          <a:p>
            <a:fld id="{5D474BC6-09C9-4ED8-ADF6-087D6F25D5BC}" type="slidenum">
              <a:rPr lang="en-US" smtClean="0"/>
              <a:t>31</a:t>
            </a:fld>
            <a:endParaRPr lang="en-US"/>
          </a:p>
        </p:txBody>
      </p:sp>
      <p:sp>
        <p:nvSpPr>
          <p:cNvPr id="7" name="TextBox 6">
            <a:extLst>
              <a:ext uri="{FF2B5EF4-FFF2-40B4-BE49-F238E27FC236}">
                <a16:creationId xmlns:a16="http://schemas.microsoft.com/office/drawing/2014/main" id="{1ED8220D-8C3C-D696-450F-7D78DBE158D5}"/>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0.35 ppm at the edge of the “uniformity volume”</a:t>
            </a:r>
          </a:p>
        </p:txBody>
      </p:sp>
      <p:sp>
        <p:nvSpPr>
          <p:cNvPr id="13" name="TextBox 12">
            <a:extLst>
              <a:ext uri="{FF2B5EF4-FFF2-40B4-BE49-F238E27FC236}">
                <a16:creationId xmlns:a16="http://schemas.microsoft.com/office/drawing/2014/main" id="{06FA302F-C0BF-AA41-F7B4-97653894EBFD}"/>
              </a:ext>
            </a:extLst>
          </p:cNvPr>
          <p:cNvSpPr txBox="1"/>
          <p:nvPr/>
        </p:nvSpPr>
        <p:spPr>
          <a:xfrm>
            <a:off x="1924050" y="5524500"/>
            <a:ext cx="2495550" cy="369332"/>
          </a:xfrm>
          <a:prstGeom prst="rect">
            <a:avLst/>
          </a:prstGeom>
          <a:noFill/>
        </p:spPr>
        <p:txBody>
          <a:bodyPr wrap="square" rtlCol="0">
            <a:spAutoFit/>
          </a:bodyPr>
          <a:lstStyle/>
          <a:p>
            <a:r>
              <a:rPr lang="en-US" dirty="0"/>
              <a:t>For lambda = 1.61e-7</a:t>
            </a:r>
          </a:p>
        </p:txBody>
      </p:sp>
      <p:pic>
        <p:nvPicPr>
          <p:cNvPr id="8" name="Picture 7">
            <a:extLst>
              <a:ext uri="{FF2B5EF4-FFF2-40B4-BE49-F238E27FC236}">
                <a16:creationId xmlns:a16="http://schemas.microsoft.com/office/drawing/2014/main" id="{AE0858BA-EDFE-0ACB-61CE-AEE48078DE19}"/>
              </a:ext>
            </a:extLst>
          </p:cNvPr>
          <p:cNvPicPr>
            <a:picLocks noChangeAspect="1"/>
          </p:cNvPicPr>
          <p:nvPr/>
        </p:nvPicPr>
        <p:blipFill>
          <a:blip r:embed="rId2"/>
          <a:stretch>
            <a:fillRect/>
          </a:stretch>
        </p:blipFill>
        <p:spPr>
          <a:xfrm>
            <a:off x="175975" y="1018362"/>
            <a:ext cx="5778667" cy="4428511"/>
          </a:xfrm>
          <a:prstGeom prst="rect">
            <a:avLst/>
          </a:prstGeom>
        </p:spPr>
      </p:pic>
      <p:pic>
        <p:nvPicPr>
          <p:cNvPr id="12" name="Picture 11">
            <a:extLst>
              <a:ext uri="{FF2B5EF4-FFF2-40B4-BE49-F238E27FC236}">
                <a16:creationId xmlns:a16="http://schemas.microsoft.com/office/drawing/2014/main" id="{7EF49F78-1B0F-2625-8BB3-A361877E40B1}"/>
              </a:ext>
            </a:extLst>
          </p:cNvPr>
          <p:cNvPicPr>
            <a:picLocks noChangeAspect="1"/>
          </p:cNvPicPr>
          <p:nvPr/>
        </p:nvPicPr>
        <p:blipFill>
          <a:blip r:embed="rId3"/>
          <a:stretch>
            <a:fillRect/>
          </a:stretch>
        </p:blipFill>
        <p:spPr>
          <a:xfrm>
            <a:off x="5871806" y="1018362"/>
            <a:ext cx="5887378" cy="4506138"/>
          </a:xfrm>
          <a:prstGeom prst="rect">
            <a:avLst/>
          </a:prstGeom>
        </p:spPr>
      </p:pic>
      <p:sp>
        <p:nvSpPr>
          <p:cNvPr id="14" name="TextBox 13">
            <a:extLst>
              <a:ext uri="{FF2B5EF4-FFF2-40B4-BE49-F238E27FC236}">
                <a16:creationId xmlns:a16="http://schemas.microsoft.com/office/drawing/2014/main" id="{EA67F297-2A95-5764-7E33-BF0A680F5A62}"/>
              </a:ext>
            </a:extLst>
          </p:cNvPr>
          <p:cNvSpPr txBox="1"/>
          <p:nvPr/>
        </p:nvSpPr>
        <p:spPr>
          <a:xfrm>
            <a:off x="8257032" y="5733288"/>
            <a:ext cx="1408176" cy="369332"/>
          </a:xfrm>
          <a:prstGeom prst="rect">
            <a:avLst/>
          </a:prstGeom>
          <a:noFill/>
        </p:spPr>
        <p:txBody>
          <a:bodyPr wrap="square" rtlCol="0">
            <a:spAutoFit/>
          </a:bodyPr>
          <a:lstStyle/>
          <a:p>
            <a:r>
              <a:rPr lang="en-US" dirty="0"/>
              <a:t>acceptable</a:t>
            </a:r>
          </a:p>
        </p:txBody>
      </p:sp>
    </p:spTree>
    <p:extLst>
      <p:ext uri="{BB962C8B-B14F-4D97-AF65-F5344CB8AC3E}">
        <p14:creationId xmlns:p14="http://schemas.microsoft.com/office/powerpoint/2010/main" val="3532980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F4C66-EA7A-82B5-14AD-CB533CBFF40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72C07C7-E841-C0AB-1A30-2EF36CB51E2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3BB32EA7-9F08-766C-70AD-3302576C77A2}"/>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9A04D5B8-30D6-577C-71F0-AD9522A16E77}"/>
              </a:ext>
            </a:extLst>
          </p:cNvPr>
          <p:cNvSpPr>
            <a:spLocks noGrp="1"/>
          </p:cNvSpPr>
          <p:nvPr>
            <p:ph type="sldNum" sz="quarter" idx="12"/>
          </p:nvPr>
        </p:nvSpPr>
        <p:spPr/>
        <p:txBody>
          <a:bodyPr/>
          <a:lstStyle/>
          <a:p>
            <a:fld id="{5D474BC6-09C9-4ED8-ADF6-087D6F25D5BC}" type="slidenum">
              <a:rPr lang="en-US" smtClean="0"/>
              <a:t>32</a:t>
            </a:fld>
            <a:endParaRPr lang="en-US"/>
          </a:p>
        </p:txBody>
      </p:sp>
      <p:sp>
        <p:nvSpPr>
          <p:cNvPr id="7" name="TextBox 6">
            <a:extLst>
              <a:ext uri="{FF2B5EF4-FFF2-40B4-BE49-F238E27FC236}">
                <a16:creationId xmlns:a16="http://schemas.microsoft.com/office/drawing/2014/main" id="{A9AFC436-1869-2040-3875-3183A5AFDEA3}"/>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extreme slice and the middle one</a:t>
            </a:r>
          </a:p>
        </p:txBody>
      </p:sp>
      <p:sp>
        <p:nvSpPr>
          <p:cNvPr id="13" name="TextBox 12">
            <a:extLst>
              <a:ext uri="{FF2B5EF4-FFF2-40B4-BE49-F238E27FC236}">
                <a16:creationId xmlns:a16="http://schemas.microsoft.com/office/drawing/2014/main" id="{1F7A836E-8D26-FB11-14EC-E2BC195C5341}"/>
              </a:ext>
            </a:extLst>
          </p:cNvPr>
          <p:cNvSpPr txBox="1"/>
          <p:nvPr/>
        </p:nvSpPr>
        <p:spPr>
          <a:xfrm>
            <a:off x="8333994" y="493776"/>
            <a:ext cx="2495550" cy="369332"/>
          </a:xfrm>
          <a:prstGeom prst="rect">
            <a:avLst/>
          </a:prstGeom>
          <a:noFill/>
        </p:spPr>
        <p:txBody>
          <a:bodyPr wrap="square" rtlCol="0">
            <a:spAutoFit/>
          </a:bodyPr>
          <a:lstStyle/>
          <a:p>
            <a:r>
              <a:rPr lang="en-US" dirty="0"/>
              <a:t>For lambda = 1.61e-7</a:t>
            </a:r>
          </a:p>
        </p:txBody>
      </p:sp>
      <p:pic>
        <p:nvPicPr>
          <p:cNvPr id="3" name="Picture 2">
            <a:extLst>
              <a:ext uri="{FF2B5EF4-FFF2-40B4-BE49-F238E27FC236}">
                <a16:creationId xmlns:a16="http://schemas.microsoft.com/office/drawing/2014/main" id="{B295F5B0-6C0A-4520-C0FC-C136BB7EDF60}"/>
              </a:ext>
            </a:extLst>
          </p:cNvPr>
          <p:cNvPicPr>
            <a:picLocks noChangeAspect="1"/>
          </p:cNvPicPr>
          <p:nvPr/>
        </p:nvPicPr>
        <p:blipFill>
          <a:blip r:embed="rId2"/>
          <a:stretch>
            <a:fillRect/>
          </a:stretch>
        </p:blipFill>
        <p:spPr>
          <a:xfrm>
            <a:off x="548640" y="1175931"/>
            <a:ext cx="5360616" cy="4125378"/>
          </a:xfrm>
          <a:prstGeom prst="rect">
            <a:avLst/>
          </a:prstGeom>
        </p:spPr>
      </p:pic>
      <p:pic>
        <p:nvPicPr>
          <p:cNvPr id="9" name="Picture 8">
            <a:extLst>
              <a:ext uri="{FF2B5EF4-FFF2-40B4-BE49-F238E27FC236}">
                <a16:creationId xmlns:a16="http://schemas.microsoft.com/office/drawing/2014/main" id="{E0A65CAC-33F5-0B93-7207-3D12253C0236}"/>
              </a:ext>
            </a:extLst>
          </p:cNvPr>
          <p:cNvPicPr>
            <a:picLocks noChangeAspect="1"/>
          </p:cNvPicPr>
          <p:nvPr/>
        </p:nvPicPr>
        <p:blipFill>
          <a:blip r:embed="rId3"/>
          <a:stretch>
            <a:fillRect/>
          </a:stretch>
        </p:blipFill>
        <p:spPr>
          <a:xfrm>
            <a:off x="5878776" y="985551"/>
            <a:ext cx="5887378" cy="4506138"/>
          </a:xfrm>
          <a:prstGeom prst="rect">
            <a:avLst/>
          </a:prstGeom>
        </p:spPr>
      </p:pic>
      <p:sp>
        <p:nvSpPr>
          <p:cNvPr id="10" name="TextBox 9">
            <a:extLst>
              <a:ext uri="{FF2B5EF4-FFF2-40B4-BE49-F238E27FC236}">
                <a16:creationId xmlns:a16="http://schemas.microsoft.com/office/drawing/2014/main" id="{D3995204-17E3-3979-8C63-EF20DED97FB5}"/>
              </a:ext>
            </a:extLst>
          </p:cNvPr>
          <p:cNvSpPr txBox="1"/>
          <p:nvPr/>
        </p:nvSpPr>
        <p:spPr>
          <a:xfrm>
            <a:off x="621792" y="5491689"/>
            <a:ext cx="5360616" cy="923330"/>
          </a:xfrm>
          <a:prstGeom prst="rect">
            <a:avLst/>
          </a:prstGeom>
          <a:noFill/>
        </p:spPr>
        <p:txBody>
          <a:bodyPr wrap="square" rtlCol="0">
            <a:spAutoFit/>
          </a:bodyPr>
          <a:lstStyle/>
          <a:p>
            <a:r>
              <a:rPr lang="en-US" dirty="0"/>
              <a:t>This is the case when the radial uniformity requirement is met but the longitudinal uniformity requirement is not met</a:t>
            </a:r>
          </a:p>
        </p:txBody>
      </p:sp>
    </p:spTree>
    <p:extLst>
      <p:ext uri="{BB962C8B-B14F-4D97-AF65-F5344CB8AC3E}">
        <p14:creationId xmlns:p14="http://schemas.microsoft.com/office/powerpoint/2010/main" val="4259943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544A-8453-12A2-3132-96C8F74A027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80870A8-74AB-2DAE-2D5F-D54A9C5CD99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EA0BAD8-A66A-C689-CB15-B7A93D2D2B2A}"/>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EC844570-B8EA-AE19-B66E-F2EDDF6A1286}"/>
              </a:ext>
            </a:extLst>
          </p:cNvPr>
          <p:cNvSpPr>
            <a:spLocks noGrp="1"/>
          </p:cNvSpPr>
          <p:nvPr>
            <p:ph type="sldNum" sz="quarter" idx="12"/>
          </p:nvPr>
        </p:nvSpPr>
        <p:spPr/>
        <p:txBody>
          <a:bodyPr/>
          <a:lstStyle/>
          <a:p>
            <a:fld id="{5D474BC6-09C9-4ED8-ADF6-087D6F25D5BC}" type="slidenum">
              <a:rPr lang="en-US" smtClean="0"/>
              <a:t>33</a:t>
            </a:fld>
            <a:endParaRPr lang="en-US"/>
          </a:p>
        </p:txBody>
      </p:sp>
      <p:sp>
        <p:nvSpPr>
          <p:cNvPr id="7" name="TextBox 6">
            <a:extLst>
              <a:ext uri="{FF2B5EF4-FFF2-40B4-BE49-F238E27FC236}">
                <a16:creationId xmlns:a16="http://schemas.microsoft.com/office/drawing/2014/main" id="{78D6C521-7268-E3F7-2180-E19874A63C27}"/>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.085 ppm at the edge of the “uniformity volume”</a:t>
            </a:r>
          </a:p>
        </p:txBody>
      </p:sp>
      <p:pic>
        <p:nvPicPr>
          <p:cNvPr id="10" name="Picture 9">
            <a:extLst>
              <a:ext uri="{FF2B5EF4-FFF2-40B4-BE49-F238E27FC236}">
                <a16:creationId xmlns:a16="http://schemas.microsoft.com/office/drawing/2014/main" id="{5A7B93CB-18DE-5FCC-4229-EA9DECE19727}"/>
              </a:ext>
            </a:extLst>
          </p:cNvPr>
          <p:cNvPicPr>
            <a:picLocks noChangeAspect="1"/>
          </p:cNvPicPr>
          <p:nvPr/>
        </p:nvPicPr>
        <p:blipFill>
          <a:blip r:embed="rId2"/>
          <a:stretch>
            <a:fillRect/>
          </a:stretch>
        </p:blipFill>
        <p:spPr>
          <a:xfrm>
            <a:off x="158337" y="1067322"/>
            <a:ext cx="5556220" cy="4129166"/>
          </a:xfrm>
          <a:prstGeom prst="rect">
            <a:avLst/>
          </a:prstGeom>
        </p:spPr>
      </p:pic>
      <p:pic>
        <p:nvPicPr>
          <p:cNvPr id="12" name="Picture 11">
            <a:extLst>
              <a:ext uri="{FF2B5EF4-FFF2-40B4-BE49-F238E27FC236}">
                <a16:creationId xmlns:a16="http://schemas.microsoft.com/office/drawing/2014/main" id="{73719697-5DD0-1C04-2767-EAA873A3BA00}"/>
              </a:ext>
            </a:extLst>
          </p:cNvPr>
          <p:cNvPicPr>
            <a:picLocks noChangeAspect="1"/>
          </p:cNvPicPr>
          <p:nvPr/>
        </p:nvPicPr>
        <p:blipFill>
          <a:blip r:embed="rId3"/>
          <a:stretch>
            <a:fillRect/>
          </a:stretch>
        </p:blipFill>
        <p:spPr>
          <a:xfrm>
            <a:off x="5714557" y="863108"/>
            <a:ext cx="6306430" cy="5058481"/>
          </a:xfrm>
          <a:prstGeom prst="rect">
            <a:avLst/>
          </a:prstGeom>
        </p:spPr>
      </p:pic>
      <p:sp>
        <p:nvSpPr>
          <p:cNvPr id="13" name="TextBox 12">
            <a:extLst>
              <a:ext uri="{FF2B5EF4-FFF2-40B4-BE49-F238E27FC236}">
                <a16:creationId xmlns:a16="http://schemas.microsoft.com/office/drawing/2014/main" id="{FBA2F948-6415-EFAF-820E-B6BC1ACFD42A}"/>
              </a:ext>
            </a:extLst>
          </p:cNvPr>
          <p:cNvSpPr txBox="1"/>
          <p:nvPr/>
        </p:nvSpPr>
        <p:spPr>
          <a:xfrm>
            <a:off x="1924050" y="5524500"/>
            <a:ext cx="2495550" cy="369332"/>
          </a:xfrm>
          <a:prstGeom prst="rect">
            <a:avLst/>
          </a:prstGeom>
          <a:noFill/>
        </p:spPr>
        <p:txBody>
          <a:bodyPr wrap="square" rtlCol="0">
            <a:spAutoFit/>
          </a:bodyPr>
          <a:lstStyle/>
          <a:p>
            <a:r>
              <a:rPr lang="en-US" dirty="0"/>
              <a:t>For lambda = 7.5e-8</a:t>
            </a:r>
          </a:p>
        </p:txBody>
      </p:sp>
      <p:sp>
        <p:nvSpPr>
          <p:cNvPr id="14" name="TextBox 13">
            <a:extLst>
              <a:ext uri="{FF2B5EF4-FFF2-40B4-BE49-F238E27FC236}">
                <a16:creationId xmlns:a16="http://schemas.microsoft.com/office/drawing/2014/main" id="{58D9506E-D1DE-229B-1F0F-C11E77B57CFF}"/>
              </a:ext>
            </a:extLst>
          </p:cNvPr>
          <p:cNvSpPr txBox="1"/>
          <p:nvPr/>
        </p:nvSpPr>
        <p:spPr>
          <a:xfrm>
            <a:off x="10131552" y="5921589"/>
            <a:ext cx="1536192" cy="369332"/>
          </a:xfrm>
          <a:prstGeom prst="rect">
            <a:avLst/>
          </a:prstGeom>
          <a:noFill/>
        </p:spPr>
        <p:txBody>
          <a:bodyPr wrap="square" rtlCol="0">
            <a:spAutoFit/>
          </a:bodyPr>
          <a:lstStyle/>
          <a:p>
            <a:r>
              <a:rPr lang="en-US" dirty="0"/>
              <a:t>acceptable</a:t>
            </a:r>
          </a:p>
        </p:txBody>
      </p:sp>
    </p:spTree>
    <p:extLst>
      <p:ext uri="{BB962C8B-B14F-4D97-AF65-F5344CB8AC3E}">
        <p14:creationId xmlns:p14="http://schemas.microsoft.com/office/powerpoint/2010/main" val="239700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79064-A3E3-E6A8-C58F-7D59C316523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A211AE4-E268-E1E1-D30F-367061A8D1A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024A0A1-BC27-3E80-02D0-CDC9D70AC204}"/>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103A3B94-605E-97E0-0BB7-E8F66D7E5588}"/>
              </a:ext>
            </a:extLst>
          </p:cNvPr>
          <p:cNvSpPr>
            <a:spLocks noGrp="1"/>
          </p:cNvSpPr>
          <p:nvPr>
            <p:ph type="sldNum" sz="quarter" idx="12"/>
          </p:nvPr>
        </p:nvSpPr>
        <p:spPr/>
        <p:txBody>
          <a:bodyPr/>
          <a:lstStyle/>
          <a:p>
            <a:fld id="{5D474BC6-09C9-4ED8-ADF6-087D6F25D5BC}" type="slidenum">
              <a:rPr lang="en-US" smtClean="0"/>
              <a:t>34</a:t>
            </a:fld>
            <a:endParaRPr lang="en-US"/>
          </a:p>
        </p:txBody>
      </p:sp>
      <p:sp>
        <p:nvSpPr>
          <p:cNvPr id="7" name="TextBox 6">
            <a:extLst>
              <a:ext uri="{FF2B5EF4-FFF2-40B4-BE49-F238E27FC236}">
                <a16:creationId xmlns:a16="http://schemas.microsoft.com/office/drawing/2014/main" id="{DEA98240-0BE1-2429-FB4F-A2E91BE9C01B}"/>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extreme slice and the middle one</a:t>
            </a:r>
          </a:p>
        </p:txBody>
      </p:sp>
      <p:pic>
        <p:nvPicPr>
          <p:cNvPr id="12" name="Picture 11">
            <a:extLst>
              <a:ext uri="{FF2B5EF4-FFF2-40B4-BE49-F238E27FC236}">
                <a16:creationId xmlns:a16="http://schemas.microsoft.com/office/drawing/2014/main" id="{4179807B-142E-DA14-CDA0-D8715F27D694}"/>
              </a:ext>
            </a:extLst>
          </p:cNvPr>
          <p:cNvPicPr>
            <a:picLocks noChangeAspect="1"/>
          </p:cNvPicPr>
          <p:nvPr/>
        </p:nvPicPr>
        <p:blipFill>
          <a:blip r:embed="rId2"/>
          <a:stretch>
            <a:fillRect/>
          </a:stretch>
        </p:blipFill>
        <p:spPr>
          <a:xfrm>
            <a:off x="5714557" y="863108"/>
            <a:ext cx="6306430" cy="5058481"/>
          </a:xfrm>
          <a:prstGeom prst="rect">
            <a:avLst/>
          </a:prstGeom>
        </p:spPr>
      </p:pic>
      <p:sp>
        <p:nvSpPr>
          <p:cNvPr id="13" name="TextBox 12">
            <a:extLst>
              <a:ext uri="{FF2B5EF4-FFF2-40B4-BE49-F238E27FC236}">
                <a16:creationId xmlns:a16="http://schemas.microsoft.com/office/drawing/2014/main" id="{4D595DC7-D489-0B15-6039-AE147FF57521}"/>
              </a:ext>
            </a:extLst>
          </p:cNvPr>
          <p:cNvSpPr txBox="1"/>
          <p:nvPr/>
        </p:nvSpPr>
        <p:spPr>
          <a:xfrm>
            <a:off x="1924050" y="5524500"/>
            <a:ext cx="2495550" cy="369332"/>
          </a:xfrm>
          <a:prstGeom prst="rect">
            <a:avLst/>
          </a:prstGeom>
          <a:noFill/>
        </p:spPr>
        <p:txBody>
          <a:bodyPr wrap="square" rtlCol="0">
            <a:spAutoFit/>
          </a:bodyPr>
          <a:lstStyle/>
          <a:p>
            <a:r>
              <a:rPr lang="en-US" dirty="0"/>
              <a:t>For lambda = 7.5e-8</a:t>
            </a:r>
          </a:p>
        </p:txBody>
      </p:sp>
      <p:pic>
        <p:nvPicPr>
          <p:cNvPr id="3" name="Picture 2">
            <a:extLst>
              <a:ext uri="{FF2B5EF4-FFF2-40B4-BE49-F238E27FC236}">
                <a16:creationId xmlns:a16="http://schemas.microsoft.com/office/drawing/2014/main" id="{A9D76E22-7DC7-4F74-FC7E-89BFA912B3FC}"/>
              </a:ext>
            </a:extLst>
          </p:cNvPr>
          <p:cNvPicPr>
            <a:picLocks noChangeAspect="1"/>
          </p:cNvPicPr>
          <p:nvPr/>
        </p:nvPicPr>
        <p:blipFill>
          <a:blip r:embed="rId3"/>
          <a:stretch>
            <a:fillRect/>
          </a:stretch>
        </p:blipFill>
        <p:spPr>
          <a:xfrm>
            <a:off x="752856" y="1157796"/>
            <a:ext cx="5343144" cy="4297218"/>
          </a:xfrm>
          <a:prstGeom prst="rect">
            <a:avLst/>
          </a:prstGeom>
        </p:spPr>
      </p:pic>
      <p:sp>
        <p:nvSpPr>
          <p:cNvPr id="8" name="TextBox 7">
            <a:extLst>
              <a:ext uri="{FF2B5EF4-FFF2-40B4-BE49-F238E27FC236}">
                <a16:creationId xmlns:a16="http://schemas.microsoft.com/office/drawing/2014/main" id="{B64CB1D4-6982-FF49-72A0-4B2378BFC0BF}"/>
              </a:ext>
            </a:extLst>
          </p:cNvPr>
          <p:cNvSpPr txBox="1"/>
          <p:nvPr/>
        </p:nvSpPr>
        <p:spPr>
          <a:xfrm>
            <a:off x="4395216" y="5270348"/>
            <a:ext cx="1700784" cy="369332"/>
          </a:xfrm>
          <a:prstGeom prst="rect">
            <a:avLst/>
          </a:prstGeom>
          <a:noFill/>
        </p:spPr>
        <p:txBody>
          <a:bodyPr wrap="square" rtlCol="0">
            <a:spAutoFit/>
          </a:bodyPr>
          <a:lstStyle/>
          <a:p>
            <a:r>
              <a:rPr lang="en-US" dirty="0"/>
              <a:t>unacceptable</a:t>
            </a:r>
          </a:p>
        </p:txBody>
      </p:sp>
    </p:spTree>
    <p:extLst>
      <p:ext uri="{BB962C8B-B14F-4D97-AF65-F5344CB8AC3E}">
        <p14:creationId xmlns:p14="http://schemas.microsoft.com/office/powerpoint/2010/main" val="1714266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70C1D-7DBF-1C3D-3238-DEBCF3621BD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7BB2DBF-2AB6-015C-A2A3-F5D2BD477E2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9FFD5F0-E97D-EBEE-CF5F-BE1BFCB7B847}"/>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B473AA24-9143-420A-8BCC-194E42F83B28}"/>
              </a:ext>
            </a:extLst>
          </p:cNvPr>
          <p:cNvSpPr>
            <a:spLocks noGrp="1"/>
          </p:cNvSpPr>
          <p:nvPr>
            <p:ph type="sldNum" sz="quarter" idx="12"/>
          </p:nvPr>
        </p:nvSpPr>
        <p:spPr/>
        <p:txBody>
          <a:bodyPr/>
          <a:lstStyle/>
          <a:p>
            <a:fld id="{5D474BC6-09C9-4ED8-ADF6-087D6F25D5BC}" type="slidenum">
              <a:rPr lang="en-US" smtClean="0"/>
              <a:t>35</a:t>
            </a:fld>
            <a:endParaRPr lang="en-US"/>
          </a:p>
        </p:txBody>
      </p:sp>
      <p:sp>
        <p:nvSpPr>
          <p:cNvPr id="7" name="TextBox 6">
            <a:extLst>
              <a:ext uri="{FF2B5EF4-FFF2-40B4-BE49-F238E27FC236}">
                <a16:creationId xmlns:a16="http://schemas.microsoft.com/office/drawing/2014/main" id="{C86F73D2-A9B5-BF38-8558-E40C0E827D28}"/>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-.00052 ppm at the edge of the “uniformity volume”</a:t>
            </a:r>
          </a:p>
        </p:txBody>
      </p:sp>
      <p:sp>
        <p:nvSpPr>
          <p:cNvPr id="13" name="TextBox 12">
            <a:extLst>
              <a:ext uri="{FF2B5EF4-FFF2-40B4-BE49-F238E27FC236}">
                <a16:creationId xmlns:a16="http://schemas.microsoft.com/office/drawing/2014/main" id="{19ED96DC-4FBB-0D44-45E5-A0BFD9D40655}"/>
              </a:ext>
            </a:extLst>
          </p:cNvPr>
          <p:cNvSpPr txBox="1"/>
          <p:nvPr/>
        </p:nvSpPr>
        <p:spPr>
          <a:xfrm>
            <a:off x="1962150" y="5655036"/>
            <a:ext cx="2495550" cy="369332"/>
          </a:xfrm>
          <a:prstGeom prst="rect">
            <a:avLst/>
          </a:prstGeom>
          <a:noFill/>
        </p:spPr>
        <p:txBody>
          <a:bodyPr wrap="square" rtlCol="0">
            <a:spAutoFit/>
          </a:bodyPr>
          <a:lstStyle/>
          <a:p>
            <a:r>
              <a:rPr lang="en-US" dirty="0"/>
              <a:t>For lambda = 1.10e-9</a:t>
            </a:r>
          </a:p>
        </p:txBody>
      </p:sp>
      <p:pic>
        <p:nvPicPr>
          <p:cNvPr id="8" name="Picture 7">
            <a:extLst>
              <a:ext uri="{FF2B5EF4-FFF2-40B4-BE49-F238E27FC236}">
                <a16:creationId xmlns:a16="http://schemas.microsoft.com/office/drawing/2014/main" id="{A35D9803-E258-C978-7E7F-2C79A6E7EB6A}"/>
              </a:ext>
            </a:extLst>
          </p:cNvPr>
          <p:cNvPicPr>
            <a:picLocks noChangeAspect="1"/>
          </p:cNvPicPr>
          <p:nvPr/>
        </p:nvPicPr>
        <p:blipFill>
          <a:blip r:embed="rId2"/>
          <a:srcRect l="2948"/>
          <a:stretch>
            <a:fillRect/>
          </a:stretch>
        </p:blipFill>
        <p:spPr>
          <a:xfrm>
            <a:off x="0" y="1069844"/>
            <a:ext cx="6286952" cy="4378456"/>
          </a:xfrm>
          <a:prstGeom prst="rect">
            <a:avLst/>
          </a:prstGeom>
        </p:spPr>
      </p:pic>
      <p:pic>
        <p:nvPicPr>
          <p:cNvPr id="12" name="Picture 11">
            <a:extLst>
              <a:ext uri="{FF2B5EF4-FFF2-40B4-BE49-F238E27FC236}">
                <a16:creationId xmlns:a16="http://schemas.microsoft.com/office/drawing/2014/main" id="{007FDF91-E638-F941-C5E8-F47BFC42202E}"/>
              </a:ext>
            </a:extLst>
          </p:cNvPr>
          <p:cNvPicPr>
            <a:picLocks noChangeAspect="1"/>
          </p:cNvPicPr>
          <p:nvPr/>
        </p:nvPicPr>
        <p:blipFill>
          <a:blip r:embed="rId3"/>
          <a:stretch>
            <a:fillRect/>
          </a:stretch>
        </p:blipFill>
        <p:spPr>
          <a:xfrm>
            <a:off x="6209843" y="1087720"/>
            <a:ext cx="5791658" cy="4360580"/>
          </a:xfrm>
          <a:prstGeom prst="rect">
            <a:avLst/>
          </a:prstGeom>
        </p:spPr>
      </p:pic>
      <p:sp>
        <p:nvSpPr>
          <p:cNvPr id="14" name="TextBox 13">
            <a:extLst>
              <a:ext uri="{FF2B5EF4-FFF2-40B4-BE49-F238E27FC236}">
                <a16:creationId xmlns:a16="http://schemas.microsoft.com/office/drawing/2014/main" id="{897CD98E-47B7-308F-714C-5209FD37CC26}"/>
              </a:ext>
            </a:extLst>
          </p:cNvPr>
          <p:cNvSpPr txBox="1"/>
          <p:nvPr/>
        </p:nvSpPr>
        <p:spPr>
          <a:xfrm>
            <a:off x="9089136" y="5655036"/>
            <a:ext cx="1719072" cy="369332"/>
          </a:xfrm>
          <a:prstGeom prst="rect">
            <a:avLst/>
          </a:prstGeom>
          <a:noFill/>
        </p:spPr>
        <p:txBody>
          <a:bodyPr wrap="square" rtlCol="0">
            <a:spAutoFit/>
          </a:bodyPr>
          <a:lstStyle/>
          <a:p>
            <a:r>
              <a:rPr lang="en-US" dirty="0"/>
              <a:t>acceptable</a:t>
            </a:r>
          </a:p>
        </p:txBody>
      </p:sp>
    </p:spTree>
    <p:extLst>
      <p:ext uri="{BB962C8B-B14F-4D97-AF65-F5344CB8AC3E}">
        <p14:creationId xmlns:p14="http://schemas.microsoft.com/office/powerpoint/2010/main" val="1151790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56B-6883-4B15-D101-7F34CA27C42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22620ED-5EEB-4C5F-7755-C8907F0E807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3A97532-335C-3033-8FB7-5D758A9FE2A2}"/>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9C701995-EE42-7C68-0C4A-71884744501E}"/>
              </a:ext>
            </a:extLst>
          </p:cNvPr>
          <p:cNvSpPr>
            <a:spLocks noGrp="1"/>
          </p:cNvSpPr>
          <p:nvPr>
            <p:ph type="sldNum" sz="quarter" idx="12"/>
          </p:nvPr>
        </p:nvSpPr>
        <p:spPr/>
        <p:txBody>
          <a:bodyPr/>
          <a:lstStyle/>
          <a:p>
            <a:fld id="{5D474BC6-09C9-4ED8-ADF6-087D6F25D5BC}" type="slidenum">
              <a:rPr lang="en-US" smtClean="0"/>
              <a:t>36</a:t>
            </a:fld>
            <a:endParaRPr lang="en-US"/>
          </a:p>
        </p:txBody>
      </p:sp>
      <p:sp>
        <p:nvSpPr>
          <p:cNvPr id="7" name="TextBox 6">
            <a:extLst>
              <a:ext uri="{FF2B5EF4-FFF2-40B4-BE49-F238E27FC236}">
                <a16:creationId xmlns:a16="http://schemas.microsoft.com/office/drawing/2014/main" id="{20515F39-0309-812B-3FC2-5BBE0029E4B7}"/>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-.00052 ppm at the edge of the “uniformity volume”</a:t>
            </a:r>
          </a:p>
        </p:txBody>
      </p:sp>
      <p:sp>
        <p:nvSpPr>
          <p:cNvPr id="13" name="TextBox 12">
            <a:extLst>
              <a:ext uri="{FF2B5EF4-FFF2-40B4-BE49-F238E27FC236}">
                <a16:creationId xmlns:a16="http://schemas.microsoft.com/office/drawing/2014/main" id="{ED90CAAC-29E9-09DE-187E-0583910E1DD8}"/>
              </a:ext>
            </a:extLst>
          </p:cNvPr>
          <p:cNvSpPr txBox="1"/>
          <p:nvPr/>
        </p:nvSpPr>
        <p:spPr>
          <a:xfrm>
            <a:off x="1962150" y="5655036"/>
            <a:ext cx="2495550" cy="369332"/>
          </a:xfrm>
          <a:prstGeom prst="rect">
            <a:avLst/>
          </a:prstGeom>
          <a:noFill/>
        </p:spPr>
        <p:txBody>
          <a:bodyPr wrap="square" rtlCol="0">
            <a:spAutoFit/>
          </a:bodyPr>
          <a:lstStyle/>
          <a:p>
            <a:r>
              <a:rPr lang="en-US" dirty="0"/>
              <a:t>For lambda = 1.10e-9</a:t>
            </a:r>
          </a:p>
        </p:txBody>
      </p:sp>
      <p:pic>
        <p:nvPicPr>
          <p:cNvPr id="12" name="Picture 11">
            <a:extLst>
              <a:ext uri="{FF2B5EF4-FFF2-40B4-BE49-F238E27FC236}">
                <a16:creationId xmlns:a16="http://schemas.microsoft.com/office/drawing/2014/main" id="{5F5D344E-226C-0D74-C49B-B8CE1EB2DDF7}"/>
              </a:ext>
            </a:extLst>
          </p:cNvPr>
          <p:cNvPicPr>
            <a:picLocks noChangeAspect="1"/>
          </p:cNvPicPr>
          <p:nvPr/>
        </p:nvPicPr>
        <p:blipFill>
          <a:blip r:embed="rId2"/>
          <a:stretch>
            <a:fillRect/>
          </a:stretch>
        </p:blipFill>
        <p:spPr>
          <a:xfrm>
            <a:off x="6209843" y="1087720"/>
            <a:ext cx="5791658" cy="4360580"/>
          </a:xfrm>
          <a:prstGeom prst="rect">
            <a:avLst/>
          </a:prstGeom>
        </p:spPr>
      </p:pic>
      <p:pic>
        <p:nvPicPr>
          <p:cNvPr id="3" name="Picture 2">
            <a:extLst>
              <a:ext uri="{FF2B5EF4-FFF2-40B4-BE49-F238E27FC236}">
                <a16:creationId xmlns:a16="http://schemas.microsoft.com/office/drawing/2014/main" id="{2D888288-9EA1-941F-4D94-68377184C934}"/>
              </a:ext>
            </a:extLst>
          </p:cNvPr>
          <p:cNvPicPr>
            <a:picLocks noChangeAspect="1"/>
          </p:cNvPicPr>
          <p:nvPr/>
        </p:nvPicPr>
        <p:blipFill>
          <a:blip r:embed="rId3"/>
          <a:stretch>
            <a:fillRect/>
          </a:stretch>
        </p:blipFill>
        <p:spPr>
          <a:xfrm>
            <a:off x="526300" y="1087720"/>
            <a:ext cx="5848135" cy="4671321"/>
          </a:xfrm>
          <a:prstGeom prst="rect">
            <a:avLst/>
          </a:prstGeom>
        </p:spPr>
      </p:pic>
      <p:sp>
        <p:nvSpPr>
          <p:cNvPr id="10" name="TextBox 9">
            <a:extLst>
              <a:ext uri="{FF2B5EF4-FFF2-40B4-BE49-F238E27FC236}">
                <a16:creationId xmlns:a16="http://schemas.microsoft.com/office/drawing/2014/main" id="{63B00FF9-EE1E-E079-5E78-85A4E41EC197}"/>
              </a:ext>
            </a:extLst>
          </p:cNvPr>
          <p:cNvSpPr txBox="1"/>
          <p:nvPr/>
        </p:nvSpPr>
        <p:spPr>
          <a:xfrm>
            <a:off x="4457700" y="5389709"/>
            <a:ext cx="1700784" cy="369332"/>
          </a:xfrm>
          <a:prstGeom prst="rect">
            <a:avLst/>
          </a:prstGeom>
          <a:noFill/>
        </p:spPr>
        <p:txBody>
          <a:bodyPr wrap="square" rtlCol="0">
            <a:spAutoFit/>
          </a:bodyPr>
          <a:lstStyle/>
          <a:p>
            <a:r>
              <a:rPr lang="en-US" dirty="0"/>
              <a:t>unacceptable</a:t>
            </a:r>
          </a:p>
        </p:txBody>
      </p:sp>
    </p:spTree>
    <p:extLst>
      <p:ext uri="{BB962C8B-B14F-4D97-AF65-F5344CB8AC3E}">
        <p14:creationId xmlns:p14="http://schemas.microsoft.com/office/powerpoint/2010/main" val="2770476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78D7C-0266-155B-8D9D-C4BEF777184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376BFF8-ABCD-F849-56C3-67931D63F17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07BDDAB-3125-C24A-79AB-B69AB19DB487}"/>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30B61B39-C37A-2642-4B89-A47A658AB2D9}"/>
              </a:ext>
            </a:extLst>
          </p:cNvPr>
          <p:cNvSpPr>
            <a:spLocks noGrp="1"/>
          </p:cNvSpPr>
          <p:nvPr>
            <p:ph type="sldNum" sz="quarter" idx="12"/>
          </p:nvPr>
        </p:nvSpPr>
        <p:spPr/>
        <p:txBody>
          <a:bodyPr/>
          <a:lstStyle/>
          <a:p>
            <a:fld id="{5D474BC6-09C9-4ED8-ADF6-087D6F25D5BC}" type="slidenum">
              <a:rPr lang="en-US" smtClean="0"/>
              <a:t>37</a:t>
            </a:fld>
            <a:endParaRPr lang="en-US"/>
          </a:p>
        </p:txBody>
      </p:sp>
      <p:sp>
        <p:nvSpPr>
          <p:cNvPr id="7" name="TextBox 6">
            <a:extLst>
              <a:ext uri="{FF2B5EF4-FFF2-40B4-BE49-F238E27FC236}">
                <a16:creationId xmlns:a16="http://schemas.microsoft.com/office/drawing/2014/main" id="{EFFCCE74-7AA5-91EA-E3C7-4E07D362ED52}"/>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-.00052 ppm at the edge of the “uniformity volume”</a:t>
            </a:r>
          </a:p>
        </p:txBody>
      </p:sp>
      <p:sp>
        <p:nvSpPr>
          <p:cNvPr id="13" name="TextBox 12">
            <a:extLst>
              <a:ext uri="{FF2B5EF4-FFF2-40B4-BE49-F238E27FC236}">
                <a16:creationId xmlns:a16="http://schemas.microsoft.com/office/drawing/2014/main" id="{62B453E8-775D-397A-D234-25632C4B3A15}"/>
              </a:ext>
            </a:extLst>
          </p:cNvPr>
          <p:cNvSpPr txBox="1"/>
          <p:nvPr/>
        </p:nvSpPr>
        <p:spPr>
          <a:xfrm>
            <a:off x="1962150" y="5655036"/>
            <a:ext cx="2495550" cy="369332"/>
          </a:xfrm>
          <a:prstGeom prst="rect">
            <a:avLst/>
          </a:prstGeom>
          <a:noFill/>
        </p:spPr>
        <p:txBody>
          <a:bodyPr wrap="square" rtlCol="0">
            <a:spAutoFit/>
          </a:bodyPr>
          <a:lstStyle/>
          <a:p>
            <a:r>
              <a:rPr lang="en-US" dirty="0"/>
              <a:t>For lambda = 1.0e-11</a:t>
            </a:r>
          </a:p>
        </p:txBody>
      </p:sp>
      <p:pic>
        <p:nvPicPr>
          <p:cNvPr id="3" name="Picture 2">
            <a:extLst>
              <a:ext uri="{FF2B5EF4-FFF2-40B4-BE49-F238E27FC236}">
                <a16:creationId xmlns:a16="http://schemas.microsoft.com/office/drawing/2014/main" id="{81FED677-0262-F9DC-4991-EC6E8E3E5C03}"/>
              </a:ext>
            </a:extLst>
          </p:cNvPr>
          <p:cNvPicPr>
            <a:picLocks noChangeAspect="1"/>
          </p:cNvPicPr>
          <p:nvPr/>
        </p:nvPicPr>
        <p:blipFill>
          <a:blip r:embed="rId2"/>
          <a:stretch>
            <a:fillRect/>
          </a:stretch>
        </p:blipFill>
        <p:spPr>
          <a:xfrm>
            <a:off x="213295" y="1230669"/>
            <a:ext cx="5996548" cy="4258376"/>
          </a:xfrm>
          <a:prstGeom prst="rect">
            <a:avLst/>
          </a:prstGeom>
        </p:spPr>
      </p:pic>
      <p:pic>
        <p:nvPicPr>
          <p:cNvPr id="10" name="Picture 9">
            <a:extLst>
              <a:ext uri="{FF2B5EF4-FFF2-40B4-BE49-F238E27FC236}">
                <a16:creationId xmlns:a16="http://schemas.microsoft.com/office/drawing/2014/main" id="{DC5FF5A7-4BF3-7CAE-6B5D-600FE890DD92}"/>
              </a:ext>
            </a:extLst>
          </p:cNvPr>
          <p:cNvPicPr>
            <a:picLocks noChangeAspect="1"/>
          </p:cNvPicPr>
          <p:nvPr/>
        </p:nvPicPr>
        <p:blipFill>
          <a:blip r:embed="rId3"/>
          <a:stretch>
            <a:fillRect/>
          </a:stretch>
        </p:blipFill>
        <p:spPr>
          <a:xfrm>
            <a:off x="6209843" y="1073588"/>
            <a:ext cx="5764664" cy="4553743"/>
          </a:xfrm>
          <a:prstGeom prst="rect">
            <a:avLst/>
          </a:prstGeom>
        </p:spPr>
      </p:pic>
      <p:sp>
        <p:nvSpPr>
          <p:cNvPr id="11" name="TextBox 10">
            <a:extLst>
              <a:ext uri="{FF2B5EF4-FFF2-40B4-BE49-F238E27FC236}">
                <a16:creationId xmlns:a16="http://schemas.microsoft.com/office/drawing/2014/main" id="{4B368ABA-270D-33B8-3195-D087C66EE7D1}"/>
              </a:ext>
            </a:extLst>
          </p:cNvPr>
          <p:cNvSpPr txBox="1"/>
          <p:nvPr/>
        </p:nvSpPr>
        <p:spPr>
          <a:xfrm>
            <a:off x="5330952" y="5861304"/>
            <a:ext cx="2157984" cy="369332"/>
          </a:xfrm>
          <a:prstGeom prst="rect">
            <a:avLst/>
          </a:prstGeom>
          <a:noFill/>
        </p:spPr>
        <p:txBody>
          <a:bodyPr wrap="square" rtlCol="0">
            <a:spAutoFit/>
          </a:bodyPr>
          <a:lstStyle/>
          <a:p>
            <a:r>
              <a:rPr lang="en-US" dirty="0"/>
              <a:t>Acceptable</a:t>
            </a:r>
          </a:p>
        </p:txBody>
      </p:sp>
    </p:spTree>
    <p:extLst>
      <p:ext uri="{BB962C8B-B14F-4D97-AF65-F5344CB8AC3E}">
        <p14:creationId xmlns:p14="http://schemas.microsoft.com/office/powerpoint/2010/main" val="271040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001DE-746D-2E80-E9F7-35AA8F2D761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63CF5E4-14E8-E366-6D4A-B6B5AB91DF6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FD8AE3A-6851-788E-A3C6-EC8FD0E21A9D}"/>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45078A07-E976-DA28-713F-017D3ACD7692}"/>
              </a:ext>
            </a:extLst>
          </p:cNvPr>
          <p:cNvSpPr>
            <a:spLocks noGrp="1"/>
          </p:cNvSpPr>
          <p:nvPr>
            <p:ph type="sldNum" sz="quarter" idx="12"/>
          </p:nvPr>
        </p:nvSpPr>
        <p:spPr/>
        <p:txBody>
          <a:bodyPr/>
          <a:lstStyle/>
          <a:p>
            <a:fld id="{5D474BC6-09C9-4ED8-ADF6-087D6F25D5BC}" type="slidenum">
              <a:rPr lang="en-US" smtClean="0"/>
              <a:t>38</a:t>
            </a:fld>
            <a:endParaRPr lang="en-US"/>
          </a:p>
        </p:txBody>
      </p:sp>
      <p:sp>
        <p:nvSpPr>
          <p:cNvPr id="7" name="TextBox 6">
            <a:extLst>
              <a:ext uri="{FF2B5EF4-FFF2-40B4-BE49-F238E27FC236}">
                <a16:creationId xmlns:a16="http://schemas.microsoft.com/office/drawing/2014/main" id="{6A6371C2-BBF3-3AE5-D204-0E50F9D95643}"/>
              </a:ext>
            </a:extLst>
          </p:cNvPr>
          <p:cNvSpPr txBox="1"/>
          <p:nvPr/>
        </p:nvSpPr>
        <p:spPr>
          <a:xfrm>
            <a:off x="621792" y="493776"/>
            <a:ext cx="9509760" cy="369332"/>
          </a:xfrm>
          <a:prstGeom prst="rect">
            <a:avLst/>
          </a:prstGeom>
          <a:noFill/>
        </p:spPr>
        <p:txBody>
          <a:bodyPr wrap="square" rtlCol="0">
            <a:spAutoFit/>
          </a:bodyPr>
          <a:lstStyle/>
          <a:p>
            <a:r>
              <a:rPr lang="en-US" dirty="0"/>
              <a:t>100 coils with 50 mm spacing: -.00052 ppm at the edge of the “uniformity volume”</a:t>
            </a:r>
          </a:p>
        </p:txBody>
      </p:sp>
      <p:sp>
        <p:nvSpPr>
          <p:cNvPr id="13" name="TextBox 12">
            <a:extLst>
              <a:ext uri="{FF2B5EF4-FFF2-40B4-BE49-F238E27FC236}">
                <a16:creationId xmlns:a16="http://schemas.microsoft.com/office/drawing/2014/main" id="{971F6C6F-7D7D-8667-84B8-53B6EC655E59}"/>
              </a:ext>
            </a:extLst>
          </p:cNvPr>
          <p:cNvSpPr txBox="1"/>
          <p:nvPr/>
        </p:nvSpPr>
        <p:spPr>
          <a:xfrm>
            <a:off x="1962150" y="5655036"/>
            <a:ext cx="2495550" cy="369332"/>
          </a:xfrm>
          <a:prstGeom prst="rect">
            <a:avLst/>
          </a:prstGeom>
          <a:noFill/>
        </p:spPr>
        <p:txBody>
          <a:bodyPr wrap="square" rtlCol="0">
            <a:spAutoFit/>
          </a:bodyPr>
          <a:lstStyle/>
          <a:p>
            <a:r>
              <a:rPr lang="en-US" dirty="0"/>
              <a:t>For lambda = 1.0e-11</a:t>
            </a:r>
          </a:p>
        </p:txBody>
      </p:sp>
      <p:pic>
        <p:nvPicPr>
          <p:cNvPr id="3" name="Picture 2">
            <a:extLst>
              <a:ext uri="{FF2B5EF4-FFF2-40B4-BE49-F238E27FC236}">
                <a16:creationId xmlns:a16="http://schemas.microsoft.com/office/drawing/2014/main" id="{8E20EE66-6A3A-D1BC-1854-025716B53666}"/>
              </a:ext>
            </a:extLst>
          </p:cNvPr>
          <p:cNvPicPr>
            <a:picLocks noChangeAspect="1"/>
          </p:cNvPicPr>
          <p:nvPr/>
        </p:nvPicPr>
        <p:blipFill>
          <a:blip r:embed="rId2"/>
          <a:stretch>
            <a:fillRect/>
          </a:stretch>
        </p:blipFill>
        <p:spPr>
          <a:xfrm>
            <a:off x="213295" y="1230669"/>
            <a:ext cx="5996548" cy="4258376"/>
          </a:xfrm>
          <a:prstGeom prst="rect">
            <a:avLst/>
          </a:prstGeom>
        </p:spPr>
      </p:pic>
      <p:pic>
        <p:nvPicPr>
          <p:cNvPr id="8" name="Picture 7">
            <a:extLst>
              <a:ext uri="{FF2B5EF4-FFF2-40B4-BE49-F238E27FC236}">
                <a16:creationId xmlns:a16="http://schemas.microsoft.com/office/drawing/2014/main" id="{D646BE79-59C3-15C6-1FA8-27E86ECB6D06}"/>
              </a:ext>
            </a:extLst>
          </p:cNvPr>
          <p:cNvPicPr>
            <a:picLocks noChangeAspect="1"/>
          </p:cNvPicPr>
          <p:nvPr/>
        </p:nvPicPr>
        <p:blipFill>
          <a:blip r:embed="rId3"/>
          <a:stretch>
            <a:fillRect/>
          </a:stretch>
        </p:blipFill>
        <p:spPr>
          <a:xfrm>
            <a:off x="6096000" y="958695"/>
            <a:ext cx="5805050" cy="4530350"/>
          </a:xfrm>
          <a:prstGeom prst="rect">
            <a:avLst/>
          </a:prstGeom>
        </p:spPr>
      </p:pic>
      <p:sp>
        <p:nvSpPr>
          <p:cNvPr id="9" name="TextBox 8">
            <a:extLst>
              <a:ext uri="{FF2B5EF4-FFF2-40B4-BE49-F238E27FC236}">
                <a16:creationId xmlns:a16="http://schemas.microsoft.com/office/drawing/2014/main" id="{57714E5C-5074-6F32-688B-562D7B6C2CA3}"/>
              </a:ext>
            </a:extLst>
          </p:cNvPr>
          <p:cNvSpPr txBox="1"/>
          <p:nvPr/>
        </p:nvSpPr>
        <p:spPr>
          <a:xfrm>
            <a:off x="5294376" y="5761019"/>
            <a:ext cx="2157984" cy="369332"/>
          </a:xfrm>
          <a:prstGeom prst="rect">
            <a:avLst/>
          </a:prstGeom>
          <a:noFill/>
        </p:spPr>
        <p:txBody>
          <a:bodyPr wrap="square" rtlCol="0">
            <a:spAutoFit/>
          </a:bodyPr>
          <a:lstStyle/>
          <a:p>
            <a:r>
              <a:rPr lang="en-US" dirty="0"/>
              <a:t>Acceptable</a:t>
            </a:r>
          </a:p>
        </p:txBody>
      </p:sp>
    </p:spTree>
    <p:extLst>
      <p:ext uri="{BB962C8B-B14F-4D97-AF65-F5344CB8AC3E}">
        <p14:creationId xmlns:p14="http://schemas.microsoft.com/office/powerpoint/2010/main" val="1349206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996E64-99D5-8360-5454-1A96426D92E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71A095C-D951-9EC9-EA00-E674AABBE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65607A-99CD-D197-BCF5-CBAF3A162071}"/>
              </a:ext>
            </a:extLst>
          </p:cNvPr>
          <p:cNvSpPr>
            <a:spLocks noGrp="1"/>
          </p:cNvSpPr>
          <p:nvPr>
            <p:ph type="sldNum" sz="quarter" idx="12"/>
          </p:nvPr>
        </p:nvSpPr>
        <p:spPr/>
        <p:txBody>
          <a:bodyPr/>
          <a:lstStyle/>
          <a:p>
            <a:fld id="{5D474BC6-09C9-4ED8-ADF6-087D6F25D5BC}" type="slidenum">
              <a:rPr lang="en-US" smtClean="0"/>
              <a:t>39</a:t>
            </a:fld>
            <a:endParaRPr lang="en-US"/>
          </a:p>
        </p:txBody>
      </p:sp>
      <p:sp>
        <p:nvSpPr>
          <p:cNvPr id="8" name="TextBox 7">
            <a:extLst>
              <a:ext uri="{FF2B5EF4-FFF2-40B4-BE49-F238E27FC236}">
                <a16:creationId xmlns:a16="http://schemas.microsoft.com/office/drawing/2014/main" id="{67E76E6D-0A93-4C80-CAC7-AE27FAFEE38D}"/>
              </a:ext>
            </a:extLst>
          </p:cNvPr>
          <p:cNvSpPr txBox="1"/>
          <p:nvPr/>
        </p:nvSpPr>
        <p:spPr>
          <a:xfrm>
            <a:off x="969264" y="649224"/>
            <a:ext cx="10384536"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As things stand for the last case: lambda = 1e-11 the uniformity requirements are met on the whole volume</a:t>
            </a:r>
          </a:p>
          <a:p>
            <a:pPr marL="285750" indent="-285750">
              <a:buFont typeface="Arial" panose="020B0604020202020204" pitchFamily="34" charset="0"/>
              <a:buChar char="•"/>
            </a:pPr>
            <a:r>
              <a:rPr lang="en-US" dirty="0"/>
              <a:t>This however makes the currents on the sides higher and fluctuating. This means we need to now tune the spacing and number of coils keeping the lambda the same</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endParaRPr lang="en-US" dirty="0"/>
          </a:p>
          <a:p>
            <a:r>
              <a:rPr lang="en-US" dirty="0"/>
              <a:t> </a:t>
            </a:r>
          </a:p>
        </p:txBody>
      </p:sp>
    </p:spTree>
    <p:extLst>
      <p:ext uri="{BB962C8B-B14F-4D97-AF65-F5344CB8AC3E}">
        <p14:creationId xmlns:p14="http://schemas.microsoft.com/office/powerpoint/2010/main" val="16723752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08C2A-C81B-C9C5-99C7-A2179664BFB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3217600-5B9D-B5A4-D7BE-865772B52DF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AE2F4C0-BD6C-CBDE-1354-22E015953D36}"/>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EF88220B-C34F-03A4-951B-F888057F9299}"/>
              </a:ext>
            </a:extLst>
          </p:cNvPr>
          <p:cNvSpPr>
            <a:spLocks noGrp="1"/>
          </p:cNvSpPr>
          <p:nvPr>
            <p:ph type="sldNum" sz="quarter" idx="12"/>
          </p:nvPr>
        </p:nvSpPr>
        <p:spPr/>
        <p:txBody>
          <a:bodyPr/>
          <a:lstStyle/>
          <a:p>
            <a:fld id="{5D474BC6-09C9-4ED8-ADF6-087D6F25D5BC}" type="slidenum">
              <a:rPr lang="en-US" smtClean="0"/>
              <a:t>40</a:t>
            </a:fld>
            <a:endParaRPr lang="en-US"/>
          </a:p>
        </p:txBody>
      </p:sp>
      <p:sp>
        <p:nvSpPr>
          <p:cNvPr id="7" name="TextBox 6">
            <a:extLst>
              <a:ext uri="{FF2B5EF4-FFF2-40B4-BE49-F238E27FC236}">
                <a16:creationId xmlns:a16="http://schemas.microsoft.com/office/drawing/2014/main" id="{0DB07A0B-C48B-152A-51D4-BE639295DA04}"/>
              </a:ext>
            </a:extLst>
          </p:cNvPr>
          <p:cNvSpPr txBox="1"/>
          <p:nvPr/>
        </p:nvSpPr>
        <p:spPr>
          <a:xfrm>
            <a:off x="621792" y="493776"/>
            <a:ext cx="9509760" cy="369332"/>
          </a:xfrm>
          <a:prstGeom prst="rect">
            <a:avLst/>
          </a:prstGeom>
          <a:noFill/>
        </p:spPr>
        <p:txBody>
          <a:bodyPr wrap="square" rtlCol="0">
            <a:spAutoFit/>
          </a:bodyPr>
          <a:lstStyle/>
          <a:p>
            <a:r>
              <a:rPr lang="en-US" dirty="0"/>
              <a:t>100 coils with 60 mm spacing: weight profile and singular values </a:t>
            </a:r>
            <a:r>
              <a:rPr lang="en-US" dirty="0" err="1"/>
              <a:t>wrt</a:t>
            </a:r>
            <a:r>
              <a:rPr lang="en-US" dirty="0"/>
              <a:t> mode index</a:t>
            </a:r>
          </a:p>
        </p:txBody>
      </p:sp>
      <p:pic>
        <p:nvPicPr>
          <p:cNvPr id="9" name="Picture 8">
            <a:extLst>
              <a:ext uri="{FF2B5EF4-FFF2-40B4-BE49-F238E27FC236}">
                <a16:creationId xmlns:a16="http://schemas.microsoft.com/office/drawing/2014/main" id="{0DBC799B-367D-A153-3FE4-5F43310F1CFA}"/>
              </a:ext>
            </a:extLst>
          </p:cNvPr>
          <p:cNvPicPr>
            <a:picLocks noChangeAspect="1"/>
          </p:cNvPicPr>
          <p:nvPr/>
        </p:nvPicPr>
        <p:blipFill>
          <a:blip r:embed="rId2"/>
          <a:stretch>
            <a:fillRect/>
          </a:stretch>
        </p:blipFill>
        <p:spPr>
          <a:xfrm>
            <a:off x="621792" y="1516539"/>
            <a:ext cx="5634866" cy="4186379"/>
          </a:xfrm>
          <a:prstGeom prst="rect">
            <a:avLst/>
          </a:prstGeom>
        </p:spPr>
      </p:pic>
      <p:sp>
        <p:nvSpPr>
          <p:cNvPr id="2" name="TextBox 1">
            <a:extLst>
              <a:ext uri="{FF2B5EF4-FFF2-40B4-BE49-F238E27FC236}">
                <a16:creationId xmlns:a16="http://schemas.microsoft.com/office/drawing/2014/main" id="{28D6D62B-5017-93A9-8DAC-D91BD1BE50E9}"/>
              </a:ext>
            </a:extLst>
          </p:cNvPr>
          <p:cNvSpPr txBox="1"/>
          <p:nvPr/>
        </p:nvSpPr>
        <p:spPr>
          <a:xfrm>
            <a:off x="2377187" y="5702918"/>
            <a:ext cx="2642488" cy="369332"/>
          </a:xfrm>
          <a:prstGeom prst="rect">
            <a:avLst/>
          </a:prstGeom>
          <a:noFill/>
        </p:spPr>
        <p:txBody>
          <a:bodyPr wrap="square" rtlCol="0">
            <a:spAutoFit/>
          </a:bodyPr>
          <a:lstStyle/>
          <a:p>
            <a:r>
              <a:rPr lang="en-US" dirty="0"/>
              <a:t>Same weight as before</a:t>
            </a:r>
          </a:p>
        </p:txBody>
      </p:sp>
      <p:pic>
        <p:nvPicPr>
          <p:cNvPr id="8" name="Picture 7">
            <a:extLst>
              <a:ext uri="{FF2B5EF4-FFF2-40B4-BE49-F238E27FC236}">
                <a16:creationId xmlns:a16="http://schemas.microsoft.com/office/drawing/2014/main" id="{CA996B9B-C0E0-1C18-1B6E-9285E7C95335}"/>
              </a:ext>
            </a:extLst>
          </p:cNvPr>
          <p:cNvPicPr>
            <a:picLocks noChangeAspect="1"/>
          </p:cNvPicPr>
          <p:nvPr/>
        </p:nvPicPr>
        <p:blipFill>
          <a:blip r:embed="rId3"/>
          <a:stretch>
            <a:fillRect/>
          </a:stretch>
        </p:blipFill>
        <p:spPr>
          <a:xfrm>
            <a:off x="5814550" y="1701666"/>
            <a:ext cx="5891675" cy="4001252"/>
          </a:xfrm>
          <a:prstGeom prst="rect">
            <a:avLst/>
          </a:prstGeom>
        </p:spPr>
      </p:pic>
      <p:cxnSp>
        <p:nvCxnSpPr>
          <p:cNvPr id="11" name="Straight Arrow Connector 10">
            <a:extLst>
              <a:ext uri="{FF2B5EF4-FFF2-40B4-BE49-F238E27FC236}">
                <a16:creationId xmlns:a16="http://schemas.microsoft.com/office/drawing/2014/main" id="{5BE274D8-2350-97F4-42D6-5C70C8D8D05E}"/>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D169730-048F-8B3A-0D35-F7FADB79EF4F}"/>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spTree>
    <p:extLst>
      <p:ext uri="{BB962C8B-B14F-4D97-AF65-F5344CB8AC3E}">
        <p14:creationId xmlns:p14="http://schemas.microsoft.com/office/powerpoint/2010/main" val="1312250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6E8C5-F5C3-7F47-907B-6A283998A7E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552E03C-AE1F-6EBF-1F78-56DC4070411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1208207-6937-B8CB-3FF6-546D500D6122}"/>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2100BC09-59E1-5E28-4444-F03AAD79DDBE}"/>
              </a:ext>
            </a:extLst>
          </p:cNvPr>
          <p:cNvSpPr>
            <a:spLocks noGrp="1"/>
          </p:cNvSpPr>
          <p:nvPr>
            <p:ph type="sldNum" sz="quarter" idx="12"/>
          </p:nvPr>
        </p:nvSpPr>
        <p:spPr/>
        <p:txBody>
          <a:bodyPr/>
          <a:lstStyle/>
          <a:p>
            <a:fld id="{5D474BC6-09C9-4ED8-ADF6-087D6F25D5BC}" type="slidenum">
              <a:rPr lang="en-US" smtClean="0"/>
              <a:t>41</a:t>
            </a:fld>
            <a:endParaRPr lang="en-US"/>
          </a:p>
        </p:txBody>
      </p:sp>
      <p:sp>
        <p:nvSpPr>
          <p:cNvPr id="7" name="TextBox 6">
            <a:extLst>
              <a:ext uri="{FF2B5EF4-FFF2-40B4-BE49-F238E27FC236}">
                <a16:creationId xmlns:a16="http://schemas.microsoft.com/office/drawing/2014/main" id="{D2BE566A-96FE-5841-C9AA-1B106D1CE882}"/>
              </a:ext>
            </a:extLst>
          </p:cNvPr>
          <p:cNvSpPr txBox="1"/>
          <p:nvPr/>
        </p:nvSpPr>
        <p:spPr>
          <a:xfrm>
            <a:off x="621792" y="493776"/>
            <a:ext cx="9509760" cy="369332"/>
          </a:xfrm>
          <a:prstGeom prst="rect">
            <a:avLst/>
          </a:prstGeom>
          <a:noFill/>
        </p:spPr>
        <p:txBody>
          <a:bodyPr wrap="square" rtlCol="0">
            <a:spAutoFit/>
          </a:bodyPr>
          <a:lstStyle/>
          <a:p>
            <a:r>
              <a:rPr lang="en-US" dirty="0"/>
              <a:t>100 coils with 60 mm spacing: 6.47e-6 ppm at the edge of the “uniformity volume”</a:t>
            </a:r>
          </a:p>
        </p:txBody>
      </p:sp>
      <p:sp>
        <p:nvSpPr>
          <p:cNvPr id="13" name="TextBox 12">
            <a:extLst>
              <a:ext uri="{FF2B5EF4-FFF2-40B4-BE49-F238E27FC236}">
                <a16:creationId xmlns:a16="http://schemas.microsoft.com/office/drawing/2014/main" id="{0DABC777-B075-F295-5495-5B83971C55E5}"/>
              </a:ext>
            </a:extLst>
          </p:cNvPr>
          <p:cNvSpPr txBox="1"/>
          <p:nvPr/>
        </p:nvSpPr>
        <p:spPr>
          <a:xfrm>
            <a:off x="1924050" y="5524500"/>
            <a:ext cx="2495550" cy="369332"/>
          </a:xfrm>
          <a:prstGeom prst="rect">
            <a:avLst/>
          </a:prstGeom>
          <a:noFill/>
        </p:spPr>
        <p:txBody>
          <a:bodyPr wrap="square" rtlCol="0">
            <a:spAutoFit/>
          </a:bodyPr>
          <a:lstStyle/>
          <a:p>
            <a:r>
              <a:rPr lang="en-US" dirty="0"/>
              <a:t>For lambda = 1e-12</a:t>
            </a:r>
          </a:p>
        </p:txBody>
      </p:sp>
      <p:sp>
        <p:nvSpPr>
          <p:cNvPr id="14" name="TextBox 13">
            <a:extLst>
              <a:ext uri="{FF2B5EF4-FFF2-40B4-BE49-F238E27FC236}">
                <a16:creationId xmlns:a16="http://schemas.microsoft.com/office/drawing/2014/main" id="{51049075-7DF2-AF3B-39A0-6C8ECD1938A0}"/>
              </a:ext>
            </a:extLst>
          </p:cNvPr>
          <p:cNvSpPr txBox="1"/>
          <p:nvPr/>
        </p:nvSpPr>
        <p:spPr>
          <a:xfrm>
            <a:off x="8257032" y="5733288"/>
            <a:ext cx="1408176" cy="369332"/>
          </a:xfrm>
          <a:prstGeom prst="rect">
            <a:avLst/>
          </a:prstGeom>
          <a:noFill/>
        </p:spPr>
        <p:txBody>
          <a:bodyPr wrap="square" rtlCol="0">
            <a:spAutoFit/>
          </a:bodyPr>
          <a:lstStyle/>
          <a:p>
            <a:r>
              <a:rPr lang="en-US" dirty="0"/>
              <a:t>acceptable</a:t>
            </a:r>
          </a:p>
        </p:txBody>
      </p:sp>
      <p:pic>
        <p:nvPicPr>
          <p:cNvPr id="3" name="Picture 2">
            <a:extLst>
              <a:ext uri="{FF2B5EF4-FFF2-40B4-BE49-F238E27FC236}">
                <a16:creationId xmlns:a16="http://schemas.microsoft.com/office/drawing/2014/main" id="{1FBAA0AE-4D92-DB26-3C72-23FB8125522F}"/>
              </a:ext>
            </a:extLst>
          </p:cNvPr>
          <p:cNvPicPr>
            <a:picLocks noChangeAspect="1"/>
          </p:cNvPicPr>
          <p:nvPr/>
        </p:nvPicPr>
        <p:blipFill>
          <a:blip r:embed="rId2"/>
          <a:srcRect l="2971"/>
          <a:stretch>
            <a:fillRect/>
          </a:stretch>
        </p:blipFill>
        <p:spPr>
          <a:xfrm>
            <a:off x="159307" y="1078766"/>
            <a:ext cx="5712499" cy="4445734"/>
          </a:xfrm>
          <a:prstGeom prst="rect">
            <a:avLst/>
          </a:prstGeom>
        </p:spPr>
      </p:pic>
      <p:pic>
        <p:nvPicPr>
          <p:cNvPr id="10" name="Picture 9">
            <a:extLst>
              <a:ext uri="{FF2B5EF4-FFF2-40B4-BE49-F238E27FC236}">
                <a16:creationId xmlns:a16="http://schemas.microsoft.com/office/drawing/2014/main" id="{6830263B-E539-49AA-57BA-BA731615A855}"/>
              </a:ext>
            </a:extLst>
          </p:cNvPr>
          <p:cNvPicPr>
            <a:picLocks noChangeAspect="1"/>
          </p:cNvPicPr>
          <p:nvPr/>
        </p:nvPicPr>
        <p:blipFill>
          <a:blip r:embed="rId3"/>
          <a:stretch>
            <a:fillRect/>
          </a:stretch>
        </p:blipFill>
        <p:spPr>
          <a:xfrm>
            <a:off x="5943177" y="1116838"/>
            <a:ext cx="5525137" cy="4639030"/>
          </a:xfrm>
          <a:prstGeom prst="rect">
            <a:avLst/>
          </a:prstGeom>
        </p:spPr>
      </p:pic>
    </p:spTree>
    <p:extLst>
      <p:ext uri="{BB962C8B-B14F-4D97-AF65-F5344CB8AC3E}">
        <p14:creationId xmlns:p14="http://schemas.microsoft.com/office/powerpoint/2010/main" val="3008933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26B79-B303-4403-05C5-45DB368B60F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4BBA0C1-4680-B03C-0606-46A84179732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3B14557-FC00-A1D2-6C33-5C7D531B3376}"/>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3A702253-1766-AA84-8975-FF886DA2F7A4}"/>
              </a:ext>
            </a:extLst>
          </p:cNvPr>
          <p:cNvSpPr>
            <a:spLocks noGrp="1"/>
          </p:cNvSpPr>
          <p:nvPr>
            <p:ph type="sldNum" sz="quarter" idx="12"/>
          </p:nvPr>
        </p:nvSpPr>
        <p:spPr/>
        <p:txBody>
          <a:bodyPr/>
          <a:lstStyle/>
          <a:p>
            <a:fld id="{5D474BC6-09C9-4ED8-ADF6-087D6F25D5BC}" type="slidenum">
              <a:rPr lang="en-US" smtClean="0"/>
              <a:t>42</a:t>
            </a:fld>
            <a:endParaRPr lang="en-US"/>
          </a:p>
        </p:txBody>
      </p:sp>
      <p:sp>
        <p:nvSpPr>
          <p:cNvPr id="7" name="TextBox 6">
            <a:extLst>
              <a:ext uri="{FF2B5EF4-FFF2-40B4-BE49-F238E27FC236}">
                <a16:creationId xmlns:a16="http://schemas.microsoft.com/office/drawing/2014/main" id="{3EBA1042-99CD-048D-09D2-54268530B1EC}"/>
              </a:ext>
            </a:extLst>
          </p:cNvPr>
          <p:cNvSpPr txBox="1"/>
          <p:nvPr/>
        </p:nvSpPr>
        <p:spPr>
          <a:xfrm>
            <a:off x="621792" y="493776"/>
            <a:ext cx="9509760" cy="369332"/>
          </a:xfrm>
          <a:prstGeom prst="rect">
            <a:avLst/>
          </a:prstGeom>
          <a:noFill/>
        </p:spPr>
        <p:txBody>
          <a:bodyPr wrap="square" rtlCol="0">
            <a:spAutoFit/>
          </a:bodyPr>
          <a:lstStyle/>
          <a:p>
            <a:r>
              <a:rPr lang="en-US" dirty="0"/>
              <a:t>100 coils with 60 mm spacing: 6.47e-6 ppm at the edge of the “uniformity volume”</a:t>
            </a:r>
          </a:p>
        </p:txBody>
      </p:sp>
      <p:sp>
        <p:nvSpPr>
          <p:cNvPr id="13" name="TextBox 12">
            <a:extLst>
              <a:ext uri="{FF2B5EF4-FFF2-40B4-BE49-F238E27FC236}">
                <a16:creationId xmlns:a16="http://schemas.microsoft.com/office/drawing/2014/main" id="{2F2F6C11-4C8C-9AFE-4B47-2904B9D8513D}"/>
              </a:ext>
            </a:extLst>
          </p:cNvPr>
          <p:cNvSpPr txBox="1"/>
          <p:nvPr/>
        </p:nvSpPr>
        <p:spPr>
          <a:xfrm>
            <a:off x="1924050" y="5524500"/>
            <a:ext cx="2495550" cy="369332"/>
          </a:xfrm>
          <a:prstGeom prst="rect">
            <a:avLst/>
          </a:prstGeom>
          <a:noFill/>
        </p:spPr>
        <p:txBody>
          <a:bodyPr wrap="square" rtlCol="0">
            <a:spAutoFit/>
          </a:bodyPr>
          <a:lstStyle/>
          <a:p>
            <a:r>
              <a:rPr lang="en-US" dirty="0"/>
              <a:t>For lambda = 1e-12</a:t>
            </a:r>
          </a:p>
        </p:txBody>
      </p:sp>
      <p:sp>
        <p:nvSpPr>
          <p:cNvPr id="14" name="TextBox 13">
            <a:extLst>
              <a:ext uri="{FF2B5EF4-FFF2-40B4-BE49-F238E27FC236}">
                <a16:creationId xmlns:a16="http://schemas.microsoft.com/office/drawing/2014/main" id="{4513822C-CB20-8CCC-C435-DA4C9A8614DE}"/>
              </a:ext>
            </a:extLst>
          </p:cNvPr>
          <p:cNvSpPr txBox="1"/>
          <p:nvPr/>
        </p:nvSpPr>
        <p:spPr>
          <a:xfrm>
            <a:off x="8257032" y="5733288"/>
            <a:ext cx="1408176" cy="369332"/>
          </a:xfrm>
          <a:prstGeom prst="rect">
            <a:avLst/>
          </a:prstGeom>
          <a:noFill/>
        </p:spPr>
        <p:txBody>
          <a:bodyPr wrap="square" rtlCol="0">
            <a:spAutoFit/>
          </a:bodyPr>
          <a:lstStyle/>
          <a:p>
            <a:r>
              <a:rPr lang="en-US" dirty="0"/>
              <a:t>acceptable</a:t>
            </a:r>
          </a:p>
        </p:txBody>
      </p:sp>
      <p:pic>
        <p:nvPicPr>
          <p:cNvPr id="3" name="Picture 2">
            <a:extLst>
              <a:ext uri="{FF2B5EF4-FFF2-40B4-BE49-F238E27FC236}">
                <a16:creationId xmlns:a16="http://schemas.microsoft.com/office/drawing/2014/main" id="{4B6AFEFC-067B-FC17-0436-019EB0016D83}"/>
              </a:ext>
            </a:extLst>
          </p:cNvPr>
          <p:cNvPicPr>
            <a:picLocks noChangeAspect="1"/>
          </p:cNvPicPr>
          <p:nvPr/>
        </p:nvPicPr>
        <p:blipFill>
          <a:blip r:embed="rId2"/>
          <a:srcRect l="2971"/>
          <a:stretch>
            <a:fillRect/>
          </a:stretch>
        </p:blipFill>
        <p:spPr>
          <a:xfrm>
            <a:off x="159307" y="1078766"/>
            <a:ext cx="5712499" cy="4445734"/>
          </a:xfrm>
          <a:prstGeom prst="rect">
            <a:avLst/>
          </a:prstGeom>
        </p:spPr>
      </p:pic>
      <p:pic>
        <p:nvPicPr>
          <p:cNvPr id="15" name="Picture 14">
            <a:extLst>
              <a:ext uri="{FF2B5EF4-FFF2-40B4-BE49-F238E27FC236}">
                <a16:creationId xmlns:a16="http://schemas.microsoft.com/office/drawing/2014/main" id="{52E379AC-BBFC-645E-E5E9-5EEEB31CB8CD}"/>
              </a:ext>
            </a:extLst>
          </p:cNvPr>
          <p:cNvPicPr>
            <a:picLocks noChangeAspect="1"/>
          </p:cNvPicPr>
          <p:nvPr/>
        </p:nvPicPr>
        <p:blipFill>
          <a:blip r:embed="rId3"/>
          <a:stretch>
            <a:fillRect/>
          </a:stretch>
        </p:blipFill>
        <p:spPr>
          <a:xfrm>
            <a:off x="5871806" y="979542"/>
            <a:ext cx="5882044" cy="4644181"/>
          </a:xfrm>
          <a:prstGeom prst="rect">
            <a:avLst/>
          </a:prstGeom>
        </p:spPr>
      </p:pic>
    </p:spTree>
    <p:extLst>
      <p:ext uri="{BB962C8B-B14F-4D97-AF65-F5344CB8AC3E}">
        <p14:creationId xmlns:p14="http://schemas.microsoft.com/office/powerpoint/2010/main" val="27651709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F5DE1-33B8-F546-C902-B20B4C0C859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A39012A-7BBB-2780-8777-551FD0B4F58F}"/>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FD168D9-600D-15B0-0CEC-90AEF71573D9}"/>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55B01A77-489C-5AE9-B570-63ABCACD824B}"/>
              </a:ext>
            </a:extLst>
          </p:cNvPr>
          <p:cNvSpPr>
            <a:spLocks noGrp="1"/>
          </p:cNvSpPr>
          <p:nvPr>
            <p:ph type="sldNum" sz="quarter" idx="12"/>
          </p:nvPr>
        </p:nvSpPr>
        <p:spPr/>
        <p:txBody>
          <a:bodyPr/>
          <a:lstStyle/>
          <a:p>
            <a:fld id="{5D474BC6-09C9-4ED8-ADF6-087D6F25D5BC}" type="slidenum">
              <a:rPr lang="en-US" smtClean="0"/>
              <a:t>43</a:t>
            </a:fld>
            <a:endParaRPr lang="en-US"/>
          </a:p>
        </p:txBody>
      </p:sp>
      <p:sp>
        <p:nvSpPr>
          <p:cNvPr id="7" name="TextBox 6">
            <a:extLst>
              <a:ext uri="{FF2B5EF4-FFF2-40B4-BE49-F238E27FC236}">
                <a16:creationId xmlns:a16="http://schemas.microsoft.com/office/drawing/2014/main" id="{E31921A6-799B-1B7C-DF66-0DC995465F4C}"/>
              </a:ext>
            </a:extLst>
          </p:cNvPr>
          <p:cNvSpPr txBox="1"/>
          <p:nvPr/>
        </p:nvSpPr>
        <p:spPr>
          <a:xfrm>
            <a:off x="621792" y="493776"/>
            <a:ext cx="9509760" cy="369332"/>
          </a:xfrm>
          <a:prstGeom prst="rect">
            <a:avLst/>
          </a:prstGeom>
          <a:noFill/>
        </p:spPr>
        <p:txBody>
          <a:bodyPr wrap="square" rtlCol="0">
            <a:spAutoFit/>
          </a:bodyPr>
          <a:lstStyle/>
          <a:p>
            <a:r>
              <a:rPr lang="en-US" dirty="0"/>
              <a:t>100 coils with 80 mm spacing: weight profile and singular values </a:t>
            </a:r>
            <a:r>
              <a:rPr lang="en-US" dirty="0" err="1"/>
              <a:t>wrt</a:t>
            </a:r>
            <a:r>
              <a:rPr lang="en-US" dirty="0"/>
              <a:t> mode index</a:t>
            </a:r>
          </a:p>
        </p:txBody>
      </p:sp>
      <p:pic>
        <p:nvPicPr>
          <p:cNvPr id="9" name="Picture 8">
            <a:extLst>
              <a:ext uri="{FF2B5EF4-FFF2-40B4-BE49-F238E27FC236}">
                <a16:creationId xmlns:a16="http://schemas.microsoft.com/office/drawing/2014/main" id="{A3366B91-A7E5-B991-9D01-C88C8570E27F}"/>
              </a:ext>
            </a:extLst>
          </p:cNvPr>
          <p:cNvPicPr>
            <a:picLocks noChangeAspect="1"/>
          </p:cNvPicPr>
          <p:nvPr/>
        </p:nvPicPr>
        <p:blipFill>
          <a:blip r:embed="rId2"/>
          <a:stretch>
            <a:fillRect/>
          </a:stretch>
        </p:blipFill>
        <p:spPr>
          <a:xfrm>
            <a:off x="621792" y="1516539"/>
            <a:ext cx="5634866" cy="4186379"/>
          </a:xfrm>
          <a:prstGeom prst="rect">
            <a:avLst/>
          </a:prstGeom>
        </p:spPr>
      </p:pic>
      <p:sp>
        <p:nvSpPr>
          <p:cNvPr id="2" name="TextBox 1">
            <a:extLst>
              <a:ext uri="{FF2B5EF4-FFF2-40B4-BE49-F238E27FC236}">
                <a16:creationId xmlns:a16="http://schemas.microsoft.com/office/drawing/2014/main" id="{109A38AB-F1A6-96FE-6BDF-D96EDF3B30FE}"/>
              </a:ext>
            </a:extLst>
          </p:cNvPr>
          <p:cNvSpPr txBox="1"/>
          <p:nvPr/>
        </p:nvSpPr>
        <p:spPr>
          <a:xfrm>
            <a:off x="2377187" y="5702918"/>
            <a:ext cx="2642488" cy="369332"/>
          </a:xfrm>
          <a:prstGeom prst="rect">
            <a:avLst/>
          </a:prstGeom>
          <a:noFill/>
        </p:spPr>
        <p:txBody>
          <a:bodyPr wrap="square" rtlCol="0">
            <a:spAutoFit/>
          </a:bodyPr>
          <a:lstStyle/>
          <a:p>
            <a:r>
              <a:rPr lang="en-US" dirty="0"/>
              <a:t>Same weight as before</a:t>
            </a:r>
          </a:p>
        </p:txBody>
      </p:sp>
      <p:sp>
        <p:nvSpPr>
          <p:cNvPr id="13" name="TextBox 12">
            <a:extLst>
              <a:ext uri="{FF2B5EF4-FFF2-40B4-BE49-F238E27FC236}">
                <a16:creationId xmlns:a16="http://schemas.microsoft.com/office/drawing/2014/main" id="{9EB463C7-5619-6837-FD3F-B6727F7142F1}"/>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10" name="Picture 9">
            <a:extLst>
              <a:ext uri="{FF2B5EF4-FFF2-40B4-BE49-F238E27FC236}">
                <a16:creationId xmlns:a16="http://schemas.microsoft.com/office/drawing/2014/main" id="{EA0131BD-D311-1D50-F2B4-882B0715C761}"/>
              </a:ext>
            </a:extLst>
          </p:cNvPr>
          <p:cNvPicPr>
            <a:picLocks noChangeAspect="1"/>
          </p:cNvPicPr>
          <p:nvPr/>
        </p:nvPicPr>
        <p:blipFill>
          <a:blip r:embed="rId3"/>
          <a:stretch>
            <a:fillRect/>
          </a:stretch>
        </p:blipFill>
        <p:spPr>
          <a:xfrm>
            <a:off x="5735088" y="1840721"/>
            <a:ext cx="5618712" cy="4046863"/>
          </a:xfrm>
          <a:prstGeom prst="rect">
            <a:avLst/>
          </a:prstGeom>
        </p:spPr>
      </p:pic>
      <p:cxnSp>
        <p:nvCxnSpPr>
          <p:cNvPr id="12" name="Straight Arrow Connector 11">
            <a:extLst>
              <a:ext uri="{FF2B5EF4-FFF2-40B4-BE49-F238E27FC236}">
                <a16:creationId xmlns:a16="http://schemas.microsoft.com/office/drawing/2014/main" id="{AD1D1EEF-BE58-6316-6996-C62D58D7CD02}"/>
              </a:ext>
            </a:extLst>
          </p:cNvPr>
          <p:cNvCxnSpPr>
            <a:cxnSpLocks/>
          </p:cNvCxnSpPr>
          <p:nvPr/>
        </p:nvCxnSpPr>
        <p:spPr>
          <a:xfrm flipV="1">
            <a:off x="8908976" y="1187290"/>
            <a:ext cx="944118" cy="21038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0538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DF0F2-2124-ABFB-8290-3628921FE1A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6CC6147-916A-1E4E-0675-E4A9096BFB2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3FA6047A-2853-6CC0-AD9D-529A9E6ECA32}"/>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2A59E484-A24E-7AF8-B36C-34EC4337D195}"/>
              </a:ext>
            </a:extLst>
          </p:cNvPr>
          <p:cNvSpPr>
            <a:spLocks noGrp="1"/>
          </p:cNvSpPr>
          <p:nvPr>
            <p:ph type="sldNum" sz="quarter" idx="12"/>
          </p:nvPr>
        </p:nvSpPr>
        <p:spPr/>
        <p:txBody>
          <a:bodyPr/>
          <a:lstStyle/>
          <a:p>
            <a:fld id="{5D474BC6-09C9-4ED8-ADF6-087D6F25D5BC}" type="slidenum">
              <a:rPr lang="en-US" smtClean="0"/>
              <a:t>44</a:t>
            </a:fld>
            <a:endParaRPr lang="en-US"/>
          </a:p>
        </p:txBody>
      </p:sp>
      <p:sp>
        <p:nvSpPr>
          <p:cNvPr id="7" name="TextBox 6">
            <a:extLst>
              <a:ext uri="{FF2B5EF4-FFF2-40B4-BE49-F238E27FC236}">
                <a16:creationId xmlns:a16="http://schemas.microsoft.com/office/drawing/2014/main" id="{3E8AF214-9C4F-2D8B-2A3C-07E0F28589A2}"/>
              </a:ext>
            </a:extLst>
          </p:cNvPr>
          <p:cNvSpPr txBox="1"/>
          <p:nvPr/>
        </p:nvSpPr>
        <p:spPr>
          <a:xfrm>
            <a:off x="621792" y="493776"/>
            <a:ext cx="9509760" cy="369332"/>
          </a:xfrm>
          <a:prstGeom prst="rect">
            <a:avLst/>
          </a:prstGeom>
          <a:noFill/>
        </p:spPr>
        <p:txBody>
          <a:bodyPr wrap="square" rtlCol="0">
            <a:spAutoFit/>
          </a:bodyPr>
          <a:lstStyle/>
          <a:p>
            <a:r>
              <a:rPr lang="en-US" dirty="0"/>
              <a:t>100 coils with 80 mm spacing: 6.47e-6 ppm at the edge of the “uniformity volume”</a:t>
            </a:r>
          </a:p>
        </p:txBody>
      </p:sp>
      <p:sp>
        <p:nvSpPr>
          <p:cNvPr id="13" name="TextBox 12">
            <a:extLst>
              <a:ext uri="{FF2B5EF4-FFF2-40B4-BE49-F238E27FC236}">
                <a16:creationId xmlns:a16="http://schemas.microsoft.com/office/drawing/2014/main" id="{FA393FAD-6996-6D28-3898-DE1A9244BDD8}"/>
              </a:ext>
            </a:extLst>
          </p:cNvPr>
          <p:cNvSpPr txBox="1"/>
          <p:nvPr/>
        </p:nvSpPr>
        <p:spPr>
          <a:xfrm>
            <a:off x="2209800" y="5650500"/>
            <a:ext cx="2495550" cy="369332"/>
          </a:xfrm>
          <a:prstGeom prst="rect">
            <a:avLst/>
          </a:prstGeom>
          <a:noFill/>
        </p:spPr>
        <p:txBody>
          <a:bodyPr wrap="square" rtlCol="0">
            <a:spAutoFit/>
          </a:bodyPr>
          <a:lstStyle/>
          <a:p>
            <a:r>
              <a:rPr lang="en-US" dirty="0"/>
              <a:t>For lambda = 1e-10</a:t>
            </a:r>
          </a:p>
        </p:txBody>
      </p:sp>
      <p:sp>
        <p:nvSpPr>
          <p:cNvPr id="14" name="TextBox 13">
            <a:extLst>
              <a:ext uri="{FF2B5EF4-FFF2-40B4-BE49-F238E27FC236}">
                <a16:creationId xmlns:a16="http://schemas.microsoft.com/office/drawing/2014/main" id="{3B050338-59C6-B39F-2B96-C1AF488D19B2}"/>
              </a:ext>
            </a:extLst>
          </p:cNvPr>
          <p:cNvSpPr txBox="1"/>
          <p:nvPr/>
        </p:nvSpPr>
        <p:spPr>
          <a:xfrm>
            <a:off x="8257032" y="5733288"/>
            <a:ext cx="1408176" cy="369332"/>
          </a:xfrm>
          <a:prstGeom prst="rect">
            <a:avLst/>
          </a:prstGeom>
          <a:noFill/>
        </p:spPr>
        <p:txBody>
          <a:bodyPr wrap="square" rtlCol="0">
            <a:spAutoFit/>
          </a:bodyPr>
          <a:lstStyle/>
          <a:p>
            <a:r>
              <a:rPr lang="en-US" dirty="0"/>
              <a:t>acceptable</a:t>
            </a:r>
          </a:p>
        </p:txBody>
      </p:sp>
      <p:pic>
        <p:nvPicPr>
          <p:cNvPr id="8" name="Picture 7">
            <a:extLst>
              <a:ext uri="{FF2B5EF4-FFF2-40B4-BE49-F238E27FC236}">
                <a16:creationId xmlns:a16="http://schemas.microsoft.com/office/drawing/2014/main" id="{1CDAF9A6-EE6A-78C8-E950-43B42A582E81}"/>
              </a:ext>
            </a:extLst>
          </p:cNvPr>
          <p:cNvPicPr>
            <a:picLocks noChangeAspect="1"/>
          </p:cNvPicPr>
          <p:nvPr/>
        </p:nvPicPr>
        <p:blipFill>
          <a:blip r:embed="rId2"/>
          <a:srcRect l="1619" b="2111"/>
          <a:stretch>
            <a:fillRect/>
          </a:stretch>
        </p:blipFill>
        <p:spPr>
          <a:xfrm>
            <a:off x="238124" y="1022834"/>
            <a:ext cx="6101195" cy="4550727"/>
          </a:xfrm>
          <a:prstGeom prst="rect">
            <a:avLst/>
          </a:prstGeom>
        </p:spPr>
      </p:pic>
      <p:pic>
        <p:nvPicPr>
          <p:cNvPr id="11" name="Picture 10">
            <a:extLst>
              <a:ext uri="{FF2B5EF4-FFF2-40B4-BE49-F238E27FC236}">
                <a16:creationId xmlns:a16="http://schemas.microsoft.com/office/drawing/2014/main" id="{52D0D982-665D-BEFE-5C8C-248811AEA058}"/>
              </a:ext>
            </a:extLst>
          </p:cNvPr>
          <p:cNvPicPr>
            <a:picLocks noChangeAspect="1"/>
          </p:cNvPicPr>
          <p:nvPr/>
        </p:nvPicPr>
        <p:blipFill>
          <a:blip r:embed="rId3"/>
          <a:stretch>
            <a:fillRect/>
          </a:stretch>
        </p:blipFill>
        <p:spPr>
          <a:xfrm>
            <a:off x="6339319" y="1098330"/>
            <a:ext cx="5406289" cy="4508093"/>
          </a:xfrm>
          <a:prstGeom prst="rect">
            <a:avLst/>
          </a:prstGeom>
        </p:spPr>
      </p:pic>
    </p:spTree>
    <p:extLst>
      <p:ext uri="{BB962C8B-B14F-4D97-AF65-F5344CB8AC3E}">
        <p14:creationId xmlns:p14="http://schemas.microsoft.com/office/powerpoint/2010/main" val="2477260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BEEDB-344C-30A7-F0DD-EF49B62EB9F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75278BE-C446-5292-6D15-725D543D491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5CD6C9E-72F4-E9F7-94EB-339617AE6611}"/>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11D51056-7B9D-90A5-3A87-67BE42A1379E}"/>
              </a:ext>
            </a:extLst>
          </p:cNvPr>
          <p:cNvSpPr>
            <a:spLocks noGrp="1"/>
          </p:cNvSpPr>
          <p:nvPr>
            <p:ph type="sldNum" sz="quarter" idx="12"/>
          </p:nvPr>
        </p:nvSpPr>
        <p:spPr/>
        <p:txBody>
          <a:bodyPr/>
          <a:lstStyle/>
          <a:p>
            <a:fld id="{5D474BC6-09C9-4ED8-ADF6-087D6F25D5BC}" type="slidenum">
              <a:rPr lang="en-US" smtClean="0"/>
              <a:t>45</a:t>
            </a:fld>
            <a:endParaRPr lang="en-US"/>
          </a:p>
        </p:txBody>
      </p:sp>
      <p:sp>
        <p:nvSpPr>
          <p:cNvPr id="7" name="TextBox 6">
            <a:extLst>
              <a:ext uri="{FF2B5EF4-FFF2-40B4-BE49-F238E27FC236}">
                <a16:creationId xmlns:a16="http://schemas.microsoft.com/office/drawing/2014/main" id="{061AD85C-5E72-8C97-5D57-0CA9620F0719}"/>
              </a:ext>
            </a:extLst>
          </p:cNvPr>
          <p:cNvSpPr txBox="1"/>
          <p:nvPr/>
        </p:nvSpPr>
        <p:spPr>
          <a:xfrm>
            <a:off x="621792" y="493776"/>
            <a:ext cx="9509760" cy="369332"/>
          </a:xfrm>
          <a:prstGeom prst="rect">
            <a:avLst/>
          </a:prstGeom>
          <a:noFill/>
        </p:spPr>
        <p:txBody>
          <a:bodyPr wrap="square" rtlCol="0">
            <a:spAutoFit/>
          </a:bodyPr>
          <a:lstStyle/>
          <a:p>
            <a:r>
              <a:rPr lang="en-US" dirty="0"/>
              <a:t>100 coils with 80 mm spacing: 6.47e-6 ppm at the edge of the “uniformity volume”</a:t>
            </a:r>
          </a:p>
        </p:txBody>
      </p:sp>
      <p:sp>
        <p:nvSpPr>
          <p:cNvPr id="13" name="TextBox 12">
            <a:extLst>
              <a:ext uri="{FF2B5EF4-FFF2-40B4-BE49-F238E27FC236}">
                <a16:creationId xmlns:a16="http://schemas.microsoft.com/office/drawing/2014/main" id="{98AFB8FD-3FE5-54F7-D085-FD4C1FED36D6}"/>
              </a:ext>
            </a:extLst>
          </p:cNvPr>
          <p:cNvSpPr txBox="1"/>
          <p:nvPr/>
        </p:nvSpPr>
        <p:spPr>
          <a:xfrm>
            <a:off x="2209800" y="5650500"/>
            <a:ext cx="2495550" cy="369332"/>
          </a:xfrm>
          <a:prstGeom prst="rect">
            <a:avLst/>
          </a:prstGeom>
          <a:noFill/>
        </p:spPr>
        <p:txBody>
          <a:bodyPr wrap="square" rtlCol="0">
            <a:spAutoFit/>
          </a:bodyPr>
          <a:lstStyle/>
          <a:p>
            <a:r>
              <a:rPr lang="en-US" dirty="0"/>
              <a:t>For lambda = 1e-10</a:t>
            </a:r>
          </a:p>
        </p:txBody>
      </p:sp>
      <p:sp>
        <p:nvSpPr>
          <p:cNvPr id="14" name="TextBox 13">
            <a:extLst>
              <a:ext uri="{FF2B5EF4-FFF2-40B4-BE49-F238E27FC236}">
                <a16:creationId xmlns:a16="http://schemas.microsoft.com/office/drawing/2014/main" id="{ECFEDF58-7F63-C00B-F000-B643990619A0}"/>
              </a:ext>
            </a:extLst>
          </p:cNvPr>
          <p:cNvSpPr txBox="1"/>
          <p:nvPr/>
        </p:nvSpPr>
        <p:spPr>
          <a:xfrm>
            <a:off x="8257032" y="5733288"/>
            <a:ext cx="1408176" cy="646331"/>
          </a:xfrm>
          <a:prstGeom prst="rect">
            <a:avLst/>
          </a:prstGeom>
          <a:noFill/>
        </p:spPr>
        <p:txBody>
          <a:bodyPr wrap="square" rtlCol="0">
            <a:spAutoFit/>
          </a:bodyPr>
          <a:lstStyle/>
          <a:p>
            <a:r>
              <a:rPr lang="en-US" dirty="0"/>
              <a:t>Not acceptable</a:t>
            </a:r>
          </a:p>
        </p:txBody>
      </p:sp>
      <p:pic>
        <p:nvPicPr>
          <p:cNvPr id="8" name="Picture 7">
            <a:extLst>
              <a:ext uri="{FF2B5EF4-FFF2-40B4-BE49-F238E27FC236}">
                <a16:creationId xmlns:a16="http://schemas.microsoft.com/office/drawing/2014/main" id="{39A3D128-E9B1-3FE8-595C-D855B985A821}"/>
              </a:ext>
            </a:extLst>
          </p:cNvPr>
          <p:cNvPicPr>
            <a:picLocks noChangeAspect="1"/>
          </p:cNvPicPr>
          <p:nvPr/>
        </p:nvPicPr>
        <p:blipFill>
          <a:blip r:embed="rId2"/>
          <a:srcRect l="1619" b="2111"/>
          <a:stretch>
            <a:fillRect/>
          </a:stretch>
        </p:blipFill>
        <p:spPr>
          <a:xfrm>
            <a:off x="238124" y="1022834"/>
            <a:ext cx="6101195" cy="4550727"/>
          </a:xfrm>
          <a:prstGeom prst="rect">
            <a:avLst/>
          </a:prstGeom>
        </p:spPr>
      </p:pic>
      <p:pic>
        <p:nvPicPr>
          <p:cNvPr id="3" name="Picture 2">
            <a:extLst>
              <a:ext uri="{FF2B5EF4-FFF2-40B4-BE49-F238E27FC236}">
                <a16:creationId xmlns:a16="http://schemas.microsoft.com/office/drawing/2014/main" id="{E23B3B88-C08B-87A8-7BC1-8CE41AFB4562}"/>
              </a:ext>
            </a:extLst>
          </p:cNvPr>
          <p:cNvPicPr>
            <a:picLocks noChangeAspect="1"/>
          </p:cNvPicPr>
          <p:nvPr/>
        </p:nvPicPr>
        <p:blipFill>
          <a:blip r:embed="rId3"/>
          <a:srcRect l="1375"/>
          <a:stretch>
            <a:fillRect/>
          </a:stretch>
        </p:blipFill>
        <p:spPr>
          <a:xfrm>
            <a:off x="6348412" y="1116838"/>
            <a:ext cx="5724525" cy="4701668"/>
          </a:xfrm>
          <a:prstGeom prst="rect">
            <a:avLst/>
          </a:prstGeom>
        </p:spPr>
      </p:pic>
    </p:spTree>
    <p:extLst>
      <p:ext uri="{BB962C8B-B14F-4D97-AF65-F5344CB8AC3E}">
        <p14:creationId xmlns:p14="http://schemas.microsoft.com/office/powerpoint/2010/main" val="3683078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B98D7-FE1E-DB77-A152-3472A81CD7A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416CDA0-3F7E-E509-43DD-9ADD844DAD7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070B320-5ACA-16A9-6310-B2F534E4C135}"/>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0C467BE6-5916-336A-A838-4A10BBEBA2DA}"/>
              </a:ext>
            </a:extLst>
          </p:cNvPr>
          <p:cNvSpPr>
            <a:spLocks noGrp="1"/>
          </p:cNvSpPr>
          <p:nvPr>
            <p:ph type="sldNum" sz="quarter" idx="12"/>
          </p:nvPr>
        </p:nvSpPr>
        <p:spPr/>
        <p:txBody>
          <a:bodyPr/>
          <a:lstStyle/>
          <a:p>
            <a:fld id="{5D474BC6-09C9-4ED8-ADF6-087D6F25D5BC}" type="slidenum">
              <a:rPr lang="en-US" smtClean="0"/>
              <a:t>46</a:t>
            </a:fld>
            <a:endParaRPr lang="en-US"/>
          </a:p>
        </p:txBody>
      </p:sp>
      <p:sp>
        <p:nvSpPr>
          <p:cNvPr id="7" name="TextBox 6">
            <a:extLst>
              <a:ext uri="{FF2B5EF4-FFF2-40B4-BE49-F238E27FC236}">
                <a16:creationId xmlns:a16="http://schemas.microsoft.com/office/drawing/2014/main" id="{F5326F83-BCFB-1EAF-45C8-38683147B331}"/>
              </a:ext>
            </a:extLst>
          </p:cNvPr>
          <p:cNvSpPr txBox="1"/>
          <p:nvPr/>
        </p:nvSpPr>
        <p:spPr>
          <a:xfrm>
            <a:off x="621792" y="493776"/>
            <a:ext cx="9509760" cy="369332"/>
          </a:xfrm>
          <a:prstGeom prst="rect">
            <a:avLst/>
          </a:prstGeom>
          <a:noFill/>
        </p:spPr>
        <p:txBody>
          <a:bodyPr wrap="square" rtlCol="0">
            <a:spAutoFit/>
          </a:bodyPr>
          <a:lstStyle/>
          <a:p>
            <a:r>
              <a:rPr lang="en-US" dirty="0"/>
              <a:t>100 coils with 80 mm spacing: 6.47e-6 ppm at the edge of the “uniformity volume”</a:t>
            </a:r>
          </a:p>
        </p:txBody>
      </p:sp>
      <p:sp>
        <p:nvSpPr>
          <p:cNvPr id="13" name="TextBox 12">
            <a:extLst>
              <a:ext uri="{FF2B5EF4-FFF2-40B4-BE49-F238E27FC236}">
                <a16:creationId xmlns:a16="http://schemas.microsoft.com/office/drawing/2014/main" id="{25A915CC-60E4-7C17-F0E9-A35938A3CD10}"/>
              </a:ext>
            </a:extLst>
          </p:cNvPr>
          <p:cNvSpPr txBox="1"/>
          <p:nvPr/>
        </p:nvSpPr>
        <p:spPr>
          <a:xfrm>
            <a:off x="2209800" y="5650500"/>
            <a:ext cx="2495550" cy="369332"/>
          </a:xfrm>
          <a:prstGeom prst="rect">
            <a:avLst/>
          </a:prstGeom>
          <a:noFill/>
        </p:spPr>
        <p:txBody>
          <a:bodyPr wrap="square" rtlCol="0">
            <a:spAutoFit/>
          </a:bodyPr>
          <a:lstStyle/>
          <a:p>
            <a:r>
              <a:rPr lang="en-US" dirty="0"/>
              <a:t>For lambda = 5e-10</a:t>
            </a:r>
          </a:p>
        </p:txBody>
      </p:sp>
      <p:sp>
        <p:nvSpPr>
          <p:cNvPr id="14" name="TextBox 13">
            <a:extLst>
              <a:ext uri="{FF2B5EF4-FFF2-40B4-BE49-F238E27FC236}">
                <a16:creationId xmlns:a16="http://schemas.microsoft.com/office/drawing/2014/main" id="{E69A3FEC-7ED1-6611-642F-ECD84D5CBFFF}"/>
              </a:ext>
            </a:extLst>
          </p:cNvPr>
          <p:cNvSpPr txBox="1"/>
          <p:nvPr/>
        </p:nvSpPr>
        <p:spPr>
          <a:xfrm>
            <a:off x="8257032" y="5733288"/>
            <a:ext cx="1408176" cy="646331"/>
          </a:xfrm>
          <a:prstGeom prst="rect">
            <a:avLst/>
          </a:prstGeom>
          <a:noFill/>
        </p:spPr>
        <p:txBody>
          <a:bodyPr wrap="square" rtlCol="0">
            <a:spAutoFit/>
          </a:bodyPr>
          <a:lstStyle/>
          <a:p>
            <a:r>
              <a:rPr lang="en-US" dirty="0"/>
              <a:t>Not acceptable</a:t>
            </a:r>
          </a:p>
        </p:txBody>
      </p:sp>
      <p:pic>
        <p:nvPicPr>
          <p:cNvPr id="9" name="Picture 8">
            <a:extLst>
              <a:ext uri="{FF2B5EF4-FFF2-40B4-BE49-F238E27FC236}">
                <a16:creationId xmlns:a16="http://schemas.microsoft.com/office/drawing/2014/main" id="{4517AF24-DCF4-CEA6-2D53-B7304964E2D5}"/>
              </a:ext>
            </a:extLst>
          </p:cNvPr>
          <p:cNvPicPr>
            <a:picLocks noChangeAspect="1"/>
          </p:cNvPicPr>
          <p:nvPr/>
        </p:nvPicPr>
        <p:blipFill>
          <a:blip r:embed="rId2"/>
          <a:stretch>
            <a:fillRect/>
          </a:stretch>
        </p:blipFill>
        <p:spPr>
          <a:xfrm>
            <a:off x="5838411" y="786211"/>
            <a:ext cx="5925377" cy="5048955"/>
          </a:xfrm>
          <a:prstGeom prst="rect">
            <a:avLst/>
          </a:prstGeom>
        </p:spPr>
      </p:pic>
      <p:pic>
        <p:nvPicPr>
          <p:cNvPr id="15" name="Picture 14">
            <a:extLst>
              <a:ext uri="{FF2B5EF4-FFF2-40B4-BE49-F238E27FC236}">
                <a16:creationId xmlns:a16="http://schemas.microsoft.com/office/drawing/2014/main" id="{AFB60E12-6C99-C90F-3C56-7B13A93E1258}"/>
              </a:ext>
            </a:extLst>
          </p:cNvPr>
          <p:cNvPicPr>
            <a:picLocks noChangeAspect="1"/>
          </p:cNvPicPr>
          <p:nvPr/>
        </p:nvPicPr>
        <p:blipFill>
          <a:blip r:embed="rId3"/>
          <a:stretch>
            <a:fillRect/>
          </a:stretch>
        </p:blipFill>
        <p:spPr>
          <a:xfrm>
            <a:off x="328195" y="937143"/>
            <a:ext cx="5973009" cy="4639322"/>
          </a:xfrm>
          <a:prstGeom prst="rect">
            <a:avLst/>
          </a:prstGeom>
        </p:spPr>
      </p:pic>
    </p:spTree>
    <p:extLst>
      <p:ext uri="{BB962C8B-B14F-4D97-AF65-F5344CB8AC3E}">
        <p14:creationId xmlns:p14="http://schemas.microsoft.com/office/powerpoint/2010/main" val="2446772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09C41-AD23-7A9D-872B-2C395496990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1F22996-5A34-C10C-E886-FB91E19BC1B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9104B0D-4ED5-A3D8-C30D-094DDB9BC4FE}"/>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49B5B506-DFA1-9398-B2E8-0EE114A8B41F}"/>
              </a:ext>
            </a:extLst>
          </p:cNvPr>
          <p:cNvSpPr>
            <a:spLocks noGrp="1"/>
          </p:cNvSpPr>
          <p:nvPr>
            <p:ph type="sldNum" sz="quarter" idx="12"/>
          </p:nvPr>
        </p:nvSpPr>
        <p:spPr/>
        <p:txBody>
          <a:bodyPr/>
          <a:lstStyle/>
          <a:p>
            <a:fld id="{5D474BC6-09C9-4ED8-ADF6-087D6F25D5BC}" type="slidenum">
              <a:rPr lang="en-US" smtClean="0"/>
              <a:t>47</a:t>
            </a:fld>
            <a:endParaRPr lang="en-US"/>
          </a:p>
        </p:txBody>
      </p:sp>
      <p:sp>
        <p:nvSpPr>
          <p:cNvPr id="7" name="TextBox 6">
            <a:extLst>
              <a:ext uri="{FF2B5EF4-FFF2-40B4-BE49-F238E27FC236}">
                <a16:creationId xmlns:a16="http://schemas.microsoft.com/office/drawing/2014/main" id="{E4A11F53-E1A4-E093-310A-620747DACE36}"/>
              </a:ext>
            </a:extLst>
          </p:cNvPr>
          <p:cNvSpPr txBox="1"/>
          <p:nvPr/>
        </p:nvSpPr>
        <p:spPr>
          <a:xfrm>
            <a:off x="621792" y="493776"/>
            <a:ext cx="9509760" cy="646331"/>
          </a:xfrm>
          <a:prstGeom prst="rect">
            <a:avLst/>
          </a:prstGeom>
          <a:noFill/>
        </p:spPr>
        <p:txBody>
          <a:bodyPr wrap="square" rtlCol="0">
            <a:spAutoFit/>
          </a:bodyPr>
          <a:lstStyle/>
          <a:p>
            <a:r>
              <a:rPr lang="en-US" dirty="0"/>
              <a:t>100 coils with 80 mm spacing 800 mm radius: weight profile and singular values </a:t>
            </a:r>
            <a:r>
              <a:rPr lang="en-US" dirty="0" err="1"/>
              <a:t>wrt</a:t>
            </a:r>
            <a:r>
              <a:rPr lang="en-US" dirty="0"/>
              <a:t> mode index</a:t>
            </a:r>
          </a:p>
        </p:txBody>
      </p:sp>
      <p:pic>
        <p:nvPicPr>
          <p:cNvPr id="9" name="Picture 8">
            <a:extLst>
              <a:ext uri="{FF2B5EF4-FFF2-40B4-BE49-F238E27FC236}">
                <a16:creationId xmlns:a16="http://schemas.microsoft.com/office/drawing/2014/main" id="{7AA95264-F8B3-D499-B7A5-F11BAF757830}"/>
              </a:ext>
            </a:extLst>
          </p:cNvPr>
          <p:cNvPicPr>
            <a:picLocks noChangeAspect="1"/>
          </p:cNvPicPr>
          <p:nvPr/>
        </p:nvPicPr>
        <p:blipFill>
          <a:blip r:embed="rId2"/>
          <a:stretch>
            <a:fillRect/>
          </a:stretch>
        </p:blipFill>
        <p:spPr>
          <a:xfrm>
            <a:off x="621792" y="1516539"/>
            <a:ext cx="5634866" cy="4186379"/>
          </a:xfrm>
          <a:prstGeom prst="rect">
            <a:avLst/>
          </a:prstGeom>
        </p:spPr>
      </p:pic>
      <p:sp>
        <p:nvSpPr>
          <p:cNvPr id="2" name="TextBox 1">
            <a:extLst>
              <a:ext uri="{FF2B5EF4-FFF2-40B4-BE49-F238E27FC236}">
                <a16:creationId xmlns:a16="http://schemas.microsoft.com/office/drawing/2014/main" id="{614C8B4D-6A2B-8D81-AB02-605F7258B7FB}"/>
              </a:ext>
            </a:extLst>
          </p:cNvPr>
          <p:cNvSpPr txBox="1"/>
          <p:nvPr/>
        </p:nvSpPr>
        <p:spPr>
          <a:xfrm>
            <a:off x="2377187" y="5702918"/>
            <a:ext cx="2642488" cy="369332"/>
          </a:xfrm>
          <a:prstGeom prst="rect">
            <a:avLst/>
          </a:prstGeom>
          <a:noFill/>
        </p:spPr>
        <p:txBody>
          <a:bodyPr wrap="square" rtlCol="0">
            <a:spAutoFit/>
          </a:bodyPr>
          <a:lstStyle/>
          <a:p>
            <a:r>
              <a:rPr lang="en-US" dirty="0"/>
              <a:t>Same weight as before</a:t>
            </a:r>
          </a:p>
        </p:txBody>
      </p:sp>
      <p:sp>
        <p:nvSpPr>
          <p:cNvPr id="13" name="TextBox 12">
            <a:extLst>
              <a:ext uri="{FF2B5EF4-FFF2-40B4-BE49-F238E27FC236}">
                <a16:creationId xmlns:a16="http://schemas.microsoft.com/office/drawing/2014/main" id="{37BA3E1E-3AA9-7E0E-71B1-E1A1A2361550}"/>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cxnSp>
        <p:nvCxnSpPr>
          <p:cNvPr id="12" name="Straight Arrow Connector 11">
            <a:extLst>
              <a:ext uri="{FF2B5EF4-FFF2-40B4-BE49-F238E27FC236}">
                <a16:creationId xmlns:a16="http://schemas.microsoft.com/office/drawing/2014/main" id="{471C6C57-1598-03BF-10BF-79B47357D990}"/>
              </a:ext>
            </a:extLst>
          </p:cNvPr>
          <p:cNvCxnSpPr>
            <a:cxnSpLocks/>
          </p:cNvCxnSpPr>
          <p:nvPr/>
        </p:nvCxnSpPr>
        <p:spPr>
          <a:xfrm flipV="1">
            <a:off x="9380920" y="1294792"/>
            <a:ext cx="944118" cy="21038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DBC7EA39-849F-0487-4A7B-FFA4D22B0EF2}"/>
              </a:ext>
            </a:extLst>
          </p:cNvPr>
          <p:cNvPicPr>
            <a:picLocks noChangeAspect="1"/>
          </p:cNvPicPr>
          <p:nvPr/>
        </p:nvPicPr>
        <p:blipFill>
          <a:blip r:embed="rId3"/>
          <a:stretch>
            <a:fillRect/>
          </a:stretch>
        </p:blipFill>
        <p:spPr>
          <a:xfrm>
            <a:off x="5935341" y="1782062"/>
            <a:ext cx="5634867" cy="4087018"/>
          </a:xfrm>
          <a:prstGeom prst="rect">
            <a:avLst/>
          </a:prstGeom>
        </p:spPr>
      </p:pic>
    </p:spTree>
    <p:extLst>
      <p:ext uri="{BB962C8B-B14F-4D97-AF65-F5344CB8AC3E}">
        <p14:creationId xmlns:p14="http://schemas.microsoft.com/office/powerpoint/2010/main" val="1275384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E6BBD-4936-65C7-A13F-D35A58258F4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0D10AA5-9AE5-9B54-6112-9F81A715386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EABF9B9-0F06-9F66-9FAB-65DB7FD85D21}"/>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742F00E5-78B8-8FB0-8B4F-054E64F77ABF}"/>
              </a:ext>
            </a:extLst>
          </p:cNvPr>
          <p:cNvSpPr>
            <a:spLocks noGrp="1"/>
          </p:cNvSpPr>
          <p:nvPr>
            <p:ph type="sldNum" sz="quarter" idx="12"/>
          </p:nvPr>
        </p:nvSpPr>
        <p:spPr/>
        <p:txBody>
          <a:bodyPr/>
          <a:lstStyle/>
          <a:p>
            <a:fld id="{5D474BC6-09C9-4ED8-ADF6-087D6F25D5BC}" type="slidenum">
              <a:rPr lang="en-US" smtClean="0"/>
              <a:t>48</a:t>
            </a:fld>
            <a:endParaRPr lang="en-US"/>
          </a:p>
        </p:txBody>
      </p:sp>
      <p:sp>
        <p:nvSpPr>
          <p:cNvPr id="7" name="TextBox 6">
            <a:extLst>
              <a:ext uri="{FF2B5EF4-FFF2-40B4-BE49-F238E27FC236}">
                <a16:creationId xmlns:a16="http://schemas.microsoft.com/office/drawing/2014/main" id="{A4D61819-416D-33C8-DFC0-BB658FD855B6}"/>
              </a:ext>
            </a:extLst>
          </p:cNvPr>
          <p:cNvSpPr txBox="1"/>
          <p:nvPr/>
        </p:nvSpPr>
        <p:spPr>
          <a:xfrm>
            <a:off x="621792" y="493776"/>
            <a:ext cx="9509760" cy="646331"/>
          </a:xfrm>
          <a:prstGeom prst="rect">
            <a:avLst/>
          </a:prstGeom>
          <a:noFill/>
        </p:spPr>
        <p:txBody>
          <a:bodyPr wrap="square" rtlCol="0">
            <a:spAutoFit/>
          </a:bodyPr>
          <a:lstStyle/>
          <a:p>
            <a:r>
              <a:rPr lang="en-US" dirty="0"/>
              <a:t>100 coils with 80 mm spacing, 800 mm radius: 6.47e-6 ppm at the edge of the “uniformity volume”</a:t>
            </a:r>
          </a:p>
        </p:txBody>
      </p:sp>
      <p:sp>
        <p:nvSpPr>
          <p:cNvPr id="13" name="TextBox 12">
            <a:extLst>
              <a:ext uri="{FF2B5EF4-FFF2-40B4-BE49-F238E27FC236}">
                <a16:creationId xmlns:a16="http://schemas.microsoft.com/office/drawing/2014/main" id="{E9AABF74-65F9-5115-5D36-FC2FDEBC07DB}"/>
              </a:ext>
            </a:extLst>
          </p:cNvPr>
          <p:cNvSpPr txBox="1"/>
          <p:nvPr/>
        </p:nvSpPr>
        <p:spPr>
          <a:xfrm>
            <a:off x="2209800" y="5650500"/>
            <a:ext cx="2495550" cy="369332"/>
          </a:xfrm>
          <a:prstGeom prst="rect">
            <a:avLst/>
          </a:prstGeom>
          <a:noFill/>
        </p:spPr>
        <p:txBody>
          <a:bodyPr wrap="square" rtlCol="0">
            <a:spAutoFit/>
          </a:bodyPr>
          <a:lstStyle/>
          <a:p>
            <a:r>
              <a:rPr lang="en-US" dirty="0"/>
              <a:t>For lambda = 5e-10</a:t>
            </a:r>
          </a:p>
        </p:txBody>
      </p:sp>
      <p:sp>
        <p:nvSpPr>
          <p:cNvPr id="14" name="TextBox 13">
            <a:extLst>
              <a:ext uri="{FF2B5EF4-FFF2-40B4-BE49-F238E27FC236}">
                <a16:creationId xmlns:a16="http://schemas.microsoft.com/office/drawing/2014/main" id="{D3B45A20-6218-F4A2-DC70-C188D1A5C2DF}"/>
              </a:ext>
            </a:extLst>
          </p:cNvPr>
          <p:cNvSpPr txBox="1"/>
          <p:nvPr/>
        </p:nvSpPr>
        <p:spPr>
          <a:xfrm>
            <a:off x="8257032" y="5733288"/>
            <a:ext cx="1408176" cy="369332"/>
          </a:xfrm>
          <a:prstGeom prst="rect">
            <a:avLst/>
          </a:prstGeom>
          <a:noFill/>
        </p:spPr>
        <p:txBody>
          <a:bodyPr wrap="square" rtlCol="0">
            <a:spAutoFit/>
          </a:bodyPr>
          <a:lstStyle/>
          <a:p>
            <a:r>
              <a:rPr lang="en-US" dirty="0"/>
              <a:t>acceptable</a:t>
            </a:r>
          </a:p>
        </p:txBody>
      </p:sp>
      <p:pic>
        <p:nvPicPr>
          <p:cNvPr id="3" name="Picture 2">
            <a:extLst>
              <a:ext uri="{FF2B5EF4-FFF2-40B4-BE49-F238E27FC236}">
                <a16:creationId xmlns:a16="http://schemas.microsoft.com/office/drawing/2014/main" id="{6188BCD1-BE89-B5C4-1837-6CC6EE239FD9}"/>
              </a:ext>
            </a:extLst>
          </p:cNvPr>
          <p:cNvPicPr>
            <a:picLocks noChangeAspect="1"/>
          </p:cNvPicPr>
          <p:nvPr/>
        </p:nvPicPr>
        <p:blipFill>
          <a:blip r:embed="rId2"/>
          <a:stretch>
            <a:fillRect/>
          </a:stretch>
        </p:blipFill>
        <p:spPr>
          <a:xfrm>
            <a:off x="413939" y="870458"/>
            <a:ext cx="5944430" cy="4772691"/>
          </a:xfrm>
          <a:prstGeom prst="rect">
            <a:avLst/>
          </a:prstGeom>
        </p:spPr>
      </p:pic>
      <p:pic>
        <p:nvPicPr>
          <p:cNvPr id="10" name="Picture 9">
            <a:extLst>
              <a:ext uri="{FF2B5EF4-FFF2-40B4-BE49-F238E27FC236}">
                <a16:creationId xmlns:a16="http://schemas.microsoft.com/office/drawing/2014/main" id="{34B8FBBF-F644-9AD3-9130-F4601CAED2DA}"/>
              </a:ext>
            </a:extLst>
          </p:cNvPr>
          <p:cNvPicPr>
            <a:picLocks noChangeAspect="1"/>
          </p:cNvPicPr>
          <p:nvPr/>
        </p:nvPicPr>
        <p:blipFill>
          <a:blip r:embed="rId3"/>
          <a:stretch>
            <a:fillRect/>
          </a:stretch>
        </p:blipFill>
        <p:spPr>
          <a:xfrm>
            <a:off x="6548018" y="1116838"/>
            <a:ext cx="5110582" cy="4203474"/>
          </a:xfrm>
          <a:prstGeom prst="rect">
            <a:avLst/>
          </a:prstGeom>
        </p:spPr>
      </p:pic>
    </p:spTree>
    <p:extLst>
      <p:ext uri="{BB962C8B-B14F-4D97-AF65-F5344CB8AC3E}">
        <p14:creationId xmlns:p14="http://schemas.microsoft.com/office/powerpoint/2010/main" val="1549249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12A8F-637E-81B9-CCA8-65EFC4AF22F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60A57AB-D7AD-7B0E-AF29-48CFB94B771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65A50BE-DCD4-BF4B-85F7-E09611663D9D}"/>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DEAF33E2-5985-FB21-2A21-348CED83481C}"/>
              </a:ext>
            </a:extLst>
          </p:cNvPr>
          <p:cNvSpPr>
            <a:spLocks noGrp="1"/>
          </p:cNvSpPr>
          <p:nvPr>
            <p:ph type="sldNum" sz="quarter" idx="12"/>
          </p:nvPr>
        </p:nvSpPr>
        <p:spPr/>
        <p:txBody>
          <a:bodyPr/>
          <a:lstStyle/>
          <a:p>
            <a:fld id="{5D474BC6-09C9-4ED8-ADF6-087D6F25D5BC}" type="slidenum">
              <a:rPr lang="en-US" smtClean="0"/>
              <a:t>49</a:t>
            </a:fld>
            <a:endParaRPr lang="en-US"/>
          </a:p>
        </p:txBody>
      </p:sp>
      <p:sp>
        <p:nvSpPr>
          <p:cNvPr id="7" name="TextBox 6">
            <a:extLst>
              <a:ext uri="{FF2B5EF4-FFF2-40B4-BE49-F238E27FC236}">
                <a16:creationId xmlns:a16="http://schemas.microsoft.com/office/drawing/2014/main" id="{BF038ED6-7A10-8B84-698A-FD7966C3B865}"/>
              </a:ext>
            </a:extLst>
          </p:cNvPr>
          <p:cNvSpPr txBox="1"/>
          <p:nvPr/>
        </p:nvSpPr>
        <p:spPr>
          <a:xfrm>
            <a:off x="621792" y="493776"/>
            <a:ext cx="9509760" cy="646331"/>
          </a:xfrm>
          <a:prstGeom prst="rect">
            <a:avLst/>
          </a:prstGeom>
          <a:noFill/>
        </p:spPr>
        <p:txBody>
          <a:bodyPr wrap="square" rtlCol="0">
            <a:spAutoFit/>
          </a:bodyPr>
          <a:lstStyle/>
          <a:p>
            <a:r>
              <a:rPr lang="en-US" dirty="0"/>
              <a:t>100 coils with 80 mm spacing, 800 mm radius: 6.47e-6 ppm at the edge of the “uniformity volume”</a:t>
            </a:r>
          </a:p>
        </p:txBody>
      </p:sp>
      <p:sp>
        <p:nvSpPr>
          <p:cNvPr id="13" name="TextBox 12">
            <a:extLst>
              <a:ext uri="{FF2B5EF4-FFF2-40B4-BE49-F238E27FC236}">
                <a16:creationId xmlns:a16="http://schemas.microsoft.com/office/drawing/2014/main" id="{FBC89947-60D6-C883-ADCD-5174AFBA963B}"/>
              </a:ext>
            </a:extLst>
          </p:cNvPr>
          <p:cNvSpPr txBox="1"/>
          <p:nvPr/>
        </p:nvSpPr>
        <p:spPr>
          <a:xfrm>
            <a:off x="2209800" y="5650500"/>
            <a:ext cx="2495550" cy="369332"/>
          </a:xfrm>
          <a:prstGeom prst="rect">
            <a:avLst/>
          </a:prstGeom>
          <a:noFill/>
        </p:spPr>
        <p:txBody>
          <a:bodyPr wrap="square" rtlCol="0">
            <a:spAutoFit/>
          </a:bodyPr>
          <a:lstStyle/>
          <a:p>
            <a:r>
              <a:rPr lang="en-US" dirty="0"/>
              <a:t>For lambda = 1e-10</a:t>
            </a:r>
          </a:p>
        </p:txBody>
      </p:sp>
      <p:sp>
        <p:nvSpPr>
          <p:cNvPr id="14" name="TextBox 13">
            <a:extLst>
              <a:ext uri="{FF2B5EF4-FFF2-40B4-BE49-F238E27FC236}">
                <a16:creationId xmlns:a16="http://schemas.microsoft.com/office/drawing/2014/main" id="{E1D1A2EE-078D-9C9B-9C1B-290427455033}"/>
              </a:ext>
            </a:extLst>
          </p:cNvPr>
          <p:cNvSpPr txBox="1"/>
          <p:nvPr/>
        </p:nvSpPr>
        <p:spPr>
          <a:xfrm>
            <a:off x="8257032" y="5733288"/>
            <a:ext cx="1408176" cy="646331"/>
          </a:xfrm>
          <a:prstGeom prst="rect">
            <a:avLst/>
          </a:prstGeom>
          <a:noFill/>
        </p:spPr>
        <p:txBody>
          <a:bodyPr wrap="square" rtlCol="0">
            <a:spAutoFit/>
          </a:bodyPr>
          <a:lstStyle/>
          <a:p>
            <a:r>
              <a:rPr lang="en-US" dirty="0"/>
              <a:t>Not acceptable</a:t>
            </a:r>
          </a:p>
        </p:txBody>
      </p:sp>
      <p:pic>
        <p:nvPicPr>
          <p:cNvPr id="2" name="Picture 1">
            <a:extLst>
              <a:ext uri="{FF2B5EF4-FFF2-40B4-BE49-F238E27FC236}">
                <a16:creationId xmlns:a16="http://schemas.microsoft.com/office/drawing/2014/main" id="{8DAAC07D-B2DD-477C-B4EF-F4A1FD800BC3}"/>
              </a:ext>
            </a:extLst>
          </p:cNvPr>
          <p:cNvPicPr>
            <a:picLocks noChangeAspect="1"/>
          </p:cNvPicPr>
          <p:nvPr/>
        </p:nvPicPr>
        <p:blipFill>
          <a:blip r:embed="rId2"/>
          <a:stretch>
            <a:fillRect/>
          </a:stretch>
        </p:blipFill>
        <p:spPr>
          <a:xfrm>
            <a:off x="261539" y="960597"/>
            <a:ext cx="5944430" cy="4772691"/>
          </a:xfrm>
          <a:prstGeom prst="rect">
            <a:avLst/>
          </a:prstGeom>
        </p:spPr>
      </p:pic>
      <p:pic>
        <p:nvPicPr>
          <p:cNvPr id="10" name="Picture 9">
            <a:extLst>
              <a:ext uri="{FF2B5EF4-FFF2-40B4-BE49-F238E27FC236}">
                <a16:creationId xmlns:a16="http://schemas.microsoft.com/office/drawing/2014/main" id="{99874B09-C70F-A7A7-8027-90832290B8FB}"/>
              </a:ext>
            </a:extLst>
          </p:cNvPr>
          <p:cNvPicPr>
            <a:picLocks noChangeAspect="1"/>
          </p:cNvPicPr>
          <p:nvPr/>
        </p:nvPicPr>
        <p:blipFill>
          <a:blip r:embed="rId3"/>
          <a:stretch>
            <a:fillRect/>
          </a:stretch>
        </p:blipFill>
        <p:spPr>
          <a:xfrm>
            <a:off x="6135383" y="741855"/>
            <a:ext cx="5944430" cy="4991433"/>
          </a:xfrm>
          <a:prstGeom prst="rect">
            <a:avLst/>
          </a:prstGeom>
        </p:spPr>
      </p:pic>
    </p:spTree>
    <p:extLst>
      <p:ext uri="{BB962C8B-B14F-4D97-AF65-F5344CB8AC3E}">
        <p14:creationId xmlns:p14="http://schemas.microsoft.com/office/powerpoint/2010/main" val="6989615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AC3B-EFBE-75C9-0B13-593676B4D13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E35BFE1-8A22-B8E6-2B77-C5F72A2DD54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7B04462-8519-CBF5-DC53-500A97FC0C1A}"/>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18F94813-069F-9E2D-96C8-BB9B46E69BDA}"/>
              </a:ext>
            </a:extLst>
          </p:cNvPr>
          <p:cNvSpPr>
            <a:spLocks noGrp="1"/>
          </p:cNvSpPr>
          <p:nvPr>
            <p:ph type="sldNum" sz="quarter" idx="12"/>
          </p:nvPr>
        </p:nvSpPr>
        <p:spPr/>
        <p:txBody>
          <a:bodyPr/>
          <a:lstStyle/>
          <a:p>
            <a:fld id="{5D474BC6-09C9-4ED8-ADF6-087D6F25D5BC}" type="slidenum">
              <a:rPr lang="en-US" smtClean="0"/>
              <a:t>50</a:t>
            </a:fld>
            <a:endParaRPr lang="en-US"/>
          </a:p>
        </p:txBody>
      </p:sp>
      <p:sp>
        <p:nvSpPr>
          <p:cNvPr id="7" name="TextBox 6">
            <a:extLst>
              <a:ext uri="{FF2B5EF4-FFF2-40B4-BE49-F238E27FC236}">
                <a16:creationId xmlns:a16="http://schemas.microsoft.com/office/drawing/2014/main" id="{D23017E3-B6C0-897B-E95F-9FA4B9F0760B}"/>
              </a:ext>
            </a:extLst>
          </p:cNvPr>
          <p:cNvSpPr txBox="1"/>
          <p:nvPr/>
        </p:nvSpPr>
        <p:spPr>
          <a:xfrm>
            <a:off x="621792" y="493776"/>
            <a:ext cx="9509760" cy="369332"/>
          </a:xfrm>
          <a:prstGeom prst="rect">
            <a:avLst/>
          </a:prstGeom>
          <a:noFill/>
        </p:spPr>
        <p:txBody>
          <a:bodyPr wrap="square" rtlCol="0">
            <a:spAutoFit/>
          </a:bodyPr>
          <a:lstStyle/>
          <a:p>
            <a:r>
              <a:rPr lang="en-US" dirty="0"/>
              <a:t>80coils with 63 mm spacing: weight profile and singular values </a:t>
            </a:r>
            <a:r>
              <a:rPr lang="en-US" dirty="0" err="1"/>
              <a:t>wrt</a:t>
            </a:r>
            <a:r>
              <a:rPr lang="en-US" dirty="0"/>
              <a:t> mode index</a:t>
            </a:r>
          </a:p>
        </p:txBody>
      </p:sp>
      <p:pic>
        <p:nvPicPr>
          <p:cNvPr id="9" name="Picture 8">
            <a:extLst>
              <a:ext uri="{FF2B5EF4-FFF2-40B4-BE49-F238E27FC236}">
                <a16:creationId xmlns:a16="http://schemas.microsoft.com/office/drawing/2014/main" id="{692EE77D-3973-7346-99EA-5C5683607AEF}"/>
              </a:ext>
            </a:extLst>
          </p:cNvPr>
          <p:cNvPicPr>
            <a:picLocks noChangeAspect="1"/>
          </p:cNvPicPr>
          <p:nvPr/>
        </p:nvPicPr>
        <p:blipFill>
          <a:blip r:embed="rId2"/>
          <a:stretch>
            <a:fillRect/>
          </a:stretch>
        </p:blipFill>
        <p:spPr>
          <a:xfrm>
            <a:off x="621792" y="1516539"/>
            <a:ext cx="5634866" cy="4186379"/>
          </a:xfrm>
          <a:prstGeom prst="rect">
            <a:avLst/>
          </a:prstGeom>
        </p:spPr>
      </p:pic>
      <p:sp>
        <p:nvSpPr>
          <p:cNvPr id="2" name="TextBox 1">
            <a:extLst>
              <a:ext uri="{FF2B5EF4-FFF2-40B4-BE49-F238E27FC236}">
                <a16:creationId xmlns:a16="http://schemas.microsoft.com/office/drawing/2014/main" id="{76DB58B4-EC95-9A3C-4757-379FEA2942BE}"/>
              </a:ext>
            </a:extLst>
          </p:cNvPr>
          <p:cNvSpPr txBox="1"/>
          <p:nvPr/>
        </p:nvSpPr>
        <p:spPr>
          <a:xfrm>
            <a:off x="2377187" y="5702918"/>
            <a:ext cx="2642488" cy="369332"/>
          </a:xfrm>
          <a:prstGeom prst="rect">
            <a:avLst/>
          </a:prstGeom>
          <a:noFill/>
        </p:spPr>
        <p:txBody>
          <a:bodyPr wrap="square" rtlCol="0">
            <a:spAutoFit/>
          </a:bodyPr>
          <a:lstStyle/>
          <a:p>
            <a:r>
              <a:rPr lang="en-US" dirty="0"/>
              <a:t>Same weight as before</a:t>
            </a:r>
          </a:p>
        </p:txBody>
      </p:sp>
      <p:sp>
        <p:nvSpPr>
          <p:cNvPr id="13" name="TextBox 12">
            <a:extLst>
              <a:ext uri="{FF2B5EF4-FFF2-40B4-BE49-F238E27FC236}">
                <a16:creationId xmlns:a16="http://schemas.microsoft.com/office/drawing/2014/main" id="{1B850B8E-54E1-CEBA-C389-E5DA5EF3EDE1}"/>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cxnSp>
        <p:nvCxnSpPr>
          <p:cNvPr id="12" name="Straight Arrow Connector 11">
            <a:extLst>
              <a:ext uri="{FF2B5EF4-FFF2-40B4-BE49-F238E27FC236}">
                <a16:creationId xmlns:a16="http://schemas.microsoft.com/office/drawing/2014/main" id="{F151D868-F988-8B21-B546-53FE6E08F628}"/>
              </a:ext>
            </a:extLst>
          </p:cNvPr>
          <p:cNvCxnSpPr>
            <a:cxnSpLocks/>
          </p:cNvCxnSpPr>
          <p:nvPr/>
        </p:nvCxnSpPr>
        <p:spPr>
          <a:xfrm flipV="1">
            <a:off x="8908976" y="1187290"/>
            <a:ext cx="944118" cy="21038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7A76B8DD-BA0D-DFEA-481C-005C77319782}"/>
              </a:ext>
            </a:extLst>
          </p:cNvPr>
          <p:cNvPicPr>
            <a:picLocks noChangeAspect="1"/>
          </p:cNvPicPr>
          <p:nvPr/>
        </p:nvPicPr>
        <p:blipFill>
          <a:blip r:embed="rId3"/>
          <a:stretch>
            <a:fillRect/>
          </a:stretch>
        </p:blipFill>
        <p:spPr>
          <a:xfrm>
            <a:off x="6028894" y="1581299"/>
            <a:ext cx="5972606" cy="4405719"/>
          </a:xfrm>
          <a:prstGeom prst="rect">
            <a:avLst/>
          </a:prstGeom>
        </p:spPr>
      </p:pic>
    </p:spTree>
    <p:extLst>
      <p:ext uri="{BB962C8B-B14F-4D97-AF65-F5344CB8AC3E}">
        <p14:creationId xmlns:p14="http://schemas.microsoft.com/office/powerpoint/2010/main" val="16921018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B7B0-D384-1937-52D4-2828DFA8810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1BD5D8C-5631-6426-3B42-CAE4D2FF962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A9C5896-78A3-E998-E40B-6A5BF0891BA7}"/>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C0E1E470-8597-527B-9FE9-466E8D0195F4}"/>
              </a:ext>
            </a:extLst>
          </p:cNvPr>
          <p:cNvSpPr>
            <a:spLocks noGrp="1"/>
          </p:cNvSpPr>
          <p:nvPr>
            <p:ph type="sldNum" sz="quarter" idx="12"/>
          </p:nvPr>
        </p:nvSpPr>
        <p:spPr/>
        <p:txBody>
          <a:bodyPr/>
          <a:lstStyle/>
          <a:p>
            <a:fld id="{5D474BC6-09C9-4ED8-ADF6-087D6F25D5BC}" type="slidenum">
              <a:rPr lang="en-US" smtClean="0"/>
              <a:t>51</a:t>
            </a:fld>
            <a:endParaRPr lang="en-US"/>
          </a:p>
        </p:txBody>
      </p:sp>
      <p:sp>
        <p:nvSpPr>
          <p:cNvPr id="7" name="TextBox 6">
            <a:extLst>
              <a:ext uri="{FF2B5EF4-FFF2-40B4-BE49-F238E27FC236}">
                <a16:creationId xmlns:a16="http://schemas.microsoft.com/office/drawing/2014/main" id="{DBCFA238-0018-8195-DCF0-AF0403FB0ACF}"/>
              </a:ext>
            </a:extLst>
          </p:cNvPr>
          <p:cNvSpPr txBox="1"/>
          <p:nvPr/>
        </p:nvSpPr>
        <p:spPr>
          <a:xfrm>
            <a:off x="621792" y="493776"/>
            <a:ext cx="9509760" cy="369332"/>
          </a:xfrm>
          <a:prstGeom prst="rect">
            <a:avLst/>
          </a:prstGeom>
          <a:noFill/>
        </p:spPr>
        <p:txBody>
          <a:bodyPr wrap="square" rtlCol="0">
            <a:spAutoFit/>
          </a:bodyPr>
          <a:lstStyle/>
          <a:p>
            <a:r>
              <a:rPr lang="en-US" dirty="0"/>
              <a:t>80 coils with 63 mm spacing: 6.47e-6 ppm at the edge of the “uniformity volume”</a:t>
            </a:r>
          </a:p>
        </p:txBody>
      </p:sp>
      <p:sp>
        <p:nvSpPr>
          <p:cNvPr id="13" name="TextBox 12">
            <a:extLst>
              <a:ext uri="{FF2B5EF4-FFF2-40B4-BE49-F238E27FC236}">
                <a16:creationId xmlns:a16="http://schemas.microsoft.com/office/drawing/2014/main" id="{A08A7025-E75C-BF26-8686-7C6896BE35D4}"/>
              </a:ext>
            </a:extLst>
          </p:cNvPr>
          <p:cNvSpPr txBox="1"/>
          <p:nvPr/>
        </p:nvSpPr>
        <p:spPr>
          <a:xfrm>
            <a:off x="2209800" y="5650500"/>
            <a:ext cx="2495550" cy="369332"/>
          </a:xfrm>
          <a:prstGeom prst="rect">
            <a:avLst/>
          </a:prstGeom>
          <a:noFill/>
        </p:spPr>
        <p:txBody>
          <a:bodyPr wrap="square" rtlCol="0">
            <a:spAutoFit/>
          </a:bodyPr>
          <a:lstStyle/>
          <a:p>
            <a:r>
              <a:rPr lang="en-US" dirty="0"/>
              <a:t>For lambda = 1e-12</a:t>
            </a:r>
          </a:p>
        </p:txBody>
      </p:sp>
      <p:sp>
        <p:nvSpPr>
          <p:cNvPr id="14" name="TextBox 13">
            <a:extLst>
              <a:ext uri="{FF2B5EF4-FFF2-40B4-BE49-F238E27FC236}">
                <a16:creationId xmlns:a16="http://schemas.microsoft.com/office/drawing/2014/main" id="{D044028A-3041-4501-36B2-FB7B16AA2990}"/>
              </a:ext>
            </a:extLst>
          </p:cNvPr>
          <p:cNvSpPr txBox="1"/>
          <p:nvPr/>
        </p:nvSpPr>
        <p:spPr>
          <a:xfrm>
            <a:off x="8257032" y="5733288"/>
            <a:ext cx="1408176" cy="369332"/>
          </a:xfrm>
          <a:prstGeom prst="rect">
            <a:avLst/>
          </a:prstGeom>
          <a:noFill/>
        </p:spPr>
        <p:txBody>
          <a:bodyPr wrap="square" rtlCol="0">
            <a:spAutoFit/>
          </a:bodyPr>
          <a:lstStyle/>
          <a:p>
            <a:r>
              <a:rPr lang="en-US" dirty="0"/>
              <a:t>acceptable</a:t>
            </a:r>
          </a:p>
        </p:txBody>
      </p:sp>
      <p:pic>
        <p:nvPicPr>
          <p:cNvPr id="3" name="Picture 2">
            <a:extLst>
              <a:ext uri="{FF2B5EF4-FFF2-40B4-BE49-F238E27FC236}">
                <a16:creationId xmlns:a16="http://schemas.microsoft.com/office/drawing/2014/main" id="{BA0E21B7-D071-8939-EE0A-5797302635A4}"/>
              </a:ext>
            </a:extLst>
          </p:cNvPr>
          <p:cNvPicPr>
            <a:picLocks noChangeAspect="1"/>
          </p:cNvPicPr>
          <p:nvPr/>
        </p:nvPicPr>
        <p:blipFill>
          <a:blip r:embed="rId2"/>
          <a:stretch>
            <a:fillRect/>
          </a:stretch>
        </p:blipFill>
        <p:spPr>
          <a:xfrm>
            <a:off x="446392" y="1199626"/>
            <a:ext cx="5787870" cy="4367698"/>
          </a:xfrm>
          <a:prstGeom prst="rect">
            <a:avLst/>
          </a:prstGeom>
        </p:spPr>
      </p:pic>
      <p:pic>
        <p:nvPicPr>
          <p:cNvPr id="10" name="Picture 9">
            <a:extLst>
              <a:ext uri="{FF2B5EF4-FFF2-40B4-BE49-F238E27FC236}">
                <a16:creationId xmlns:a16="http://schemas.microsoft.com/office/drawing/2014/main" id="{8A28ADEF-5C88-C31B-EF62-2AE7F5B3656D}"/>
              </a:ext>
            </a:extLst>
          </p:cNvPr>
          <p:cNvPicPr>
            <a:picLocks noChangeAspect="1"/>
          </p:cNvPicPr>
          <p:nvPr/>
        </p:nvPicPr>
        <p:blipFill>
          <a:blip r:embed="rId3"/>
          <a:stretch>
            <a:fillRect/>
          </a:stretch>
        </p:blipFill>
        <p:spPr>
          <a:xfrm>
            <a:off x="6496973" y="1193489"/>
            <a:ext cx="4928293" cy="4209418"/>
          </a:xfrm>
          <a:prstGeom prst="rect">
            <a:avLst/>
          </a:prstGeom>
        </p:spPr>
      </p:pic>
    </p:spTree>
    <p:extLst>
      <p:ext uri="{BB962C8B-B14F-4D97-AF65-F5344CB8AC3E}">
        <p14:creationId xmlns:p14="http://schemas.microsoft.com/office/powerpoint/2010/main" val="1097206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4CC02-F6E5-7134-EA8F-75D668D28E6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62B9827-079B-13EC-A119-D9DE614EC62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32027A3-9171-5D61-FFDF-1AEF8A7937C3}"/>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1328F897-2638-32AD-91E2-530F0CCEFE2C}"/>
              </a:ext>
            </a:extLst>
          </p:cNvPr>
          <p:cNvSpPr>
            <a:spLocks noGrp="1"/>
          </p:cNvSpPr>
          <p:nvPr>
            <p:ph type="sldNum" sz="quarter" idx="12"/>
          </p:nvPr>
        </p:nvSpPr>
        <p:spPr/>
        <p:txBody>
          <a:bodyPr/>
          <a:lstStyle/>
          <a:p>
            <a:fld id="{5D474BC6-09C9-4ED8-ADF6-087D6F25D5BC}" type="slidenum">
              <a:rPr lang="en-US" smtClean="0"/>
              <a:t>52</a:t>
            </a:fld>
            <a:endParaRPr lang="en-US"/>
          </a:p>
        </p:txBody>
      </p:sp>
      <p:sp>
        <p:nvSpPr>
          <p:cNvPr id="7" name="TextBox 6">
            <a:extLst>
              <a:ext uri="{FF2B5EF4-FFF2-40B4-BE49-F238E27FC236}">
                <a16:creationId xmlns:a16="http://schemas.microsoft.com/office/drawing/2014/main" id="{87E10471-8323-B432-8ED4-AF1474379250}"/>
              </a:ext>
            </a:extLst>
          </p:cNvPr>
          <p:cNvSpPr txBox="1"/>
          <p:nvPr/>
        </p:nvSpPr>
        <p:spPr>
          <a:xfrm>
            <a:off x="621792" y="493776"/>
            <a:ext cx="9509760" cy="369332"/>
          </a:xfrm>
          <a:prstGeom prst="rect">
            <a:avLst/>
          </a:prstGeom>
          <a:noFill/>
        </p:spPr>
        <p:txBody>
          <a:bodyPr wrap="square" rtlCol="0">
            <a:spAutoFit/>
          </a:bodyPr>
          <a:lstStyle/>
          <a:p>
            <a:r>
              <a:rPr lang="en-US" dirty="0"/>
              <a:t>80 coils with 63 mm spacing: 6.47e-6 ppm at the edge of the “uniformity volume”</a:t>
            </a:r>
          </a:p>
        </p:txBody>
      </p:sp>
      <p:sp>
        <p:nvSpPr>
          <p:cNvPr id="13" name="TextBox 12">
            <a:extLst>
              <a:ext uri="{FF2B5EF4-FFF2-40B4-BE49-F238E27FC236}">
                <a16:creationId xmlns:a16="http://schemas.microsoft.com/office/drawing/2014/main" id="{9C5D6EA0-EA9B-27BD-B18F-B7F388149FAE}"/>
              </a:ext>
            </a:extLst>
          </p:cNvPr>
          <p:cNvSpPr txBox="1"/>
          <p:nvPr/>
        </p:nvSpPr>
        <p:spPr>
          <a:xfrm>
            <a:off x="2209800" y="5650500"/>
            <a:ext cx="2495550" cy="369332"/>
          </a:xfrm>
          <a:prstGeom prst="rect">
            <a:avLst/>
          </a:prstGeom>
          <a:noFill/>
        </p:spPr>
        <p:txBody>
          <a:bodyPr wrap="square" rtlCol="0">
            <a:spAutoFit/>
          </a:bodyPr>
          <a:lstStyle/>
          <a:p>
            <a:r>
              <a:rPr lang="en-US" dirty="0"/>
              <a:t>For lambda = 1e-10</a:t>
            </a:r>
          </a:p>
        </p:txBody>
      </p:sp>
      <p:sp>
        <p:nvSpPr>
          <p:cNvPr id="14" name="TextBox 13">
            <a:extLst>
              <a:ext uri="{FF2B5EF4-FFF2-40B4-BE49-F238E27FC236}">
                <a16:creationId xmlns:a16="http://schemas.microsoft.com/office/drawing/2014/main" id="{BEBB3243-1AFB-7DD1-CCCA-F7BCC369F797}"/>
              </a:ext>
            </a:extLst>
          </p:cNvPr>
          <p:cNvSpPr txBox="1"/>
          <p:nvPr/>
        </p:nvSpPr>
        <p:spPr>
          <a:xfrm>
            <a:off x="8257032" y="5733288"/>
            <a:ext cx="1408176" cy="646331"/>
          </a:xfrm>
          <a:prstGeom prst="rect">
            <a:avLst/>
          </a:prstGeom>
          <a:noFill/>
        </p:spPr>
        <p:txBody>
          <a:bodyPr wrap="square" rtlCol="0">
            <a:spAutoFit/>
          </a:bodyPr>
          <a:lstStyle/>
          <a:p>
            <a:r>
              <a:rPr lang="en-US" dirty="0"/>
              <a:t>Not acceptable</a:t>
            </a:r>
          </a:p>
        </p:txBody>
      </p:sp>
      <p:pic>
        <p:nvPicPr>
          <p:cNvPr id="2" name="Picture 1">
            <a:extLst>
              <a:ext uri="{FF2B5EF4-FFF2-40B4-BE49-F238E27FC236}">
                <a16:creationId xmlns:a16="http://schemas.microsoft.com/office/drawing/2014/main" id="{2E0C1CBD-7761-4A7C-9EA0-BD1462D27CEA}"/>
              </a:ext>
            </a:extLst>
          </p:cNvPr>
          <p:cNvPicPr>
            <a:picLocks noChangeAspect="1"/>
          </p:cNvPicPr>
          <p:nvPr/>
        </p:nvPicPr>
        <p:blipFill>
          <a:blip r:embed="rId2"/>
          <a:stretch>
            <a:fillRect/>
          </a:stretch>
        </p:blipFill>
        <p:spPr>
          <a:xfrm>
            <a:off x="308130" y="1245151"/>
            <a:ext cx="5787870" cy="4367698"/>
          </a:xfrm>
          <a:prstGeom prst="rect">
            <a:avLst/>
          </a:prstGeom>
        </p:spPr>
      </p:pic>
      <p:pic>
        <p:nvPicPr>
          <p:cNvPr id="10" name="Picture 9">
            <a:extLst>
              <a:ext uri="{FF2B5EF4-FFF2-40B4-BE49-F238E27FC236}">
                <a16:creationId xmlns:a16="http://schemas.microsoft.com/office/drawing/2014/main" id="{734FCF92-3E27-9188-B4B7-1DB0C6A2B54A}"/>
              </a:ext>
            </a:extLst>
          </p:cNvPr>
          <p:cNvPicPr>
            <a:picLocks noChangeAspect="1"/>
          </p:cNvPicPr>
          <p:nvPr/>
        </p:nvPicPr>
        <p:blipFill>
          <a:blip r:embed="rId3"/>
          <a:stretch>
            <a:fillRect/>
          </a:stretch>
        </p:blipFill>
        <p:spPr>
          <a:xfrm>
            <a:off x="6315075" y="1062205"/>
            <a:ext cx="5581650" cy="4595645"/>
          </a:xfrm>
          <a:prstGeom prst="rect">
            <a:avLst/>
          </a:prstGeom>
        </p:spPr>
      </p:pic>
    </p:spTree>
    <p:extLst>
      <p:ext uri="{BB962C8B-B14F-4D97-AF65-F5344CB8AC3E}">
        <p14:creationId xmlns:p14="http://schemas.microsoft.com/office/powerpoint/2010/main" val="13256224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73F0-0F57-ED9C-6C46-A4696934969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9A27076-D3D8-BC55-C8FD-D75FAD13E62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BDD6F42-BF66-01D5-4211-A5BE55B01184}"/>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01597326-78A6-0557-8E91-C5C943EA9429}"/>
              </a:ext>
            </a:extLst>
          </p:cNvPr>
          <p:cNvSpPr>
            <a:spLocks noGrp="1"/>
          </p:cNvSpPr>
          <p:nvPr>
            <p:ph type="sldNum" sz="quarter" idx="12"/>
          </p:nvPr>
        </p:nvSpPr>
        <p:spPr/>
        <p:txBody>
          <a:bodyPr/>
          <a:lstStyle/>
          <a:p>
            <a:fld id="{5D474BC6-09C9-4ED8-ADF6-087D6F25D5BC}" type="slidenum">
              <a:rPr lang="en-US" smtClean="0"/>
              <a:t>53</a:t>
            </a:fld>
            <a:endParaRPr lang="en-US"/>
          </a:p>
        </p:txBody>
      </p:sp>
      <p:sp>
        <p:nvSpPr>
          <p:cNvPr id="7" name="TextBox 6">
            <a:extLst>
              <a:ext uri="{FF2B5EF4-FFF2-40B4-BE49-F238E27FC236}">
                <a16:creationId xmlns:a16="http://schemas.microsoft.com/office/drawing/2014/main" id="{E13834F3-881C-45CF-09B4-5931CCF4E936}"/>
              </a:ext>
            </a:extLst>
          </p:cNvPr>
          <p:cNvSpPr txBox="1"/>
          <p:nvPr/>
        </p:nvSpPr>
        <p:spPr>
          <a:xfrm>
            <a:off x="621792" y="493776"/>
            <a:ext cx="9509760" cy="646331"/>
          </a:xfrm>
          <a:prstGeom prst="rect">
            <a:avLst/>
          </a:prstGeom>
          <a:noFill/>
        </p:spPr>
        <p:txBody>
          <a:bodyPr wrap="square" rtlCol="0">
            <a:spAutoFit/>
          </a:bodyPr>
          <a:lstStyle/>
          <a:p>
            <a:r>
              <a:rPr lang="en-US" dirty="0"/>
              <a:t>80 coils with 63 mm spacing (penalizing the oscillations): weight profile and singular values </a:t>
            </a:r>
            <a:r>
              <a:rPr lang="en-US" dirty="0" err="1"/>
              <a:t>wrt</a:t>
            </a:r>
            <a:r>
              <a:rPr lang="en-US" dirty="0"/>
              <a:t> mode index</a:t>
            </a:r>
          </a:p>
        </p:txBody>
      </p:sp>
      <p:pic>
        <p:nvPicPr>
          <p:cNvPr id="9" name="Picture 8">
            <a:extLst>
              <a:ext uri="{FF2B5EF4-FFF2-40B4-BE49-F238E27FC236}">
                <a16:creationId xmlns:a16="http://schemas.microsoft.com/office/drawing/2014/main" id="{E051B0ED-F222-9576-C0F5-2F6DC442D91E}"/>
              </a:ext>
            </a:extLst>
          </p:cNvPr>
          <p:cNvPicPr>
            <a:picLocks noChangeAspect="1"/>
          </p:cNvPicPr>
          <p:nvPr/>
        </p:nvPicPr>
        <p:blipFill>
          <a:blip r:embed="rId2"/>
          <a:stretch>
            <a:fillRect/>
          </a:stretch>
        </p:blipFill>
        <p:spPr>
          <a:xfrm>
            <a:off x="621792" y="1516539"/>
            <a:ext cx="5634866" cy="4186379"/>
          </a:xfrm>
          <a:prstGeom prst="rect">
            <a:avLst/>
          </a:prstGeom>
        </p:spPr>
      </p:pic>
      <p:sp>
        <p:nvSpPr>
          <p:cNvPr id="2" name="TextBox 1">
            <a:extLst>
              <a:ext uri="{FF2B5EF4-FFF2-40B4-BE49-F238E27FC236}">
                <a16:creationId xmlns:a16="http://schemas.microsoft.com/office/drawing/2014/main" id="{2BF514C3-BF1A-CA39-6389-5F9A6321672B}"/>
              </a:ext>
            </a:extLst>
          </p:cNvPr>
          <p:cNvSpPr txBox="1"/>
          <p:nvPr/>
        </p:nvSpPr>
        <p:spPr>
          <a:xfrm>
            <a:off x="2377187" y="5702918"/>
            <a:ext cx="2642488" cy="369332"/>
          </a:xfrm>
          <a:prstGeom prst="rect">
            <a:avLst/>
          </a:prstGeom>
          <a:noFill/>
        </p:spPr>
        <p:txBody>
          <a:bodyPr wrap="square" rtlCol="0">
            <a:spAutoFit/>
          </a:bodyPr>
          <a:lstStyle/>
          <a:p>
            <a:r>
              <a:rPr lang="en-US" dirty="0"/>
              <a:t>Same weight as before</a:t>
            </a:r>
          </a:p>
        </p:txBody>
      </p:sp>
      <p:cxnSp>
        <p:nvCxnSpPr>
          <p:cNvPr id="11" name="Straight Arrow Connector 10">
            <a:extLst>
              <a:ext uri="{FF2B5EF4-FFF2-40B4-BE49-F238E27FC236}">
                <a16:creationId xmlns:a16="http://schemas.microsoft.com/office/drawing/2014/main" id="{B0A20621-B164-3317-8488-C3398D52B1A8}"/>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5A05ACA-C960-4C88-2A03-7E5D2C89A9E9}"/>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10" name="Picture 9">
            <a:extLst>
              <a:ext uri="{FF2B5EF4-FFF2-40B4-BE49-F238E27FC236}">
                <a16:creationId xmlns:a16="http://schemas.microsoft.com/office/drawing/2014/main" id="{EED307C5-3DFD-2701-F75E-494E264F53E4}"/>
              </a:ext>
            </a:extLst>
          </p:cNvPr>
          <p:cNvPicPr>
            <a:picLocks noChangeAspect="1"/>
          </p:cNvPicPr>
          <p:nvPr/>
        </p:nvPicPr>
        <p:blipFill>
          <a:blip r:embed="rId3"/>
          <a:stretch>
            <a:fillRect/>
          </a:stretch>
        </p:blipFill>
        <p:spPr>
          <a:xfrm>
            <a:off x="5443095" y="1413639"/>
            <a:ext cx="6335009" cy="4753638"/>
          </a:xfrm>
          <a:prstGeom prst="rect">
            <a:avLst/>
          </a:prstGeom>
        </p:spPr>
      </p:pic>
    </p:spTree>
    <p:extLst>
      <p:ext uri="{BB962C8B-B14F-4D97-AF65-F5344CB8AC3E}">
        <p14:creationId xmlns:p14="http://schemas.microsoft.com/office/powerpoint/2010/main" val="7512744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5BCA2-9628-1B63-970D-460D9667009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3B02744-A423-6CF9-BB05-87C5DA98913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B4E5BCE-4365-7B8F-34F7-191F2DE4BECA}"/>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744CF9E2-2069-2283-89C0-BE293EA9892E}"/>
              </a:ext>
            </a:extLst>
          </p:cNvPr>
          <p:cNvSpPr>
            <a:spLocks noGrp="1"/>
          </p:cNvSpPr>
          <p:nvPr>
            <p:ph type="sldNum" sz="quarter" idx="12"/>
          </p:nvPr>
        </p:nvSpPr>
        <p:spPr/>
        <p:txBody>
          <a:bodyPr/>
          <a:lstStyle/>
          <a:p>
            <a:fld id="{5D474BC6-09C9-4ED8-ADF6-087D6F25D5BC}" type="slidenum">
              <a:rPr lang="en-US" smtClean="0"/>
              <a:t>54</a:t>
            </a:fld>
            <a:endParaRPr lang="en-US"/>
          </a:p>
        </p:txBody>
      </p:sp>
      <p:sp>
        <p:nvSpPr>
          <p:cNvPr id="7" name="TextBox 6">
            <a:extLst>
              <a:ext uri="{FF2B5EF4-FFF2-40B4-BE49-F238E27FC236}">
                <a16:creationId xmlns:a16="http://schemas.microsoft.com/office/drawing/2014/main" id="{FE1B7D8C-AD0D-272F-7283-D65F92050D11}"/>
              </a:ext>
            </a:extLst>
          </p:cNvPr>
          <p:cNvSpPr txBox="1"/>
          <p:nvPr/>
        </p:nvSpPr>
        <p:spPr>
          <a:xfrm>
            <a:off x="621792" y="493776"/>
            <a:ext cx="9509760" cy="369332"/>
          </a:xfrm>
          <a:prstGeom prst="rect">
            <a:avLst/>
          </a:prstGeom>
          <a:noFill/>
        </p:spPr>
        <p:txBody>
          <a:bodyPr wrap="square" rtlCol="0">
            <a:spAutoFit/>
          </a:bodyPr>
          <a:lstStyle/>
          <a:p>
            <a:r>
              <a:rPr lang="en-US" dirty="0"/>
              <a:t>80 coils with 63 mm spacing (penalizing the oscillations):</a:t>
            </a:r>
          </a:p>
        </p:txBody>
      </p:sp>
      <p:sp>
        <p:nvSpPr>
          <p:cNvPr id="2" name="TextBox 1">
            <a:extLst>
              <a:ext uri="{FF2B5EF4-FFF2-40B4-BE49-F238E27FC236}">
                <a16:creationId xmlns:a16="http://schemas.microsoft.com/office/drawing/2014/main" id="{820717C5-02A5-CE03-26EA-37C0BBAF71F9}"/>
              </a:ext>
            </a:extLst>
          </p:cNvPr>
          <p:cNvSpPr txBox="1"/>
          <p:nvPr/>
        </p:nvSpPr>
        <p:spPr>
          <a:xfrm>
            <a:off x="2377187" y="5702918"/>
            <a:ext cx="2642488" cy="369332"/>
          </a:xfrm>
          <a:prstGeom prst="rect">
            <a:avLst/>
          </a:prstGeom>
          <a:noFill/>
        </p:spPr>
        <p:txBody>
          <a:bodyPr wrap="square" rtlCol="0">
            <a:spAutoFit/>
          </a:bodyPr>
          <a:lstStyle/>
          <a:p>
            <a:r>
              <a:rPr lang="en-US" dirty="0"/>
              <a:t>Lambda = 1e-12, eta = 3</a:t>
            </a:r>
          </a:p>
        </p:txBody>
      </p:sp>
      <p:cxnSp>
        <p:nvCxnSpPr>
          <p:cNvPr id="11" name="Straight Arrow Connector 10">
            <a:extLst>
              <a:ext uri="{FF2B5EF4-FFF2-40B4-BE49-F238E27FC236}">
                <a16:creationId xmlns:a16="http://schemas.microsoft.com/office/drawing/2014/main" id="{4ED49CDF-DBFC-BFFD-21F2-2FF308A0E015}"/>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D225EA9-96E2-E3F9-FAA2-0B11D3570006}"/>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8" name="Picture 7">
            <a:extLst>
              <a:ext uri="{FF2B5EF4-FFF2-40B4-BE49-F238E27FC236}">
                <a16:creationId xmlns:a16="http://schemas.microsoft.com/office/drawing/2014/main" id="{BD72DB15-5247-4239-8208-954A5DD337D5}"/>
              </a:ext>
            </a:extLst>
          </p:cNvPr>
          <p:cNvPicPr>
            <a:picLocks noChangeAspect="1"/>
          </p:cNvPicPr>
          <p:nvPr/>
        </p:nvPicPr>
        <p:blipFill>
          <a:blip r:embed="rId2"/>
          <a:srcRect l="3768"/>
          <a:stretch>
            <a:fillRect/>
          </a:stretch>
        </p:blipFill>
        <p:spPr>
          <a:xfrm>
            <a:off x="190500" y="678442"/>
            <a:ext cx="6114607" cy="4782217"/>
          </a:xfrm>
          <a:prstGeom prst="rect">
            <a:avLst/>
          </a:prstGeom>
        </p:spPr>
      </p:pic>
      <p:pic>
        <p:nvPicPr>
          <p:cNvPr id="14" name="Picture 13">
            <a:extLst>
              <a:ext uri="{FF2B5EF4-FFF2-40B4-BE49-F238E27FC236}">
                <a16:creationId xmlns:a16="http://schemas.microsoft.com/office/drawing/2014/main" id="{980D6B46-2DA5-DE8A-C5F2-96D64A0E2013}"/>
              </a:ext>
            </a:extLst>
          </p:cNvPr>
          <p:cNvPicPr>
            <a:picLocks noChangeAspect="1"/>
          </p:cNvPicPr>
          <p:nvPr/>
        </p:nvPicPr>
        <p:blipFill>
          <a:blip r:embed="rId3"/>
          <a:stretch>
            <a:fillRect/>
          </a:stretch>
        </p:blipFill>
        <p:spPr>
          <a:xfrm>
            <a:off x="5905500" y="990181"/>
            <a:ext cx="5754573" cy="4782218"/>
          </a:xfrm>
          <a:prstGeom prst="rect">
            <a:avLst/>
          </a:prstGeom>
        </p:spPr>
      </p:pic>
    </p:spTree>
    <p:extLst>
      <p:ext uri="{BB962C8B-B14F-4D97-AF65-F5344CB8AC3E}">
        <p14:creationId xmlns:p14="http://schemas.microsoft.com/office/powerpoint/2010/main" val="37496975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C57E4-74D8-9896-5317-5D0E46937E5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FF63B54-90F9-7027-9733-38C46AB04A4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1A0286F-3B7C-0271-8D9E-EFF8D77F9F99}"/>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26A9C9CF-EDEB-6F84-F2D3-5EE4206F2510}"/>
              </a:ext>
            </a:extLst>
          </p:cNvPr>
          <p:cNvSpPr>
            <a:spLocks noGrp="1"/>
          </p:cNvSpPr>
          <p:nvPr>
            <p:ph type="sldNum" sz="quarter" idx="12"/>
          </p:nvPr>
        </p:nvSpPr>
        <p:spPr/>
        <p:txBody>
          <a:bodyPr/>
          <a:lstStyle/>
          <a:p>
            <a:fld id="{5D474BC6-09C9-4ED8-ADF6-087D6F25D5BC}" type="slidenum">
              <a:rPr lang="en-US" smtClean="0"/>
              <a:t>55</a:t>
            </a:fld>
            <a:endParaRPr lang="en-US"/>
          </a:p>
        </p:txBody>
      </p:sp>
      <p:sp>
        <p:nvSpPr>
          <p:cNvPr id="7" name="TextBox 6">
            <a:extLst>
              <a:ext uri="{FF2B5EF4-FFF2-40B4-BE49-F238E27FC236}">
                <a16:creationId xmlns:a16="http://schemas.microsoft.com/office/drawing/2014/main" id="{3DA08945-2AE0-AA81-D073-F71A6FB7B872}"/>
              </a:ext>
            </a:extLst>
          </p:cNvPr>
          <p:cNvSpPr txBox="1"/>
          <p:nvPr/>
        </p:nvSpPr>
        <p:spPr>
          <a:xfrm>
            <a:off x="621792" y="493776"/>
            <a:ext cx="9509760" cy="369332"/>
          </a:xfrm>
          <a:prstGeom prst="rect">
            <a:avLst/>
          </a:prstGeom>
          <a:noFill/>
        </p:spPr>
        <p:txBody>
          <a:bodyPr wrap="square" rtlCol="0">
            <a:spAutoFit/>
          </a:bodyPr>
          <a:lstStyle/>
          <a:p>
            <a:r>
              <a:rPr lang="en-US" dirty="0"/>
              <a:t>80 coils with 63 mm spacing (penalizing the oscillations):</a:t>
            </a:r>
          </a:p>
        </p:txBody>
      </p:sp>
      <p:sp>
        <p:nvSpPr>
          <p:cNvPr id="2" name="TextBox 1">
            <a:extLst>
              <a:ext uri="{FF2B5EF4-FFF2-40B4-BE49-F238E27FC236}">
                <a16:creationId xmlns:a16="http://schemas.microsoft.com/office/drawing/2014/main" id="{4FB837B5-4283-C9F1-AD62-E747DAD7710E}"/>
              </a:ext>
            </a:extLst>
          </p:cNvPr>
          <p:cNvSpPr txBox="1"/>
          <p:nvPr/>
        </p:nvSpPr>
        <p:spPr>
          <a:xfrm>
            <a:off x="2377187" y="5702918"/>
            <a:ext cx="2642488" cy="369332"/>
          </a:xfrm>
          <a:prstGeom prst="rect">
            <a:avLst/>
          </a:prstGeom>
          <a:noFill/>
        </p:spPr>
        <p:txBody>
          <a:bodyPr wrap="square" rtlCol="0">
            <a:spAutoFit/>
          </a:bodyPr>
          <a:lstStyle/>
          <a:p>
            <a:r>
              <a:rPr lang="en-US" dirty="0"/>
              <a:t>Lambda = 1e-12, eta = 3</a:t>
            </a:r>
          </a:p>
        </p:txBody>
      </p:sp>
      <p:cxnSp>
        <p:nvCxnSpPr>
          <p:cNvPr id="11" name="Straight Arrow Connector 10">
            <a:extLst>
              <a:ext uri="{FF2B5EF4-FFF2-40B4-BE49-F238E27FC236}">
                <a16:creationId xmlns:a16="http://schemas.microsoft.com/office/drawing/2014/main" id="{FAF61942-5B59-CA23-C222-D8CBE78D9549}"/>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7E98DE5-1278-1607-D87A-6AAE3E65C72A}"/>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8" name="Picture 7">
            <a:extLst>
              <a:ext uri="{FF2B5EF4-FFF2-40B4-BE49-F238E27FC236}">
                <a16:creationId xmlns:a16="http://schemas.microsoft.com/office/drawing/2014/main" id="{FE1D3B8D-AE9A-4F70-7C5A-D0D8FD0DDE1B}"/>
              </a:ext>
            </a:extLst>
          </p:cNvPr>
          <p:cNvPicPr>
            <a:picLocks noChangeAspect="1"/>
          </p:cNvPicPr>
          <p:nvPr/>
        </p:nvPicPr>
        <p:blipFill>
          <a:blip r:embed="rId2"/>
          <a:srcRect l="3768"/>
          <a:stretch>
            <a:fillRect/>
          </a:stretch>
        </p:blipFill>
        <p:spPr>
          <a:xfrm>
            <a:off x="104794" y="920701"/>
            <a:ext cx="6114607" cy="4782217"/>
          </a:xfrm>
          <a:prstGeom prst="rect">
            <a:avLst/>
          </a:prstGeom>
        </p:spPr>
      </p:pic>
      <p:pic>
        <p:nvPicPr>
          <p:cNvPr id="9" name="Picture 8">
            <a:extLst>
              <a:ext uri="{FF2B5EF4-FFF2-40B4-BE49-F238E27FC236}">
                <a16:creationId xmlns:a16="http://schemas.microsoft.com/office/drawing/2014/main" id="{AEAB908E-3C34-36F5-67CE-B3BFE1F66049}"/>
              </a:ext>
            </a:extLst>
          </p:cNvPr>
          <p:cNvPicPr>
            <a:picLocks noChangeAspect="1"/>
          </p:cNvPicPr>
          <p:nvPr/>
        </p:nvPicPr>
        <p:blipFill>
          <a:blip r:embed="rId3"/>
          <a:stretch>
            <a:fillRect/>
          </a:stretch>
        </p:blipFill>
        <p:spPr>
          <a:xfrm>
            <a:off x="6409901" y="678442"/>
            <a:ext cx="5487267" cy="4566989"/>
          </a:xfrm>
          <a:prstGeom prst="rect">
            <a:avLst/>
          </a:prstGeom>
        </p:spPr>
      </p:pic>
    </p:spTree>
    <p:extLst>
      <p:ext uri="{BB962C8B-B14F-4D97-AF65-F5344CB8AC3E}">
        <p14:creationId xmlns:p14="http://schemas.microsoft.com/office/powerpoint/2010/main" val="12226073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DE01C-55DD-434B-A5CB-073527E3A04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3801EC7-81CF-299C-E854-8F430CF1E29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820BB78-8A1B-E162-8051-7B5A397DB49D}"/>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D6CE06CD-22CF-35AA-222E-E344D1BC55F0}"/>
              </a:ext>
            </a:extLst>
          </p:cNvPr>
          <p:cNvSpPr>
            <a:spLocks noGrp="1"/>
          </p:cNvSpPr>
          <p:nvPr>
            <p:ph type="sldNum" sz="quarter" idx="12"/>
          </p:nvPr>
        </p:nvSpPr>
        <p:spPr/>
        <p:txBody>
          <a:bodyPr/>
          <a:lstStyle/>
          <a:p>
            <a:fld id="{5D474BC6-09C9-4ED8-ADF6-087D6F25D5BC}" type="slidenum">
              <a:rPr lang="en-US" smtClean="0"/>
              <a:t>56</a:t>
            </a:fld>
            <a:endParaRPr lang="en-US"/>
          </a:p>
        </p:txBody>
      </p:sp>
      <p:sp>
        <p:nvSpPr>
          <p:cNvPr id="7" name="TextBox 6">
            <a:extLst>
              <a:ext uri="{FF2B5EF4-FFF2-40B4-BE49-F238E27FC236}">
                <a16:creationId xmlns:a16="http://schemas.microsoft.com/office/drawing/2014/main" id="{8B5AF4FF-2575-BCC9-FA92-31F391E83220}"/>
              </a:ext>
            </a:extLst>
          </p:cNvPr>
          <p:cNvSpPr txBox="1"/>
          <p:nvPr/>
        </p:nvSpPr>
        <p:spPr>
          <a:xfrm>
            <a:off x="621792" y="493776"/>
            <a:ext cx="9509760" cy="646331"/>
          </a:xfrm>
          <a:prstGeom prst="rect">
            <a:avLst/>
          </a:prstGeom>
          <a:noFill/>
        </p:spPr>
        <p:txBody>
          <a:bodyPr wrap="square" rtlCol="0">
            <a:spAutoFit/>
          </a:bodyPr>
          <a:lstStyle/>
          <a:p>
            <a:r>
              <a:rPr lang="en-US" dirty="0"/>
              <a:t>60 coils with 84 mm spacing (penalizing the oscillations): weight profile and singular values </a:t>
            </a:r>
            <a:r>
              <a:rPr lang="en-US" dirty="0" err="1"/>
              <a:t>wrt</a:t>
            </a:r>
            <a:r>
              <a:rPr lang="en-US" dirty="0"/>
              <a:t> mode index</a:t>
            </a:r>
          </a:p>
        </p:txBody>
      </p:sp>
      <p:pic>
        <p:nvPicPr>
          <p:cNvPr id="9" name="Picture 8">
            <a:extLst>
              <a:ext uri="{FF2B5EF4-FFF2-40B4-BE49-F238E27FC236}">
                <a16:creationId xmlns:a16="http://schemas.microsoft.com/office/drawing/2014/main" id="{002411D5-AC0E-815B-4EC1-E07DF732ADD0}"/>
              </a:ext>
            </a:extLst>
          </p:cNvPr>
          <p:cNvPicPr>
            <a:picLocks noChangeAspect="1"/>
          </p:cNvPicPr>
          <p:nvPr/>
        </p:nvPicPr>
        <p:blipFill>
          <a:blip r:embed="rId2"/>
          <a:stretch>
            <a:fillRect/>
          </a:stretch>
        </p:blipFill>
        <p:spPr>
          <a:xfrm>
            <a:off x="621792" y="1516539"/>
            <a:ext cx="5634866" cy="4186379"/>
          </a:xfrm>
          <a:prstGeom prst="rect">
            <a:avLst/>
          </a:prstGeom>
        </p:spPr>
      </p:pic>
      <p:sp>
        <p:nvSpPr>
          <p:cNvPr id="2" name="TextBox 1">
            <a:extLst>
              <a:ext uri="{FF2B5EF4-FFF2-40B4-BE49-F238E27FC236}">
                <a16:creationId xmlns:a16="http://schemas.microsoft.com/office/drawing/2014/main" id="{C47CD5D3-1DF5-1490-5F79-C51D012C5033}"/>
              </a:ext>
            </a:extLst>
          </p:cNvPr>
          <p:cNvSpPr txBox="1"/>
          <p:nvPr/>
        </p:nvSpPr>
        <p:spPr>
          <a:xfrm>
            <a:off x="2377187" y="5702918"/>
            <a:ext cx="2642488" cy="369332"/>
          </a:xfrm>
          <a:prstGeom prst="rect">
            <a:avLst/>
          </a:prstGeom>
          <a:noFill/>
        </p:spPr>
        <p:txBody>
          <a:bodyPr wrap="square" rtlCol="0">
            <a:spAutoFit/>
          </a:bodyPr>
          <a:lstStyle/>
          <a:p>
            <a:r>
              <a:rPr lang="en-US" dirty="0"/>
              <a:t>Same weight as before</a:t>
            </a:r>
          </a:p>
        </p:txBody>
      </p:sp>
      <p:cxnSp>
        <p:nvCxnSpPr>
          <p:cNvPr id="11" name="Straight Arrow Connector 10">
            <a:extLst>
              <a:ext uri="{FF2B5EF4-FFF2-40B4-BE49-F238E27FC236}">
                <a16:creationId xmlns:a16="http://schemas.microsoft.com/office/drawing/2014/main" id="{77D4ED2C-0C8F-FC6A-E4F3-13C5D7E57932}"/>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699E248-4808-9ACF-171F-C3414583643E}"/>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8" name="Picture 7">
            <a:extLst>
              <a:ext uri="{FF2B5EF4-FFF2-40B4-BE49-F238E27FC236}">
                <a16:creationId xmlns:a16="http://schemas.microsoft.com/office/drawing/2014/main" id="{8CF8127C-7134-9BEB-D2EA-7AACF51E9182}"/>
              </a:ext>
            </a:extLst>
          </p:cNvPr>
          <p:cNvPicPr>
            <a:picLocks noChangeAspect="1"/>
          </p:cNvPicPr>
          <p:nvPr/>
        </p:nvPicPr>
        <p:blipFill>
          <a:blip r:embed="rId3"/>
          <a:srcRect l="3640"/>
          <a:stretch>
            <a:fillRect/>
          </a:stretch>
        </p:blipFill>
        <p:spPr>
          <a:xfrm>
            <a:off x="6229350" y="1516539"/>
            <a:ext cx="5772150" cy="4318520"/>
          </a:xfrm>
          <a:prstGeom prst="rect">
            <a:avLst/>
          </a:prstGeom>
        </p:spPr>
      </p:pic>
    </p:spTree>
    <p:extLst>
      <p:ext uri="{BB962C8B-B14F-4D97-AF65-F5344CB8AC3E}">
        <p14:creationId xmlns:p14="http://schemas.microsoft.com/office/powerpoint/2010/main" val="14986601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20CB6-60CD-02EE-157F-3F023CC4B82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69AD2AE-62D5-C990-894A-31511A21E94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445AE0D-DC7C-1BB1-10DD-E396D31225E1}"/>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0854DD01-6082-B838-52CA-EE4DCC5D4BD3}"/>
              </a:ext>
            </a:extLst>
          </p:cNvPr>
          <p:cNvSpPr>
            <a:spLocks noGrp="1"/>
          </p:cNvSpPr>
          <p:nvPr>
            <p:ph type="sldNum" sz="quarter" idx="12"/>
          </p:nvPr>
        </p:nvSpPr>
        <p:spPr/>
        <p:txBody>
          <a:bodyPr/>
          <a:lstStyle/>
          <a:p>
            <a:fld id="{5D474BC6-09C9-4ED8-ADF6-087D6F25D5BC}" type="slidenum">
              <a:rPr lang="en-US" smtClean="0"/>
              <a:t>57</a:t>
            </a:fld>
            <a:endParaRPr lang="en-US"/>
          </a:p>
        </p:txBody>
      </p:sp>
      <p:sp>
        <p:nvSpPr>
          <p:cNvPr id="7" name="TextBox 6">
            <a:extLst>
              <a:ext uri="{FF2B5EF4-FFF2-40B4-BE49-F238E27FC236}">
                <a16:creationId xmlns:a16="http://schemas.microsoft.com/office/drawing/2014/main" id="{B0CE3AEB-BFED-6D38-D601-5E346BC02C6A}"/>
              </a:ext>
            </a:extLst>
          </p:cNvPr>
          <p:cNvSpPr txBox="1"/>
          <p:nvPr/>
        </p:nvSpPr>
        <p:spPr>
          <a:xfrm>
            <a:off x="621792" y="493776"/>
            <a:ext cx="9509760" cy="369332"/>
          </a:xfrm>
          <a:prstGeom prst="rect">
            <a:avLst/>
          </a:prstGeom>
          <a:noFill/>
        </p:spPr>
        <p:txBody>
          <a:bodyPr wrap="square" rtlCol="0">
            <a:spAutoFit/>
          </a:bodyPr>
          <a:lstStyle/>
          <a:p>
            <a:r>
              <a:rPr lang="en-US" dirty="0"/>
              <a:t>80 coils with 63 mm spacing (penalizing the oscillations):</a:t>
            </a:r>
          </a:p>
        </p:txBody>
      </p:sp>
      <p:sp>
        <p:nvSpPr>
          <p:cNvPr id="2" name="TextBox 1">
            <a:extLst>
              <a:ext uri="{FF2B5EF4-FFF2-40B4-BE49-F238E27FC236}">
                <a16:creationId xmlns:a16="http://schemas.microsoft.com/office/drawing/2014/main" id="{35093313-7802-4E41-4070-844E7B026B2E}"/>
              </a:ext>
            </a:extLst>
          </p:cNvPr>
          <p:cNvSpPr txBox="1"/>
          <p:nvPr/>
        </p:nvSpPr>
        <p:spPr>
          <a:xfrm>
            <a:off x="2377187" y="5702918"/>
            <a:ext cx="2642488" cy="369332"/>
          </a:xfrm>
          <a:prstGeom prst="rect">
            <a:avLst/>
          </a:prstGeom>
          <a:noFill/>
        </p:spPr>
        <p:txBody>
          <a:bodyPr wrap="square" rtlCol="0">
            <a:spAutoFit/>
          </a:bodyPr>
          <a:lstStyle/>
          <a:p>
            <a:r>
              <a:rPr lang="en-US" dirty="0"/>
              <a:t>Lambda = 1e-12, eta = 3</a:t>
            </a:r>
          </a:p>
        </p:txBody>
      </p:sp>
      <p:cxnSp>
        <p:nvCxnSpPr>
          <p:cNvPr id="11" name="Straight Arrow Connector 10">
            <a:extLst>
              <a:ext uri="{FF2B5EF4-FFF2-40B4-BE49-F238E27FC236}">
                <a16:creationId xmlns:a16="http://schemas.microsoft.com/office/drawing/2014/main" id="{69557E76-49DB-FD1D-F085-D9A2A8EDEAD0}"/>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9D60A5C-751F-4160-9337-06D7ECA22584}"/>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10" name="Picture 9">
            <a:extLst>
              <a:ext uri="{FF2B5EF4-FFF2-40B4-BE49-F238E27FC236}">
                <a16:creationId xmlns:a16="http://schemas.microsoft.com/office/drawing/2014/main" id="{61937D36-9344-7AB1-6617-868C38846AB8}"/>
              </a:ext>
            </a:extLst>
          </p:cNvPr>
          <p:cNvPicPr>
            <a:picLocks noChangeAspect="1"/>
          </p:cNvPicPr>
          <p:nvPr/>
        </p:nvPicPr>
        <p:blipFill>
          <a:blip r:embed="rId2"/>
          <a:stretch>
            <a:fillRect/>
          </a:stretch>
        </p:blipFill>
        <p:spPr>
          <a:xfrm>
            <a:off x="190500" y="892967"/>
            <a:ext cx="6268325" cy="4667901"/>
          </a:xfrm>
          <a:prstGeom prst="rect">
            <a:avLst/>
          </a:prstGeom>
        </p:spPr>
      </p:pic>
      <p:pic>
        <p:nvPicPr>
          <p:cNvPr id="14" name="Picture 13">
            <a:extLst>
              <a:ext uri="{FF2B5EF4-FFF2-40B4-BE49-F238E27FC236}">
                <a16:creationId xmlns:a16="http://schemas.microsoft.com/office/drawing/2014/main" id="{F70FA82E-8339-327F-607D-AB2528F1C4D3}"/>
              </a:ext>
            </a:extLst>
          </p:cNvPr>
          <p:cNvPicPr>
            <a:picLocks noChangeAspect="1"/>
          </p:cNvPicPr>
          <p:nvPr/>
        </p:nvPicPr>
        <p:blipFill>
          <a:blip r:embed="rId3"/>
          <a:stretch>
            <a:fillRect/>
          </a:stretch>
        </p:blipFill>
        <p:spPr>
          <a:xfrm>
            <a:off x="6544462" y="1095375"/>
            <a:ext cx="5457038" cy="4346170"/>
          </a:xfrm>
          <a:prstGeom prst="rect">
            <a:avLst/>
          </a:prstGeom>
        </p:spPr>
      </p:pic>
    </p:spTree>
    <p:extLst>
      <p:ext uri="{BB962C8B-B14F-4D97-AF65-F5344CB8AC3E}">
        <p14:creationId xmlns:p14="http://schemas.microsoft.com/office/powerpoint/2010/main" val="31454907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61F48-2159-A89B-7389-FD1AC3CD306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D1FA95-47BA-0084-E511-AAEAC718259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C950D2C-C538-AADC-0084-C2C30C08F7FE}"/>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7F08944D-1FD5-30C0-7E8A-3422D9C2AC5E}"/>
              </a:ext>
            </a:extLst>
          </p:cNvPr>
          <p:cNvSpPr>
            <a:spLocks noGrp="1"/>
          </p:cNvSpPr>
          <p:nvPr>
            <p:ph type="sldNum" sz="quarter" idx="12"/>
          </p:nvPr>
        </p:nvSpPr>
        <p:spPr/>
        <p:txBody>
          <a:bodyPr/>
          <a:lstStyle/>
          <a:p>
            <a:fld id="{5D474BC6-09C9-4ED8-ADF6-087D6F25D5BC}" type="slidenum">
              <a:rPr lang="en-US" smtClean="0"/>
              <a:t>58</a:t>
            </a:fld>
            <a:endParaRPr lang="en-US"/>
          </a:p>
        </p:txBody>
      </p:sp>
      <p:sp>
        <p:nvSpPr>
          <p:cNvPr id="7" name="TextBox 6">
            <a:extLst>
              <a:ext uri="{FF2B5EF4-FFF2-40B4-BE49-F238E27FC236}">
                <a16:creationId xmlns:a16="http://schemas.microsoft.com/office/drawing/2014/main" id="{8F679C1A-2505-1549-1848-DCD1CE70213C}"/>
              </a:ext>
            </a:extLst>
          </p:cNvPr>
          <p:cNvSpPr txBox="1"/>
          <p:nvPr/>
        </p:nvSpPr>
        <p:spPr>
          <a:xfrm>
            <a:off x="621792" y="493776"/>
            <a:ext cx="9509760" cy="369332"/>
          </a:xfrm>
          <a:prstGeom prst="rect">
            <a:avLst/>
          </a:prstGeom>
          <a:noFill/>
        </p:spPr>
        <p:txBody>
          <a:bodyPr wrap="square" rtlCol="0">
            <a:spAutoFit/>
          </a:bodyPr>
          <a:lstStyle/>
          <a:p>
            <a:r>
              <a:rPr lang="en-US" dirty="0"/>
              <a:t>80 coils with 63 mm spacing (penalizing the oscillations):</a:t>
            </a:r>
          </a:p>
        </p:txBody>
      </p:sp>
      <p:sp>
        <p:nvSpPr>
          <p:cNvPr id="2" name="TextBox 1">
            <a:extLst>
              <a:ext uri="{FF2B5EF4-FFF2-40B4-BE49-F238E27FC236}">
                <a16:creationId xmlns:a16="http://schemas.microsoft.com/office/drawing/2014/main" id="{B10ECEED-4E14-BFAA-6794-46588B8655CB}"/>
              </a:ext>
            </a:extLst>
          </p:cNvPr>
          <p:cNvSpPr txBox="1"/>
          <p:nvPr/>
        </p:nvSpPr>
        <p:spPr>
          <a:xfrm>
            <a:off x="2377187" y="5702918"/>
            <a:ext cx="2642488" cy="369332"/>
          </a:xfrm>
          <a:prstGeom prst="rect">
            <a:avLst/>
          </a:prstGeom>
          <a:noFill/>
        </p:spPr>
        <p:txBody>
          <a:bodyPr wrap="square" rtlCol="0">
            <a:spAutoFit/>
          </a:bodyPr>
          <a:lstStyle/>
          <a:p>
            <a:r>
              <a:rPr lang="en-US" dirty="0"/>
              <a:t>Lambda = 1e-12, eta = 3</a:t>
            </a:r>
          </a:p>
        </p:txBody>
      </p:sp>
      <p:cxnSp>
        <p:nvCxnSpPr>
          <p:cNvPr id="11" name="Straight Arrow Connector 10">
            <a:extLst>
              <a:ext uri="{FF2B5EF4-FFF2-40B4-BE49-F238E27FC236}">
                <a16:creationId xmlns:a16="http://schemas.microsoft.com/office/drawing/2014/main" id="{EEC4E3EF-E6A6-96ED-03D0-6053B74BCA20}"/>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4A71B82-725C-71A0-55F3-C90205B74E8C}"/>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9" name="Picture 8">
            <a:extLst>
              <a:ext uri="{FF2B5EF4-FFF2-40B4-BE49-F238E27FC236}">
                <a16:creationId xmlns:a16="http://schemas.microsoft.com/office/drawing/2014/main" id="{965D26CD-6B47-2CE4-587E-D4ECC63960E6}"/>
              </a:ext>
            </a:extLst>
          </p:cNvPr>
          <p:cNvPicPr>
            <a:picLocks noChangeAspect="1"/>
          </p:cNvPicPr>
          <p:nvPr/>
        </p:nvPicPr>
        <p:blipFill>
          <a:blip r:embed="rId2"/>
          <a:stretch>
            <a:fillRect/>
          </a:stretch>
        </p:blipFill>
        <p:spPr>
          <a:xfrm>
            <a:off x="34037" y="1319274"/>
            <a:ext cx="5970837" cy="4446367"/>
          </a:xfrm>
          <a:prstGeom prst="rect">
            <a:avLst/>
          </a:prstGeom>
        </p:spPr>
      </p:pic>
      <p:pic>
        <p:nvPicPr>
          <p:cNvPr id="12" name="Picture 11">
            <a:extLst>
              <a:ext uri="{FF2B5EF4-FFF2-40B4-BE49-F238E27FC236}">
                <a16:creationId xmlns:a16="http://schemas.microsoft.com/office/drawing/2014/main" id="{663A5CFC-4C02-23BE-EE6C-6A6C84F01114}"/>
              </a:ext>
            </a:extLst>
          </p:cNvPr>
          <p:cNvPicPr>
            <a:picLocks noChangeAspect="1"/>
          </p:cNvPicPr>
          <p:nvPr/>
        </p:nvPicPr>
        <p:blipFill>
          <a:blip r:embed="rId3"/>
          <a:stretch>
            <a:fillRect/>
          </a:stretch>
        </p:blipFill>
        <p:spPr>
          <a:xfrm>
            <a:off x="5897777" y="1104498"/>
            <a:ext cx="5495470" cy="4652020"/>
          </a:xfrm>
          <a:prstGeom prst="rect">
            <a:avLst/>
          </a:prstGeom>
        </p:spPr>
      </p:pic>
    </p:spTree>
    <p:extLst>
      <p:ext uri="{BB962C8B-B14F-4D97-AF65-F5344CB8AC3E}">
        <p14:creationId xmlns:p14="http://schemas.microsoft.com/office/powerpoint/2010/main" val="37974775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E5EE2-C399-3444-9ECB-E0656079464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71B3324-94D1-C6AB-01BE-18988CDC746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9FFEB71-E416-09BF-24D1-C37455563670}"/>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7FEE5679-B6C7-39F5-56BF-EE0274B92696}"/>
              </a:ext>
            </a:extLst>
          </p:cNvPr>
          <p:cNvSpPr>
            <a:spLocks noGrp="1"/>
          </p:cNvSpPr>
          <p:nvPr>
            <p:ph type="sldNum" sz="quarter" idx="12"/>
          </p:nvPr>
        </p:nvSpPr>
        <p:spPr/>
        <p:txBody>
          <a:bodyPr/>
          <a:lstStyle/>
          <a:p>
            <a:fld id="{5D474BC6-09C9-4ED8-ADF6-087D6F25D5BC}" type="slidenum">
              <a:rPr lang="en-US" smtClean="0"/>
              <a:t>59</a:t>
            </a:fld>
            <a:endParaRPr lang="en-US"/>
          </a:p>
        </p:txBody>
      </p:sp>
      <p:sp>
        <p:nvSpPr>
          <p:cNvPr id="7" name="TextBox 6">
            <a:extLst>
              <a:ext uri="{FF2B5EF4-FFF2-40B4-BE49-F238E27FC236}">
                <a16:creationId xmlns:a16="http://schemas.microsoft.com/office/drawing/2014/main" id="{355FD143-A4F1-DD5B-2A38-D4E1DCA2FB79}"/>
              </a:ext>
            </a:extLst>
          </p:cNvPr>
          <p:cNvSpPr txBox="1"/>
          <p:nvPr/>
        </p:nvSpPr>
        <p:spPr>
          <a:xfrm>
            <a:off x="621792" y="493776"/>
            <a:ext cx="9509760" cy="646331"/>
          </a:xfrm>
          <a:prstGeom prst="rect">
            <a:avLst/>
          </a:prstGeom>
          <a:noFill/>
        </p:spPr>
        <p:txBody>
          <a:bodyPr wrap="square" rtlCol="0">
            <a:spAutoFit/>
          </a:bodyPr>
          <a:lstStyle/>
          <a:p>
            <a:r>
              <a:rPr lang="en-US" dirty="0"/>
              <a:t>50 coils with 100 mm spacing (penalizing the oscillations): weight profile and singular values </a:t>
            </a:r>
            <a:r>
              <a:rPr lang="en-US" dirty="0" err="1"/>
              <a:t>wrt</a:t>
            </a:r>
            <a:r>
              <a:rPr lang="en-US" dirty="0"/>
              <a:t> mode index</a:t>
            </a:r>
          </a:p>
        </p:txBody>
      </p:sp>
      <p:pic>
        <p:nvPicPr>
          <p:cNvPr id="9" name="Picture 8">
            <a:extLst>
              <a:ext uri="{FF2B5EF4-FFF2-40B4-BE49-F238E27FC236}">
                <a16:creationId xmlns:a16="http://schemas.microsoft.com/office/drawing/2014/main" id="{F115133E-EAB7-58A2-85DF-E124718FCFBD}"/>
              </a:ext>
            </a:extLst>
          </p:cNvPr>
          <p:cNvPicPr>
            <a:picLocks noChangeAspect="1"/>
          </p:cNvPicPr>
          <p:nvPr/>
        </p:nvPicPr>
        <p:blipFill>
          <a:blip r:embed="rId2"/>
          <a:stretch>
            <a:fillRect/>
          </a:stretch>
        </p:blipFill>
        <p:spPr>
          <a:xfrm>
            <a:off x="621792" y="1516539"/>
            <a:ext cx="5634866" cy="4186379"/>
          </a:xfrm>
          <a:prstGeom prst="rect">
            <a:avLst/>
          </a:prstGeom>
        </p:spPr>
      </p:pic>
      <p:sp>
        <p:nvSpPr>
          <p:cNvPr id="2" name="TextBox 1">
            <a:extLst>
              <a:ext uri="{FF2B5EF4-FFF2-40B4-BE49-F238E27FC236}">
                <a16:creationId xmlns:a16="http://schemas.microsoft.com/office/drawing/2014/main" id="{E12A1E09-F94C-F7DA-F29B-66878A57D341}"/>
              </a:ext>
            </a:extLst>
          </p:cNvPr>
          <p:cNvSpPr txBox="1"/>
          <p:nvPr/>
        </p:nvSpPr>
        <p:spPr>
          <a:xfrm>
            <a:off x="2377187" y="5702918"/>
            <a:ext cx="2642488" cy="369332"/>
          </a:xfrm>
          <a:prstGeom prst="rect">
            <a:avLst/>
          </a:prstGeom>
          <a:noFill/>
        </p:spPr>
        <p:txBody>
          <a:bodyPr wrap="square" rtlCol="0">
            <a:spAutoFit/>
          </a:bodyPr>
          <a:lstStyle/>
          <a:p>
            <a:r>
              <a:rPr lang="en-US" dirty="0"/>
              <a:t>Same weight as before</a:t>
            </a:r>
          </a:p>
        </p:txBody>
      </p:sp>
      <p:cxnSp>
        <p:nvCxnSpPr>
          <p:cNvPr id="11" name="Straight Arrow Connector 10">
            <a:extLst>
              <a:ext uri="{FF2B5EF4-FFF2-40B4-BE49-F238E27FC236}">
                <a16:creationId xmlns:a16="http://schemas.microsoft.com/office/drawing/2014/main" id="{432F046C-6ACA-A978-B3AC-7B0BD8D2793C}"/>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F4B6C84-7709-D8B3-53A9-3C2A63C08806}"/>
              </a:ext>
            </a:extLst>
          </p:cNvPr>
          <p:cNvSpPr txBox="1"/>
          <p:nvPr/>
        </p:nvSpPr>
        <p:spPr>
          <a:xfrm>
            <a:off x="10210800" y="678442"/>
            <a:ext cx="1790700" cy="923330"/>
          </a:xfrm>
          <a:prstGeom prst="rect">
            <a:avLst/>
          </a:prstGeom>
          <a:noFill/>
        </p:spPr>
        <p:txBody>
          <a:bodyPr wrap="square" rtlCol="0">
            <a:spAutoFit/>
          </a:bodyPr>
          <a:lstStyle/>
          <a:p>
            <a:r>
              <a:rPr lang="en-US" dirty="0"/>
              <a:t>Less significant modes than before</a:t>
            </a:r>
          </a:p>
        </p:txBody>
      </p:sp>
      <p:pic>
        <p:nvPicPr>
          <p:cNvPr id="8" name="Picture 7">
            <a:extLst>
              <a:ext uri="{FF2B5EF4-FFF2-40B4-BE49-F238E27FC236}">
                <a16:creationId xmlns:a16="http://schemas.microsoft.com/office/drawing/2014/main" id="{3F0730A0-267A-E484-AABF-AB0321988C55}"/>
              </a:ext>
            </a:extLst>
          </p:cNvPr>
          <p:cNvPicPr>
            <a:picLocks noChangeAspect="1"/>
          </p:cNvPicPr>
          <p:nvPr/>
        </p:nvPicPr>
        <p:blipFill>
          <a:blip r:embed="rId3"/>
          <a:stretch>
            <a:fillRect/>
          </a:stretch>
        </p:blipFill>
        <p:spPr>
          <a:xfrm>
            <a:off x="6275054" y="1601772"/>
            <a:ext cx="5295154" cy="3955122"/>
          </a:xfrm>
          <a:prstGeom prst="rect">
            <a:avLst/>
          </a:prstGeom>
        </p:spPr>
      </p:pic>
    </p:spTree>
    <p:extLst>
      <p:ext uri="{BB962C8B-B14F-4D97-AF65-F5344CB8AC3E}">
        <p14:creationId xmlns:p14="http://schemas.microsoft.com/office/powerpoint/2010/main" val="23132681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2912-0C4B-21B1-6068-74A66F53F33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718CB43-EDCD-665E-1E91-EE760CC0B02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251C52E-E807-D32E-08E0-E1A61316D0F7}"/>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F67D244F-1B10-2534-FAD8-F5F4D3B0D1DA}"/>
              </a:ext>
            </a:extLst>
          </p:cNvPr>
          <p:cNvSpPr>
            <a:spLocks noGrp="1"/>
          </p:cNvSpPr>
          <p:nvPr>
            <p:ph type="sldNum" sz="quarter" idx="12"/>
          </p:nvPr>
        </p:nvSpPr>
        <p:spPr/>
        <p:txBody>
          <a:bodyPr/>
          <a:lstStyle/>
          <a:p>
            <a:fld id="{5D474BC6-09C9-4ED8-ADF6-087D6F25D5BC}" type="slidenum">
              <a:rPr lang="en-US" smtClean="0"/>
              <a:t>60</a:t>
            </a:fld>
            <a:endParaRPr lang="en-US"/>
          </a:p>
        </p:txBody>
      </p:sp>
      <p:sp>
        <p:nvSpPr>
          <p:cNvPr id="7" name="TextBox 6">
            <a:extLst>
              <a:ext uri="{FF2B5EF4-FFF2-40B4-BE49-F238E27FC236}">
                <a16:creationId xmlns:a16="http://schemas.microsoft.com/office/drawing/2014/main" id="{8C56206B-F23A-891A-4EDF-5BD2AEBD69AC}"/>
              </a:ext>
            </a:extLst>
          </p:cNvPr>
          <p:cNvSpPr txBox="1"/>
          <p:nvPr/>
        </p:nvSpPr>
        <p:spPr>
          <a:xfrm>
            <a:off x="621792" y="493776"/>
            <a:ext cx="9509760" cy="369332"/>
          </a:xfrm>
          <a:prstGeom prst="rect">
            <a:avLst/>
          </a:prstGeom>
          <a:noFill/>
        </p:spPr>
        <p:txBody>
          <a:bodyPr wrap="square" rtlCol="0">
            <a:spAutoFit/>
          </a:bodyPr>
          <a:lstStyle/>
          <a:p>
            <a:r>
              <a:rPr lang="en-US" dirty="0"/>
              <a:t>60 coils with 63 mm spacing (penalizing the oscillations):</a:t>
            </a:r>
          </a:p>
        </p:txBody>
      </p:sp>
      <p:sp>
        <p:nvSpPr>
          <p:cNvPr id="2" name="TextBox 1">
            <a:extLst>
              <a:ext uri="{FF2B5EF4-FFF2-40B4-BE49-F238E27FC236}">
                <a16:creationId xmlns:a16="http://schemas.microsoft.com/office/drawing/2014/main" id="{90E15B33-5F2E-52FA-93BC-56E968CC2607}"/>
              </a:ext>
            </a:extLst>
          </p:cNvPr>
          <p:cNvSpPr txBox="1"/>
          <p:nvPr/>
        </p:nvSpPr>
        <p:spPr>
          <a:xfrm>
            <a:off x="2377187" y="5702918"/>
            <a:ext cx="2642488" cy="369332"/>
          </a:xfrm>
          <a:prstGeom prst="rect">
            <a:avLst/>
          </a:prstGeom>
          <a:noFill/>
        </p:spPr>
        <p:txBody>
          <a:bodyPr wrap="square" rtlCol="0">
            <a:spAutoFit/>
          </a:bodyPr>
          <a:lstStyle/>
          <a:p>
            <a:r>
              <a:rPr lang="en-US" dirty="0"/>
              <a:t>Lambda = 1e-12, eta = 3</a:t>
            </a:r>
          </a:p>
        </p:txBody>
      </p:sp>
      <p:cxnSp>
        <p:nvCxnSpPr>
          <p:cNvPr id="11" name="Straight Arrow Connector 10">
            <a:extLst>
              <a:ext uri="{FF2B5EF4-FFF2-40B4-BE49-F238E27FC236}">
                <a16:creationId xmlns:a16="http://schemas.microsoft.com/office/drawing/2014/main" id="{600B468E-1075-2FA3-E838-594FDC74AC21}"/>
              </a:ext>
            </a:extLst>
          </p:cNvPr>
          <p:cNvCxnSpPr/>
          <p:nvPr/>
        </p:nvCxnSpPr>
        <p:spPr>
          <a:xfrm flipV="1">
            <a:off x="9829800" y="1095375"/>
            <a:ext cx="381000" cy="2333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E5D159E0-1C1D-D1AC-F912-93834C0C92D1}"/>
              </a:ext>
            </a:extLst>
          </p:cNvPr>
          <p:cNvPicPr>
            <a:picLocks noChangeAspect="1"/>
          </p:cNvPicPr>
          <p:nvPr/>
        </p:nvPicPr>
        <p:blipFill>
          <a:blip r:embed="rId2"/>
          <a:stretch>
            <a:fillRect/>
          </a:stretch>
        </p:blipFill>
        <p:spPr>
          <a:xfrm>
            <a:off x="6096000" y="1051505"/>
            <a:ext cx="5629275" cy="4520608"/>
          </a:xfrm>
          <a:prstGeom prst="rect">
            <a:avLst/>
          </a:prstGeom>
        </p:spPr>
      </p:pic>
      <p:pic>
        <p:nvPicPr>
          <p:cNvPr id="12" name="Picture 11">
            <a:extLst>
              <a:ext uri="{FF2B5EF4-FFF2-40B4-BE49-F238E27FC236}">
                <a16:creationId xmlns:a16="http://schemas.microsoft.com/office/drawing/2014/main" id="{2C53FE69-E2BF-4C16-2179-54D617E4A555}"/>
              </a:ext>
            </a:extLst>
          </p:cNvPr>
          <p:cNvPicPr>
            <a:picLocks noChangeAspect="1"/>
          </p:cNvPicPr>
          <p:nvPr/>
        </p:nvPicPr>
        <p:blipFill>
          <a:blip r:embed="rId3"/>
          <a:stretch>
            <a:fillRect/>
          </a:stretch>
        </p:blipFill>
        <p:spPr>
          <a:xfrm>
            <a:off x="98717" y="1242436"/>
            <a:ext cx="6192114" cy="4734586"/>
          </a:xfrm>
          <a:prstGeom prst="rect">
            <a:avLst/>
          </a:prstGeom>
        </p:spPr>
      </p:pic>
    </p:spTree>
    <p:extLst>
      <p:ext uri="{BB962C8B-B14F-4D97-AF65-F5344CB8AC3E}">
        <p14:creationId xmlns:p14="http://schemas.microsoft.com/office/powerpoint/2010/main" val="1652194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00B3-99E5-612C-178E-198D1AEEA7B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8ABD03F-E5EE-B171-8691-87865067888F}"/>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4E1036D-5943-8745-C758-C68C13CB9AF3}"/>
              </a:ext>
            </a:extLst>
          </p:cNvPr>
          <p:cNvSpPr>
            <a:spLocks noGrp="1"/>
          </p:cNvSpPr>
          <p:nvPr>
            <p:ph type="ftr" sz="quarter" idx="11"/>
          </p:nvPr>
        </p:nvSpPr>
        <p:spPr/>
        <p:txBody>
          <a:bodyPr/>
          <a:lstStyle/>
          <a:p>
            <a:r>
              <a:rPr lang="en-US" dirty="0"/>
              <a:t>Jan 22</a:t>
            </a:r>
          </a:p>
        </p:txBody>
      </p:sp>
      <p:sp>
        <p:nvSpPr>
          <p:cNvPr id="6" name="Slide Number Placeholder 5">
            <a:extLst>
              <a:ext uri="{FF2B5EF4-FFF2-40B4-BE49-F238E27FC236}">
                <a16:creationId xmlns:a16="http://schemas.microsoft.com/office/drawing/2014/main" id="{5FFB83A7-CBED-8B79-5129-5E0E12BB927D}"/>
              </a:ext>
            </a:extLst>
          </p:cNvPr>
          <p:cNvSpPr>
            <a:spLocks noGrp="1"/>
          </p:cNvSpPr>
          <p:nvPr>
            <p:ph type="sldNum" sz="quarter" idx="12"/>
          </p:nvPr>
        </p:nvSpPr>
        <p:spPr/>
        <p:txBody>
          <a:bodyPr/>
          <a:lstStyle/>
          <a:p>
            <a:fld id="{5D474BC6-09C9-4ED8-ADF6-087D6F25D5BC}" type="slidenum">
              <a:rPr lang="en-US" smtClean="0"/>
              <a:t>61</a:t>
            </a:fld>
            <a:endParaRPr lang="en-US"/>
          </a:p>
        </p:txBody>
      </p:sp>
      <p:sp>
        <p:nvSpPr>
          <p:cNvPr id="7" name="TextBox 6">
            <a:extLst>
              <a:ext uri="{FF2B5EF4-FFF2-40B4-BE49-F238E27FC236}">
                <a16:creationId xmlns:a16="http://schemas.microsoft.com/office/drawing/2014/main" id="{68A1E3EF-91C9-E5CA-7C1C-C54C25D7C3B3}"/>
              </a:ext>
            </a:extLst>
          </p:cNvPr>
          <p:cNvSpPr txBox="1"/>
          <p:nvPr/>
        </p:nvSpPr>
        <p:spPr>
          <a:xfrm>
            <a:off x="621792" y="493776"/>
            <a:ext cx="9509760" cy="369332"/>
          </a:xfrm>
          <a:prstGeom prst="rect">
            <a:avLst/>
          </a:prstGeom>
          <a:noFill/>
        </p:spPr>
        <p:txBody>
          <a:bodyPr wrap="square" rtlCol="0">
            <a:spAutoFit/>
          </a:bodyPr>
          <a:lstStyle/>
          <a:p>
            <a:r>
              <a:rPr lang="en-US" dirty="0"/>
              <a:t>50 coils with 100 mm spacing (penalizing the oscillations):</a:t>
            </a:r>
          </a:p>
        </p:txBody>
      </p:sp>
      <p:sp>
        <p:nvSpPr>
          <p:cNvPr id="2" name="TextBox 1">
            <a:extLst>
              <a:ext uri="{FF2B5EF4-FFF2-40B4-BE49-F238E27FC236}">
                <a16:creationId xmlns:a16="http://schemas.microsoft.com/office/drawing/2014/main" id="{568FA950-E2F2-2311-FFB6-22D39DD95E02}"/>
              </a:ext>
            </a:extLst>
          </p:cNvPr>
          <p:cNvSpPr txBox="1"/>
          <p:nvPr/>
        </p:nvSpPr>
        <p:spPr>
          <a:xfrm>
            <a:off x="2377187" y="5702918"/>
            <a:ext cx="2642488" cy="369332"/>
          </a:xfrm>
          <a:prstGeom prst="rect">
            <a:avLst/>
          </a:prstGeom>
          <a:noFill/>
        </p:spPr>
        <p:txBody>
          <a:bodyPr wrap="square" rtlCol="0">
            <a:spAutoFit/>
          </a:bodyPr>
          <a:lstStyle/>
          <a:p>
            <a:r>
              <a:rPr lang="en-US" dirty="0"/>
              <a:t>Lambda = 1e-12, eta = 3</a:t>
            </a:r>
          </a:p>
        </p:txBody>
      </p:sp>
      <p:pic>
        <p:nvPicPr>
          <p:cNvPr id="9" name="Picture 8">
            <a:extLst>
              <a:ext uri="{FF2B5EF4-FFF2-40B4-BE49-F238E27FC236}">
                <a16:creationId xmlns:a16="http://schemas.microsoft.com/office/drawing/2014/main" id="{1345C7BF-9F23-6E37-66C4-5419A879A9F8}"/>
              </a:ext>
            </a:extLst>
          </p:cNvPr>
          <p:cNvPicPr>
            <a:picLocks noChangeAspect="1"/>
          </p:cNvPicPr>
          <p:nvPr/>
        </p:nvPicPr>
        <p:blipFill>
          <a:blip r:embed="rId2"/>
          <a:stretch>
            <a:fillRect/>
          </a:stretch>
        </p:blipFill>
        <p:spPr>
          <a:xfrm>
            <a:off x="98717" y="1242436"/>
            <a:ext cx="6192114" cy="4734586"/>
          </a:xfrm>
          <a:prstGeom prst="rect">
            <a:avLst/>
          </a:prstGeom>
        </p:spPr>
      </p:pic>
      <p:pic>
        <p:nvPicPr>
          <p:cNvPr id="12" name="Picture 11">
            <a:extLst>
              <a:ext uri="{FF2B5EF4-FFF2-40B4-BE49-F238E27FC236}">
                <a16:creationId xmlns:a16="http://schemas.microsoft.com/office/drawing/2014/main" id="{7E0B9990-E1A8-4CED-ABCC-67BBF9CEF1A9}"/>
              </a:ext>
            </a:extLst>
          </p:cNvPr>
          <p:cNvPicPr>
            <a:picLocks noChangeAspect="1"/>
          </p:cNvPicPr>
          <p:nvPr/>
        </p:nvPicPr>
        <p:blipFill>
          <a:blip r:embed="rId3"/>
          <a:stretch>
            <a:fillRect/>
          </a:stretch>
        </p:blipFill>
        <p:spPr>
          <a:xfrm>
            <a:off x="6290831" y="1434331"/>
            <a:ext cx="5256978" cy="3989338"/>
          </a:xfrm>
          <a:prstGeom prst="rect">
            <a:avLst/>
          </a:prstGeom>
        </p:spPr>
      </p:pic>
    </p:spTree>
    <p:extLst>
      <p:ext uri="{BB962C8B-B14F-4D97-AF65-F5344CB8AC3E}">
        <p14:creationId xmlns:p14="http://schemas.microsoft.com/office/powerpoint/2010/main" val="3618536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0F03C-7F63-B050-199C-3C967B866A2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9454983-F874-DC0C-0D00-9DDB1D53BF9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4B1555A-15FE-1EFA-CA99-365BBBFEF094}"/>
              </a:ext>
            </a:extLst>
          </p:cNvPr>
          <p:cNvSpPr>
            <a:spLocks noGrp="1"/>
          </p:cNvSpPr>
          <p:nvPr>
            <p:ph type="ftr" sz="quarter" idx="11"/>
          </p:nvPr>
        </p:nvSpPr>
        <p:spPr/>
        <p:txBody>
          <a:bodyPr/>
          <a:lstStyle/>
          <a:p>
            <a:r>
              <a:rPr lang="en-US" dirty="0"/>
              <a:t>Jan 24, 2026</a:t>
            </a:r>
          </a:p>
        </p:txBody>
      </p:sp>
      <p:sp>
        <p:nvSpPr>
          <p:cNvPr id="6" name="Slide Number Placeholder 5">
            <a:extLst>
              <a:ext uri="{FF2B5EF4-FFF2-40B4-BE49-F238E27FC236}">
                <a16:creationId xmlns:a16="http://schemas.microsoft.com/office/drawing/2014/main" id="{83C476BC-48D6-E956-71DF-D5FA369AA522}"/>
              </a:ext>
            </a:extLst>
          </p:cNvPr>
          <p:cNvSpPr>
            <a:spLocks noGrp="1"/>
          </p:cNvSpPr>
          <p:nvPr>
            <p:ph type="sldNum" sz="quarter" idx="12"/>
          </p:nvPr>
        </p:nvSpPr>
        <p:spPr/>
        <p:txBody>
          <a:bodyPr/>
          <a:lstStyle/>
          <a:p>
            <a:fld id="{5D474BC6-09C9-4ED8-ADF6-087D6F25D5BC}" type="slidenum">
              <a:rPr lang="en-US" smtClean="0"/>
              <a:t>62</a:t>
            </a:fld>
            <a:endParaRPr lang="en-US"/>
          </a:p>
        </p:txBody>
      </p:sp>
      <p:sp>
        <p:nvSpPr>
          <p:cNvPr id="7" name="TextBox 6">
            <a:extLst>
              <a:ext uri="{FF2B5EF4-FFF2-40B4-BE49-F238E27FC236}">
                <a16:creationId xmlns:a16="http://schemas.microsoft.com/office/drawing/2014/main" id="{9F50FEDD-8BEA-617D-267D-9233181522D6}"/>
              </a:ext>
            </a:extLst>
          </p:cNvPr>
          <p:cNvSpPr txBox="1"/>
          <p:nvPr/>
        </p:nvSpPr>
        <p:spPr>
          <a:xfrm>
            <a:off x="2566416" y="3700087"/>
            <a:ext cx="7415784" cy="1754326"/>
          </a:xfrm>
          <a:prstGeom prst="rect">
            <a:avLst/>
          </a:prstGeom>
          <a:noFill/>
        </p:spPr>
        <p:txBody>
          <a:bodyPr wrap="square" rtlCol="0">
            <a:spAutoFit/>
          </a:bodyPr>
          <a:lstStyle/>
          <a:p>
            <a:pPr algn="ctr"/>
            <a:endParaRPr lang="en-US" dirty="0"/>
          </a:p>
          <a:p>
            <a:pPr algn="ctr"/>
            <a:r>
              <a:rPr lang="en-US" dirty="0"/>
              <a:t>Chris Crawford, Mubi Khan</a:t>
            </a:r>
          </a:p>
          <a:p>
            <a:pPr algn="ctr"/>
            <a:endParaRPr lang="en-US" dirty="0"/>
          </a:p>
          <a:p>
            <a:pPr algn="ctr"/>
            <a:r>
              <a:rPr lang="en-US" dirty="0"/>
              <a:t>University of Kentucky</a:t>
            </a:r>
          </a:p>
          <a:p>
            <a:pPr algn="ctr"/>
            <a:endParaRPr lang="en-US" dirty="0"/>
          </a:p>
          <a:p>
            <a:pPr algn="ctr"/>
            <a:r>
              <a:rPr lang="en-US" dirty="0"/>
              <a:t>Jan 26, 2026</a:t>
            </a:r>
          </a:p>
        </p:txBody>
      </p:sp>
      <p:sp>
        <p:nvSpPr>
          <p:cNvPr id="2" name="TextBox 1">
            <a:extLst>
              <a:ext uri="{FF2B5EF4-FFF2-40B4-BE49-F238E27FC236}">
                <a16:creationId xmlns:a16="http://schemas.microsoft.com/office/drawing/2014/main" id="{7B927C76-B7F3-352C-18E0-F0095027E3AF}"/>
              </a:ext>
            </a:extLst>
          </p:cNvPr>
          <p:cNvSpPr txBox="1"/>
          <p:nvPr/>
        </p:nvSpPr>
        <p:spPr>
          <a:xfrm>
            <a:off x="2898648" y="1690156"/>
            <a:ext cx="6973824" cy="1200329"/>
          </a:xfrm>
          <a:prstGeom prst="rect">
            <a:avLst/>
          </a:prstGeom>
          <a:noFill/>
        </p:spPr>
        <p:txBody>
          <a:bodyPr wrap="square" rtlCol="0">
            <a:spAutoFit/>
          </a:bodyPr>
          <a:lstStyle/>
          <a:p>
            <a:pPr algn="ctr"/>
            <a:r>
              <a:rPr lang="en-US" sz="3600" dirty="0">
                <a:latin typeface="+mj-lt"/>
              </a:rPr>
              <a:t>Initial Optimization Results of the Stacked Coils Currents</a:t>
            </a:r>
          </a:p>
        </p:txBody>
      </p:sp>
    </p:spTree>
    <p:extLst>
      <p:ext uri="{BB962C8B-B14F-4D97-AF65-F5344CB8AC3E}">
        <p14:creationId xmlns:p14="http://schemas.microsoft.com/office/powerpoint/2010/main" val="19882131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EF4D6-E414-5930-D43A-2B9336FA552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B43771A-F1DF-77CF-C30E-BD733ADDF52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F2EAB9A-7DE2-AF56-55FD-1E0868F1C0D2}"/>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6FAEBA0B-C41D-D802-78E5-8D78BEE03E50}"/>
              </a:ext>
            </a:extLst>
          </p:cNvPr>
          <p:cNvSpPr>
            <a:spLocks noGrp="1"/>
          </p:cNvSpPr>
          <p:nvPr>
            <p:ph type="sldNum" sz="quarter" idx="12"/>
          </p:nvPr>
        </p:nvSpPr>
        <p:spPr/>
        <p:txBody>
          <a:bodyPr/>
          <a:lstStyle/>
          <a:p>
            <a:fld id="{5D474BC6-09C9-4ED8-ADF6-087D6F25D5BC}" type="slidenum">
              <a:rPr lang="en-US" smtClean="0"/>
              <a:t>63</a:t>
            </a:fld>
            <a:endParaRPr lang="en-US"/>
          </a:p>
        </p:txBody>
      </p:sp>
      <p:pic>
        <p:nvPicPr>
          <p:cNvPr id="8" name="Picture 7">
            <a:extLst>
              <a:ext uri="{FF2B5EF4-FFF2-40B4-BE49-F238E27FC236}">
                <a16:creationId xmlns:a16="http://schemas.microsoft.com/office/drawing/2014/main" id="{B2F168A7-75A1-56D4-5774-2CE0A115974F}"/>
              </a:ext>
            </a:extLst>
          </p:cNvPr>
          <p:cNvPicPr>
            <a:picLocks noChangeAspect="1"/>
          </p:cNvPicPr>
          <p:nvPr/>
        </p:nvPicPr>
        <p:blipFill>
          <a:blip r:embed="rId2"/>
          <a:srcRect l="12037" r="54879"/>
          <a:stretch>
            <a:fillRect/>
          </a:stretch>
        </p:blipFill>
        <p:spPr>
          <a:xfrm>
            <a:off x="8153400" y="575794"/>
            <a:ext cx="3369772" cy="5551678"/>
          </a:xfrm>
          <a:prstGeom prst="rect">
            <a:avLst/>
          </a:prstGeom>
        </p:spPr>
      </p:pic>
      <p:sp>
        <p:nvSpPr>
          <p:cNvPr id="12" name="TextBox 11">
            <a:extLst>
              <a:ext uri="{FF2B5EF4-FFF2-40B4-BE49-F238E27FC236}">
                <a16:creationId xmlns:a16="http://schemas.microsoft.com/office/drawing/2014/main" id="{774A8342-6EE2-B50F-2D9C-E6A756F1D260}"/>
              </a:ext>
            </a:extLst>
          </p:cNvPr>
          <p:cNvSpPr txBox="1"/>
          <p:nvPr/>
        </p:nvSpPr>
        <p:spPr>
          <a:xfrm>
            <a:off x="1207008" y="1097280"/>
            <a:ext cx="3840480" cy="4801314"/>
          </a:xfrm>
          <a:prstGeom prst="rect">
            <a:avLst/>
          </a:prstGeom>
          <a:noFill/>
        </p:spPr>
        <p:txBody>
          <a:bodyPr wrap="square" rtlCol="0">
            <a:spAutoFit/>
          </a:bodyPr>
          <a:lstStyle/>
          <a:p>
            <a:r>
              <a:rPr lang="en-US" dirty="0">
                <a:latin typeface="+mj-lt"/>
                <a:ea typeface="Calibri" panose="020F0502020204030204" pitchFamily="34" charset="0"/>
                <a:cs typeface="Calibri" panose="020F0502020204030204" pitchFamily="34" charset="0"/>
              </a:rPr>
              <a:t>Target Volume:</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A cylinder of radius = 330 mm and length 3.5 m</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This was chosen by taking off the Ioffe bite distance of 41 mm from the ID of the Ioffe coil and rounding up, to be safe</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length of the electron trap = 3.5 m</a:t>
            </a:r>
          </a:p>
          <a:p>
            <a:endParaRPr lang="en-US" dirty="0">
              <a:latin typeface="+mj-lt"/>
              <a:ea typeface="Calibri" panose="020F0502020204030204" pitchFamily="34" charset="0"/>
              <a:cs typeface="Calibri" panose="020F0502020204030204" pitchFamily="34" charset="0"/>
            </a:endParaRPr>
          </a:p>
          <a:p>
            <a:r>
              <a:rPr lang="en-US" dirty="0">
                <a:latin typeface="+mj-lt"/>
                <a:ea typeface="Calibri" panose="020F0502020204030204" pitchFamily="34" charset="0"/>
                <a:cs typeface="Calibri" panose="020F0502020204030204" pitchFamily="34" charset="0"/>
              </a:rPr>
              <a:t>Uniformity requirements pertaining to the Target Volume</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Radial uniformity of &lt;1e-6</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Azimuthal uniformity of &lt;1e-7</a:t>
            </a:r>
          </a:p>
          <a:p>
            <a:pPr marL="285750" indent="-285750">
              <a:buFont typeface="Arial" panose="020B0604020202020204" pitchFamily="34" charset="0"/>
              <a:buChar char="•"/>
            </a:pPr>
            <a:endParaRPr lang="en-US" dirty="0">
              <a:latin typeface="+mj-lt"/>
              <a:ea typeface="Calibri" panose="020F0502020204030204" pitchFamily="34" charset="0"/>
              <a:cs typeface="Calibri" panose="020F0502020204030204" pitchFamily="34" charset="0"/>
            </a:endParaRPr>
          </a:p>
          <a:p>
            <a:r>
              <a:rPr lang="en-US" dirty="0">
                <a:latin typeface="+mj-lt"/>
                <a:ea typeface="Calibri" panose="020F0502020204030204" pitchFamily="34" charset="0"/>
                <a:cs typeface="Calibri" panose="020F0502020204030204" pitchFamily="34" charset="0"/>
              </a:rPr>
              <a:t># Azimuthal uniformity is met in this analysis by design (rotational symmetry)</a:t>
            </a:r>
          </a:p>
        </p:txBody>
      </p:sp>
      <p:sp>
        <p:nvSpPr>
          <p:cNvPr id="15" name="TextBox 14">
            <a:extLst>
              <a:ext uri="{FF2B5EF4-FFF2-40B4-BE49-F238E27FC236}">
                <a16:creationId xmlns:a16="http://schemas.microsoft.com/office/drawing/2014/main" id="{682EE60F-BCC3-2891-920C-7DA59DE3C2F1}"/>
              </a:ext>
            </a:extLst>
          </p:cNvPr>
          <p:cNvSpPr txBox="1"/>
          <p:nvPr/>
        </p:nvSpPr>
        <p:spPr>
          <a:xfrm>
            <a:off x="10792968" y="5529262"/>
            <a:ext cx="1399032" cy="369332"/>
          </a:xfrm>
          <a:prstGeom prst="rect">
            <a:avLst/>
          </a:prstGeom>
          <a:noFill/>
        </p:spPr>
        <p:txBody>
          <a:bodyPr wrap="square" rtlCol="0">
            <a:spAutoFit/>
          </a:bodyPr>
          <a:lstStyle/>
          <a:p>
            <a:r>
              <a:rPr lang="en-US" dirty="0" err="1">
                <a:latin typeface="Calibri" panose="020F0502020204030204" pitchFamily="34" charset="0"/>
                <a:ea typeface="Calibri" panose="020F0502020204030204" pitchFamily="34" charset="0"/>
                <a:cs typeface="Calibri" panose="020F0502020204030204" pitchFamily="34" charset="0"/>
              </a:rPr>
              <a:t>PreCDR</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496D3DE1-A03E-597A-7466-0BB333ED1A27}"/>
              </a:ext>
            </a:extLst>
          </p:cNvPr>
          <p:cNvSpPr/>
          <p:nvPr/>
        </p:nvSpPr>
        <p:spPr>
          <a:xfrm rot="20380190">
            <a:off x="5486400" y="2980944"/>
            <a:ext cx="609600" cy="8412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71654DB-9DF2-A313-4010-BE3ACB9D753C}"/>
              </a:ext>
            </a:extLst>
          </p:cNvPr>
          <p:cNvSpPr/>
          <p:nvPr/>
        </p:nvSpPr>
        <p:spPr>
          <a:xfrm rot="20380190">
            <a:off x="6839714" y="1980307"/>
            <a:ext cx="609600" cy="8412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A22DC2E-1610-6C38-40FD-72D4F0D23438}"/>
              </a:ext>
            </a:extLst>
          </p:cNvPr>
          <p:cNvCxnSpPr>
            <a:stCxn id="2" idx="0"/>
            <a:endCxn id="3" idx="0"/>
          </p:cNvCxnSpPr>
          <p:nvPr/>
        </p:nvCxnSpPr>
        <p:spPr>
          <a:xfrm flipV="1">
            <a:off x="5645063" y="2006509"/>
            <a:ext cx="1353314" cy="1000637"/>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17BED3B-8A31-0C21-9C3B-E368AF4B8C99}"/>
              </a:ext>
            </a:extLst>
          </p:cNvPr>
          <p:cNvCxnSpPr/>
          <p:nvPr/>
        </p:nvCxnSpPr>
        <p:spPr>
          <a:xfrm flipV="1">
            <a:off x="6043736" y="2733422"/>
            <a:ext cx="1353314" cy="100063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E883E31-8CBB-C409-E353-7C0AC8E8729E}"/>
                  </a:ext>
                </a:extLst>
              </p:cNvPr>
              <p:cNvSpPr txBox="1"/>
              <p:nvPr/>
            </p:nvSpPr>
            <p:spPr>
              <a:xfrm>
                <a:off x="7808976" y="1490472"/>
                <a:ext cx="21031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  </m:t>
                      </m:r>
                    </m:oMath>
                  </m:oMathPara>
                </a14:m>
                <a:endParaRPr lang="en-US" dirty="0"/>
              </a:p>
            </p:txBody>
          </p:sp>
        </mc:Choice>
        <mc:Fallback xmlns="">
          <p:sp>
            <p:nvSpPr>
              <p:cNvPr id="14" name="TextBox 13">
                <a:extLst>
                  <a:ext uri="{FF2B5EF4-FFF2-40B4-BE49-F238E27FC236}">
                    <a16:creationId xmlns:a16="http://schemas.microsoft.com/office/drawing/2014/main" id="{7E883E31-8CBB-C409-E353-7C0AC8E8729E}"/>
                  </a:ext>
                </a:extLst>
              </p:cNvPr>
              <p:cNvSpPr txBox="1">
                <a:spLocks noRot="1" noChangeAspect="1" noMove="1" noResize="1" noEditPoints="1" noAdjustHandles="1" noChangeArrowheads="1" noChangeShapeType="1" noTextEdit="1"/>
              </p:cNvSpPr>
              <p:nvPr/>
            </p:nvSpPr>
            <p:spPr>
              <a:xfrm>
                <a:off x="7808976" y="1490472"/>
                <a:ext cx="210312" cy="369332"/>
              </a:xfrm>
              <a:prstGeom prst="rect">
                <a:avLst/>
              </a:prstGeom>
              <a:blipFill>
                <a:blip r:embed="rId3"/>
                <a:stretch>
                  <a:fillRect r="-125714"/>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3DC4A99F-CEDC-23A0-3BBE-30DAB1DBA2A9}"/>
              </a:ext>
            </a:extLst>
          </p:cNvPr>
          <p:cNvCxnSpPr>
            <a:cxnSpLocks/>
            <a:stCxn id="14" idx="2"/>
          </p:cNvCxnSpPr>
          <p:nvPr/>
        </p:nvCxnSpPr>
        <p:spPr>
          <a:xfrm flipH="1">
            <a:off x="5212080" y="1859804"/>
            <a:ext cx="2702052" cy="204208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DF8C1AC-59A7-E4CF-AF21-777A37CD90F3}"/>
              </a:ext>
            </a:extLst>
          </p:cNvPr>
          <p:cNvCxnSpPr/>
          <p:nvPr/>
        </p:nvCxnSpPr>
        <p:spPr>
          <a:xfrm flipH="1" flipV="1">
            <a:off x="6464808" y="2450592"/>
            <a:ext cx="247756" cy="3566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617BFDF-3653-33B7-A9B7-80D030D58990}"/>
                  </a:ext>
                </a:extLst>
              </p:cNvPr>
              <p:cNvSpPr txBox="1"/>
              <p:nvPr/>
            </p:nvSpPr>
            <p:spPr>
              <a:xfrm>
                <a:off x="6287918" y="2407341"/>
                <a:ext cx="2477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n-US" dirty="0"/>
              </a:p>
            </p:txBody>
          </p:sp>
        </mc:Choice>
        <mc:Fallback xmlns="">
          <p:sp>
            <p:nvSpPr>
              <p:cNvPr id="31" name="TextBox 30">
                <a:extLst>
                  <a:ext uri="{FF2B5EF4-FFF2-40B4-BE49-F238E27FC236}">
                    <a16:creationId xmlns:a16="http://schemas.microsoft.com/office/drawing/2014/main" id="{C617BFDF-3653-33B7-A9B7-80D030D58990}"/>
                  </a:ext>
                </a:extLst>
              </p:cNvPr>
              <p:cNvSpPr txBox="1">
                <a:spLocks noRot="1" noChangeAspect="1" noMove="1" noResize="1" noEditPoints="1" noAdjustHandles="1" noChangeArrowheads="1" noChangeShapeType="1" noTextEdit="1"/>
              </p:cNvSpPr>
              <p:nvPr/>
            </p:nvSpPr>
            <p:spPr>
              <a:xfrm>
                <a:off x="6287918" y="2407341"/>
                <a:ext cx="247756" cy="369332"/>
              </a:xfrm>
              <a:prstGeom prst="rect">
                <a:avLst/>
              </a:prstGeom>
              <a:blipFill>
                <a:blip r:embed="rId4"/>
                <a:stretch>
                  <a:fillRect r="-4878"/>
                </a:stretch>
              </a:blipFill>
            </p:spPr>
            <p:txBody>
              <a:bodyPr/>
              <a:lstStyle/>
              <a:p>
                <a:r>
                  <a:rPr lang="en-US">
                    <a:noFill/>
                  </a:rPr>
                  <a:t> </a:t>
                </a:r>
              </a:p>
            </p:txBody>
          </p:sp>
        </mc:Fallback>
      </mc:AlternateContent>
    </p:spTree>
    <p:extLst>
      <p:ext uri="{BB962C8B-B14F-4D97-AF65-F5344CB8AC3E}">
        <p14:creationId xmlns:p14="http://schemas.microsoft.com/office/powerpoint/2010/main" val="26628906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80EF9FC-3497-6FE8-C1A5-7C482F662C4F}"/>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C6E5B4A-A3C1-79AB-1DC8-E477C7D771FB}"/>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3D8D45A8-44D6-C4E6-E25C-D9FBFC95413A}"/>
              </a:ext>
            </a:extLst>
          </p:cNvPr>
          <p:cNvSpPr>
            <a:spLocks noGrp="1"/>
          </p:cNvSpPr>
          <p:nvPr>
            <p:ph type="sldNum" sz="quarter" idx="12"/>
          </p:nvPr>
        </p:nvSpPr>
        <p:spPr/>
        <p:txBody>
          <a:bodyPr/>
          <a:lstStyle/>
          <a:p>
            <a:fld id="{5D474BC6-09C9-4ED8-ADF6-087D6F25D5BC}" type="slidenum">
              <a:rPr lang="en-US" smtClean="0"/>
              <a:t>64</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FED9A89-5106-CB97-B801-CFAE13689576}"/>
                  </a:ext>
                </a:extLst>
              </p:cNvPr>
              <p:cNvSpPr txBox="1"/>
              <p:nvPr/>
            </p:nvSpPr>
            <p:spPr>
              <a:xfrm>
                <a:off x="838200" y="301752"/>
                <a:ext cx="6199632" cy="400110"/>
              </a:xfrm>
              <a:prstGeom prst="rect">
                <a:avLst/>
              </a:prstGeom>
              <a:noFill/>
            </p:spPr>
            <p:txBody>
              <a:bodyPr wrap="square" rtlCol="0">
                <a:spAutoFit/>
              </a:bodyPr>
              <a:lstStyle/>
              <a:p>
                <a:r>
                  <a:rPr lang="en-US" sz="2000" b="1" dirty="0">
                    <a:latin typeface="+mj-lt"/>
                    <a:ea typeface="Calibri" panose="020F0502020204030204" pitchFamily="34" charset="0"/>
                    <a:cs typeface="Calibri" panose="020F0502020204030204" pitchFamily="34" charset="0"/>
                  </a:rPr>
                  <a:t>General fitting procedure (</a:t>
                </a:r>
                <a14:m>
                  <m:oMath xmlns:m="http://schemas.openxmlformats.org/officeDocument/2006/math">
                    <m:r>
                      <a:rPr lang="en-US" sz="2000" b="1" i="1" dirty="0" smtClean="0">
                        <a:latin typeface="Cambria Math" panose="02040503050406030204" pitchFamily="18" charset="0"/>
                        <a:ea typeface="Calibri" panose="020F0502020204030204" pitchFamily="34" charset="0"/>
                        <a:cs typeface="Calibri" panose="020F0502020204030204" pitchFamily="34" charset="0"/>
                      </a:rPr>
                      <m:t>𝒏</m:t>
                    </m:r>
                  </m:oMath>
                </a14:m>
                <a:r>
                  <a:rPr lang="en-US" sz="2000" b="1" dirty="0">
                    <a:latin typeface="+mj-lt"/>
                    <a:ea typeface="Calibri" panose="020F0502020204030204" pitchFamily="34" charset="0"/>
                    <a:cs typeface="Calibri" panose="020F0502020204030204" pitchFamily="34" charset="0"/>
                  </a:rPr>
                  <a:t> coils, </a:t>
                </a:r>
                <a14:m>
                  <m:oMath xmlns:m="http://schemas.openxmlformats.org/officeDocument/2006/math">
                    <m:r>
                      <a:rPr lang="en-US" sz="2000" b="1" i="1" dirty="0" smtClean="0">
                        <a:latin typeface="Cambria Math" panose="02040503050406030204" pitchFamily="18" charset="0"/>
                        <a:ea typeface="Calibri" panose="020F0502020204030204" pitchFamily="34" charset="0"/>
                        <a:cs typeface="Calibri" panose="020F0502020204030204" pitchFamily="34" charset="0"/>
                      </a:rPr>
                      <m:t>𝒎</m:t>
                    </m:r>
                  </m:oMath>
                </a14:m>
                <a:r>
                  <a:rPr lang="en-US" sz="2000" b="1" dirty="0">
                    <a:latin typeface="+mj-lt"/>
                    <a:ea typeface="Calibri" panose="020F0502020204030204" pitchFamily="34" charset="0"/>
                    <a:cs typeface="Calibri" panose="020F0502020204030204" pitchFamily="34" charset="0"/>
                  </a:rPr>
                  <a:t> constraint points</a:t>
                </a:r>
                <a:r>
                  <a:rPr lang="en-US" sz="2000" b="1" dirty="0">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9" name="TextBox 8">
                <a:extLst>
                  <a:ext uri="{FF2B5EF4-FFF2-40B4-BE49-F238E27FC236}">
                    <a16:creationId xmlns:a16="http://schemas.microsoft.com/office/drawing/2014/main" id="{2FED9A89-5106-CB97-B801-CFAE13689576}"/>
                  </a:ext>
                </a:extLst>
              </p:cNvPr>
              <p:cNvSpPr txBox="1">
                <a:spLocks noRot="1" noChangeAspect="1" noMove="1" noResize="1" noEditPoints="1" noAdjustHandles="1" noChangeArrowheads="1" noChangeShapeType="1" noTextEdit="1"/>
              </p:cNvSpPr>
              <p:nvPr/>
            </p:nvSpPr>
            <p:spPr>
              <a:xfrm>
                <a:off x="838200" y="301752"/>
                <a:ext cx="6199632" cy="400110"/>
              </a:xfrm>
              <a:prstGeom prst="rect">
                <a:avLst/>
              </a:prstGeom>
              <a:blipFill>
                <a:blip r:embed="rId2"/>
                <a:stretch>
                  <a:fillRect l="-1082"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9D79D1F-B1FA-421D-7563-2316397C4197}"/>
                  </a:ext>
                </a:extLst>
              </p:cNvPr>
              <p:cNvSpPr txBox="1"/>
              <p:nvPr/>
            </p:nvSpPr>
            <p:spPr>
              <a:xfrm>
                <a:off x="969264" y="969264"/>
                <a:ext cx="10384536" cy="668645"/>
              </a:xfrm>
              <a:prstGeom prst="rect">
                <a:avLst/>
              </a:prstGeom>
              <a:noFill/>
            </p:spPr>
            <p:txBody>
              <a:bodyPr wrap="square" rtlCol="0">
                <a:spAutoFit/>
              </a:bodyPr>
              <a:lstStyle/>
              <a:p>
                <a:pPr marL="342900" indent="-342900">
                  <a:buAutoNum type="arabicPeriod"/>
                </a:pPr>
                <a:r>
                  <a:rPr lang="en-US" dirty="0"/>
                  <a:t>Define coil geometry (</a:t>
                </a:r>
                <a14:m>
                  <m:oMath xmlns:m="http://schemas.openxmlformats.org/officeDocument/2006/math">
                    <m:r>
                      <a:rPr lang="en-US" i="1" dirty="0" smtClean="0">
                        <a:latin typeface="Cambria Math" panose="02040503050406030204" pitchFamily="18" charset="0"/>
                      </a:rPr>
                      <m:t>𝑛</m:t>
                    </m:r>
                  </m:oMath>
                </a14:m>
                <a:r>
                  <a:rPr lang="en-US" dirty="0"/>
                  <a:t> unknowns currents)</a:t>
                </a:r>
              </a:p>
              <a:p>
                <a:r>
                  <a:rPr lang="en-US" dirty="0"/>
                  <a:t>	place n circular coils with fixed radii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𝑗</m:t>
                        </m:r>
                      </m:sub>
                    </m:sSub>
                  </m:oMath>
                </a14:m>
                <a:r>
                  <a:rPr lang="en-US" dirty="0"/>
                  <a:t> and axial positions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𝑧</m:t>
                        </m:r>
                      </m:e>
                      <m:sub>
                        <m:r>
                          <a:rPr lang="en-US" i="1">
                            <a:latin typeface="Cambria Math" panose="02040503050406030204" pitchFamily="18" charset="0"/>
                          </a:rPr>
                          <m:t>𝑗</m:t>
                        </m:r>
                      </m:sub>
                    </m:sSub>
                  </m:oMath>
                </a14:m>
                <a:r>
                  <a:rPr lang="en-US" dirty="0"/>
                  <a:t> and unknown currents  </a:t>
                </a:r>
              </a:p>
            </p:txBody>
          </p:sp>
        </mc:Choice>
        <mc:Fallback xmlns="">
          <p:sp>
            <p:nvSpPr>
              <p:cNvPr id="11" name="TextBox 10">
                <a:extLst>
                  <a:ext uri="{FF2B5EF4-FFF2-40B4-BE49-F238E27FC236}">
                    <a16:creationId xmlns:a16="http://schemas.microsoft.com/office/drawing/2014/main" id="{E9D79D1F-B1FA-421D-7563-2316397C4197}"/>
                  </a:ext>
                </a:extLst>
              </p:cNvPr>
              <p:cNvSpPr txBox="1">
                <a:spLocks noRot="1" noChangeAspect="1" noMove="1" noResize="1" noEditPoints="1" noAdjustHandles="1" noChangeArrowheads="1" noChangeShapeType="1" noTextEdit="1"/>
              </p:cNvSpPr>
              <p:nvPr/>
            </p:nvSpPr>
            <p:spPr>
              <a:xfrm>
                <a:off x="969264" y="969264"/>
                <a:ext cx="10384536" cy="668645"/>
              </a:xfrm>
              <a:prstGeom prst="rect">
                <a:avLst/>
              </a:prstGeom>
              <a:blipFill>
                <a:blip r:embed="rId3"/>
                <a:stretch>
                  <a:fillRect l="-528" t="-5455" b="-1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EDAD4FD-B8EB-1B8C-B7AE-891A561A8BB7}"/>
                  </a:ext>
                </a:extLst>
              </p:cNvPr>
              <p:cNvSpPr txBox="1"/>
              <p:nvPr/>
            </p:nvSpPr>
            <p:spPr>
              <a:xfrm>
                <a:off x="979278" y="2237600"/>
                <a:ext cx="5961888" cy="1478353"/>
              </a:xfrm>
              <a:prstGeom prst="rect">
                <a:avLst/>
              </a:prstGeom>
              <a:noFill/>
            </p:spPr>
            <p:txBody>
              <a:bodyPr wrap="square" rtlCol="0">
                <a:spAutoFit/>
              </a:bodyPr>
              <a:lstStyle/>
              <a:p>
                <a:r>
                  <a:rPr lang="en-US" b="0" dirty="0">
                    <a:ea typeface="Cambria Math" panose="02040503050406030204" pitchFamily="18" charset="0"/>
                  </a:rPr>
                  <a:t>2. </a:t>
                </a:r>
                <a14:m>
                  <m:oMath xmlns:m="http://schemas.openxmlformats.org/officeDocument/2006/math">
                    <m:r>
                      <a:rPr lang="en-US" b="0" i="1" smtClean="0">
                        <a:latin typeface="Cambria Math" panose="02040503050406030204" pitchFamily="18" charset="0"/>
                        <a:ea typeface="Cambria Math" panose="02040503050406030204" pitchFamily="18" charset="0"/>
                      </a:rPr>
                      <m:t> </m:t>
                    </m:r>
                  </m:oMath>
                </a14:m>
                <a:r>
                  <a:rPr lang="en-US" dirty="0"/>
                  <a:t>Choose </a:t>
                </a:r>
                <a14:m>
                  <m:oMath xmlns:m="http://schemas.openxmlformats.org/officeDocument/2006/math">
                    <m:r>
                      <a:rPr lang="en-US" i="1" dirty="0" smtClean="0">
                        <a:latin typeface="Cambria Math" panose="02040503050406030204" pitchFamily="18" charset="0"/>
                      </a:rPr>
                      <m:t>𝑚</m:t>
                    </m:r>
                  </m:oMath>
                </a14:m>
                <a:r>
                  <a:rPr lang="en-US" dirty="0"/>
                  <a:t> constraints points on the axes</a:t>
                </a:r>
              </a:p>
              <a:p>
                <a:r>
                  <a:rPr lang="en-US" dirty="0"/>
                  <a:t>	build a list of points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sSubSup>
                  </m:oMath>
                </a14:m>
                <a:endParaRPr lang="en-US" dirty="0"/>
              </a:p>
              <a:p>
                <a:r>
                  <a:rPr lang="en-US" dirty="0"/>
                  <a:t>	* </a:t>
                </a:r>
                <a14:m>
                  <m:oMath xmlns:m="http://schemas.openxmlformats.org/officeDocument/2006/math">
                    <m:r>
                      <a:rPr lang="en-US" i="1" dirty="0" smtClean="0">
                        <a:latin typeface="Cambria Math" panose="02040503050406030204" pitchFamily="18" charset="0"/>
                      </a:rPr>
                      <m:t>𝑧</m:t>
                    </m:r>
                  </m:oMath>
                </a14:m>
                <a:r>
                  <a:rPr lang="en-US" dirty="0"/>
                  <a:t>-axis: r = 0, sample</a:t>
                </a:r>
              </a:p>
              <a:p>
                <a:r>
                  <a:rPr lang="en-US" dirty="0"/>
                  <a:t> </a:t>
                </a:r>
              </a:p>
              <a:p>
                <a:r>
                  <a:rPr lang="en-US" dirty="0"/>
                  <a:t>	* </a:t>
                </a:r>
                <a14:m>
                  <m:oMath xmlns:m="http://schemas.openxmlformats.org/officeDocument/2006/math">
                    <m:r>
                      <a:rPr lang="en-US" i="1" dirty="0" smtClean="0">
                        <a:latin typeface="Cambria Math" panose="02040503050406030204" pitchFamily="18" charset="0"/>
                      </a:rPr>
                      <m:t>𝑟</m:t>
                    </m:r>
                  </m:oMath>
                </a14:m>
                <a:r>
                  <a:rPr lang="en-US" dirty="0"/>
                  <a:t>-axis: z = 0, sample </a:t>
                </a:r>
              </a:p>
            </p:txBody>
          </p:sp>
        </mc:Choice>
        <mc:Fallback xmlns="">
          <p:sp>
            <p:nvSpPr>
              <p:cNvPr id="14" name="TextBox 13">
                <a:extLst>
                  <a:ext uri="{FF2B5EF4-FFF2-40B4-BE49-F238E27FC236}">
                    <a16:creationId xmlns:a16="http://schemas.microsoft.com/office/drawing/2014/main" id="{3EDAD4FD-B8EB-1B8C-B7AE-891A561A8BB7}"/>
                  </a:ext>
                </a:extLst>
              </p:cNvPr>
              <p:cNvSpPr txBox="1">
                <a:spLocks noRot="1" noChangeAspect="1" noMove="1" noResize="1" noEditPoints="1" noAdjustHandles="1" noChangeArrowheads="1" noChangeShapeType="1" noTextEdit="1"/>
              </p:cNvSpPr>
              <p:nvPr/>
            </p:nvSpPr>
            <p:spPr>
              <a:xfrm>
                <a:off x="979278" y="2237600"/>
                <a:ext cx="5961888" cy="1478353"/>
              </a:xfrm>
              <a:prstGeom prst="rect">
                <a:avLst/>
              </a:prstGeom>
              <a:blipFill>
                <a:blip r:embed="rId4"/>
                <a:stretch>
                  <a:fillRect l="-920" t="-1646" b="-57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A84E38C-E82A-AE6D-2AD4-18AF6A84DD11}"/>
                  </a:ext>
                </a:extLst>
              </p:cNvPr>
              <p:cNvSpPr txBox="1"/>
              <p:nvPr/>
            </p:nvSpPr>
            <p:spPr>
              <a:xfrm>
                <a:off x="969264" y="3917540"/>
                <a:ext cx="9019066" cy="2585323"/>
              </a:xfrm>
              <a:prstGeom prst="rect">
                <a:avLst/>
              </a:prstGeom>
              <a:noFill/>
            </p:spPr>
            <p:txBody>
              <a:bodyPr wrap="square" rtlCol="0">
                <a:spAutoFit/>
              </a:bodyPr>
              <a:lstStyle/>
              <a:p>
                <a:r>
                  <a:rPr lang="en-US" dirty="0"/>
                  <a:t>3.   Compute the forward model (design matrix)</a:t>
                </a:r>
              </a:p>
              <a:p>
                <a:r>
                  <a:rPr lang="en-US" dirty="0"/>
                  <a:t>	For each point </a:t>
                </a:r>
                <a14:m>
                  <m:oMath xmlns:m="http://schemas.openxmlformats.org/officeDocument/2006/math">
                    <m:r>
                      <a:rPr lang="en-US" i="1" dirty="0" smtClean="0">
                        <a:latin typeface="Cambria Math" panose="02040503050406030204" pitchFamily="18" charset="0"/>
                      </a:rPr>
                      <m:t>𝑖</m:t>
                    </m:r>
                  </m:oMath>
                </a14:m>
                <a:r>
                  <a:rPr lang="en-US" dirty="0"/>
                  <a:t> and coil </a:t>
                </a:r>
                <a14:m>
                  <m:oMath xmlns:m="http://schemas.openxmlformats.org/officeDocument/2006/math">
                    <m:r>
                      <a:rPr lang="en-US" i="1" dirty="0" smtClean="0">
                        <a:latin typeface="Cambria Math" panose="02040503050406030204" pitchFamily="18" charset="0"/>
                      </a:rPr>
                      <m:t>𝑗</m:t>
                    </m:r>
                  </m:oMath>
                </a14:m>
                <a:r>
                  <a:rPr lang="en-US" dirty="0"/>
                  <a:t>, compute the coil’s contribution to the axial field</a:t>
                </a:r>
              </a:p>
              <a:p>
                <a:r>
                  <a:rPr lang="en-US" dirty="0"/>
                  <a:t>	* field at any point per 1 A-turn in coil </a:t>
                </a:r>
                <a14:m>
                  <m:oMath xmlns:m="http://schemas.openxmlformats.org/officeDocument/2006/math">
                    <m:r>
                      <a:rPr lang="en-US" i="1" dirty="0" smtClean="0">
                        <a:latin typeface="Cambria Math" panose="02040503050406030204" pitchFamily="18" charset="0"/>
                      </a:rPr>
                      <m:t>𝑗</m:t>
                    </m:r>
                  </m:oMath>
                </a14:m>
                <a:endParaRPr lang="en-US" dirty="0"/>
              </a:p>
              <a:p>
                <a:endParaRPr lang="en-US" dirty="0"/>
              </a:p>
              <a:p>
                <a:endParaRPr lang="en-US" dirty="0"/>
              </a:p>
              <a:p>
                <a:r>
                  <a:rPr lang="en-US" dirty="0"/>
                  <a:t>	</a:t>
                </a:r>
              </a:p>
              <a:p>
                <a:r>
                  <a:rPr lang="en-US" dirty="0"/>
                  <a:t>                    * stack these into</a:t>
                </a:r>
              </a:p>
              <a:p>
                <a:r>
                  <a:rPr lang="en-US" dirty="0"/>
                  <a:t>	* the predicted field is linear in currents:  </a:t>
                </a:r>
                <a14:m>
                  <m:oMath xmlns:m="http://schemas.openxmlformats.org/officeDocument/2006/math">
                    <m:r>
                      <a:rPr lang="en-US" b="1" i="1" smtClean="0">
                        <a:latin typeface="Cambria Math" panose="02040503050406030204" pitchFamily="18" charset="0"/>
                      </a:rPr>
                      <m:t>𝒃</m:t>
                    </m:r>
                    <m:r>
                      <a:rPr lang="en-US" b="1" i="1" smtClean="0">
                        <a:latin typeface="Cambria Math" panose="02040503050406030204" pitchFamily="18" charset="0"/>
                      </a:rPr>
                      <m:t>=</m:t>
                    </m:r>
                    <m:r>
                      <a:rPr lang="en-US" b="1" i="1" smtClean="0">
                        <a:latin typeface="Cambria Math" panose="02040503050406030204" pitchFamily="18" charset="0"/>
                      </a:rPr>
                      <m:t>𝑴</m:t>
                    </m:r>
                    <m:r>
                      <a:rPr lang="en-US" b="1" i="1" smtClean="0">
                        <a:latin typeface="Cambria Math" panose="02040503050406030204" pitchFamily="18" charset="0"/>
                      </a:rPr>
                      <m:t> </m:t>
                    </m:r>
                    <m:r>
                      <a:rPr lang="en-US" b="1" i="1" smtClean="0">
                        <a:latin typeface="Cambria Math" panose="02040503050406030204" pitchFamily="18" charset="0"/>
                      </a:rPr>
                      <m:t>𝑰</m:t>
                    </m:r>
                  </m:oMath>
                </a14:m>
                <a:r>
                  <a:rPr lang="en-US" b="1" dirty="0"/>
                  <a:t>,  </a:t>
                </a:r>
                <a14:m>
                  <m:oMath xmlns:m="http://schemas.openxmlformats.org/officeDocument/2006/math">
                    <m:r>
                      <a:rPr lang="en-US" b="1" i="1" smtClean="0">
                        <a:latin typeface="Cambria Math" panose="02040503050406030204" pitchFamily="18" charset="0"/>
                      </a:rPr>
                      <m:t>𝒃</m:t>
                    </m:r>
                    <m:r>
                      <a:rPr lang="en-US" b="1" i="1" smtClean="0">
                        <a:latin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0</m:t>
                            </m:r>
                          </m:sub>
                        </m:sSub>
                      </m:e>
                    </m:d>
                    <m:r>
                      <a:rPr lang="en-US" b="0" i="1" smtClean="0">
                        <a:latin typeface="Cambria Math" panose="02040503050406030204" pitchFamily="18" charset="0"/>
                      </a:rPr>
                      <m:t>  </m:t>
                    </m:r>
                    <m:r>
                      <a:rPr lang="en-US" b="0" i="1" smtClean="0">
                        <a:latin typeface="Cambria Math" panose="02040503050406030204" pitchFamily="18" charset="0"/>
                      </a:rPr>
                      <m:t>𝜖</m:t>
                    </m:r>
                    <m:r>
                      <a:rPr lang="en-US" b="0" i="1" smtClean="0">
                        <a:latin typeface="Cambria Math" panose="02040503050406030204" pitchFamily="18" charset="0"/>
                      </a:rPr>
                      <m:t> </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sup>
                    </m:sSup>
                  </m:oMath>
                </a14:m>
                <a:endParaRPr lang="en-US" dirty="0"/>
              </a:p>
              <a:p>
                <a:r>
                  <a:rPr lang="en-US" dirty="0"/>
                  <a:t>	</a:t>
                </a:r>
              </a:p>
            </p:txBody>
          </p:sp>
        </mc:Choice>
        <mc:Fallback xmlns="">
          <p:sp>
            <p:nvSpPr>
              <p:cNvPr id="21" name="TextBox 20">
                <a:extLst>
                  <a:ext uri="{FF2B5EF4-FFF2-40B4-BE49-F238E27FC236}">
                    <a16:creationId xmlns:a16="http://schemas.microsoft.com/office/drawing/2014/main" id="{9A84E38C-E82A-AE6D-2AD4-18AF6A84DD11}"/>
                  </a:ext>
                </a:extLst>
              </p:cNvPr>
              <p:cNvSpPr txBox="1">
                <a:spLocks noRot="1" noChangeAspect="1" noMove="1" noResize="1" noEditPoints="1" noAdjustHandles="1" noChangeArrowheads="1" noChangeShapeType="1" noTextEdit="1"/>
              </p:cNvSpPr>
              <p:nvPr/>
            </p:nvSpPr>
            <p:spPr>
              <a:xfrm>
                <a:off x="969264" y="3917540"/>
                <a:ext cx="9019066" cy="2585323"/>
              </a:xfrm>
              <a:prstGeom prst="rect">
                <a:avLst/>
              </a:prstGeom>
              <a:blipFill>
                <a:blip r:embed="rId5"/>
                <a:stretch>
                  <a:fillRect l="-541" t="-11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725382F-3735-DC5C-C7B4-D6EA08EC90E7}"/>
                  </a:ext>
                </a:extLst>
              </p:cNvPr>
              <p:cNvSpPr txBox="1"/>
              <p:nvPr/>
            </p:nvSpPr>
            <p:spPr>
              <a:xfrm>
                <a:off x="5086754" y="1709894"/>
                <a:ext cx="195107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2 …</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𝑇</m:t>
                        </m:r>
                      </m:sup>
                    </m:sSup>
                  </m:oMath>
                </a14:m>
                <a:endParaRPr lang="en-US" dirty="0"/>
              </a:p>
            </p:txBody>
          </p:sp>
        </mc:Choice>
        <mc:Fallback xmlns="">
          <p:sp>
            <p:nvSpPr>
              <p:cNvPr id="29" name="TextBox 28">
                <a:extLst>
                  <a:ext uri="{FF2B5EF4-FFF2-40B4-BE49-F238E27FC236}">
                    <a16:creationId xmlns:a16="http://schemas.microsoft.com/office/drawing/2014/main" id="{D725382F-3735-DC5C-C7B4-D6EA08EC90E7}"/>
                  </a:ext>
                </a:extLst>
              </p:cNvPr>
              <p:cNvSpPr txBox="1">
                <a:spLocks noRot="1" noChangeAspect="1" noMove="1" noResize="1" noEditPoints="1" noAdjustHandles="1" noChangeArrowheads="1" noChangeShapeType="1" noTextEdit="1"/>
              </p:cNvSpPr>
              <p:nvPr/>
            </p:nvSpPr>
            <p:spPr>
              <a:xfrm>
                <a:off x="5086754" y="1709894"/>
                <a:ext cx="1951078" cy="369332"/>
              </a:xfrm>
              <a:prstGeom prst="rect">
                <a:avLst/>
              </a:prstGeom>
              <a:blipFill>
                <a:blip r:embed="rId6"/>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7FCB652-CAAD-8F4D-5812-57579BA77DBD}"/>
                  </a:ext>
                </a:extLst>
              </p:cNvPr>
              <p:cNvSpPr txBox="1"/>
              <p:nvPr/>
            </p:nvSpPr>
            <p:spPr>
              <a:xfrm>
                <a:off x="4146827" y="2819607"/>
                <a:ext cx="11999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[0,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𝑚𝑎𝑥</m:t>
                          </m:r>
                        </m:sub>
                      </m:sSub>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1" name="TextBox 30">
                <a:extLst>
                  <a:ext uri="{FF2B5EF4-FFF2-40B4-BE49-F238E27FC236}">
                    <a16:creationId xmlns:a16="http://schemas.microsoft.com/office/drawing/2014/main" id="{E7FCB652-CAAD-8F4D-5812-57579BA77DBD}"/>
                  </a:ext>
                </a:extLst>
              </p:cNvPr>
              <p:cNvSpPr txBox="1">
                <a:spLocks noRot="1" noChangeAspect="1" noMove="1" noResize="1" noEditPoints="1" noAdjustHandles="1" noChangeArrowheads="1" noChangeShapeType="1" noTextEdit="1"/>
              </p:cNvSpPr>
              <p:nvPr/>
            </p:nvSpPr>
            <p:spPr>
              <a:xfrm>
                <a:off x="4146827" y="2819607"/>
                <a:ext cx="1199944" cy="276999"/>
              </a:xfrm>
              <a:prstGeom prst="rect">
                <a:avLst/>
              </a:prstGeom>
              <a:blipFill>
                <a:blip r:embed="rId7"/>
                <a:stretch>
                  <a:fillRect l="-2538" t="-4444" r="-7107" b="-3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95DEE67-C4FB-A8C0-A815-49DF2B8E2057}"/>
                  </a:ext>
                </a:extLst>
              </p:cNvPr>
              <p:cNvSpPr txBox="1"/>
              <p:nvPr/>
            </p:nvSpPr>
            <p:spPr>
              <a:xfrm>
                <a:off x="5381484" y="2819607"/>
                <a:ext cx="16227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𝑚𝑎𝑥</m:t>
                          </m:r>
                        </m:sub>
                      </m:sSub>
                      <m:r>
                        <a:rPr lang="en-US" b="0" i="1" smtClean="0">
                          <a:latin typeface="Cambria Math" panose="02040503050406030204" pitchFamily="18" charset="0"/>
                        </a:rPr>
                        <m:t>=330 </m:t>
                      </m:r>
                      <m:r>
                        <a:rPr lang="en-US" b="0" i="1" smtClean="0">
                          <a:latin typeface="Cambria Math" panose="02040503050406030204" pitchFamily="18" charset="0"/>
                        </a:rPr>
                        <m:t>𝑚𝑚</m:t>
                      </m:r>
                    </m:oMath>
                  </m:oMathPara>
                </a14:m>
                <a:endParaRPr lang="en-US" dirty="0"/>
              </a:p>
            </p:txBody>
          </p:sp>
        </mc:Choice>
        <mc:Fallback xmlns="">
          <p:sp>
            <p:nvSpPr>
              <p:cNvPr id="32" name="TextBox 31">
                <a:extLst>
                  <a:ext uri="{FF2B5EF4-FFF2-40B4-BE49-F238E27FC236}">
                    <a16:creationId xmlns:a16="http://schemas.microsoft.com/office/drawing/2014/main" id="{E95DEE67-C4FB-A8C0-A815-49DF2B8E2057}"/>
                  </a:ext>
                </a:extLst>
              </p:cNvPr>
              <p:cNvSpPr txBox="1">
                <a:spLocks noRot="1" noChangeAspect="1" noMove="1" noResize="1" noEditPoints="1" noAdjustHandles="1" noChangeArrowheads="1" noChangeShapeType="1" noTextEdit="1"/>
              </p:cNvSpPr>
              <p:nvPr/>
            </p:nvSpPr>
            <p:spPr>
              <a:xfrm>
                <a:off x="5381484" y="2819607"/>
                <a:ext cx="1622752" cy="276999"/>
              </a:xfrm>
              <a:prstGeom prst="rect">
                <a:avLst/>
              </a:prstGeom>
              <a:blipFill>
                <a:blip r:embed="rId8"/>
                <a:stretch>
                  <a:fillRect l="-1880" r="-1880"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BC5771B-7A5B-6E87-C0BA-66FC2EC3D3D2}"/>
                  </a:ext>
                </a:extLst>
              </p:cNvPr>
              <p:cNvSpPr txBox="1"/>
              <p:nvPr/>
            </p:nvSpPr>
            <p:spPr>
              <a:xfrm>
                <a:off x="4146827" y="3281934"/>
                <a:ext cx="2610589" cy="440633"/>
              </a:xfrm>
              <a:prstGeom prst="rect">
                <a:avLst/>
              </a:prstGeom>
              <a:noFill/>
            </p:spPr>
            <p:txBody>
              <a:bodyPr wrap="square">
                <a:spAutoFit/>
              </a:bodyPr>
              <a:lstStyle/>
              <a:p>
                <a14:m>
                  <m:oMath xmlns:m="http://schemas.openxmlformats.org/officeDocument/2006/math">
                    <m:r>
                      <a:rPr lang="en-US" sz="1600" b="0" i="1" smtClean="0">
                        <a:latin typeface="Cambria Math" panose="02040503050406030204" pitchFamily="18" charset="0"/>
                      </a:rPr>
                      <m:t>𝑧</m:t>
                    </m:r>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𝜖</m:t>
                    </m:r>
                    <m:r>
                      <a:rPr lang="en-US" sz="1600" b="0" i="1" smtClean="0">
                        <a:latin typeface="Cambria Math" panose="02040503050406030204" pitchFamily="18" charset="0"/>
                        <a:ea typeface="Cambria Math" panose="02040503050406030204" pitchFamily="18" charset="0"/>
                      </a:rPr>
                      <m:t> [−</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𝐿</m:t>
                        </m:r>
                      </m:num>
                      <m:den>
                        <m:r>
                          <a:rPr lang="en-US" sz="1600" b="0" i="1" smtClean="0">
                            <a:latin typeface="Cambria Math" panose="02040503050406030204" pitchFamily="18" charset="0"/>
                            <a:ea typeface="Cambria Math" panose="02040503050406030204" pitchFamily="18" charset="0"/>
                          </a:rPr>
                          <m:t>2</m:t>
                        </m:r>
                      </m:den>
                    </m:f>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𝐿</m:t>
                        </m:r>
                      </m:num>
                      <m:den>
                        <m:r>
                          <a:rPr lang="en-US" sz="1600" b="0" i="1" smtClean="0">
                            <a:latin typeface="Cambria Math" panose="02040503050406030204" pitchFamily="18" charset="0"/>
                            <a:ea typeface="Cambria Math" panose="02040503050406030204" pitchFamily="18" charset="0"/>
                          </a:rPr>
                          <m:t>2</m:t>
                        </m:r>
                      </m:den>
                    </m:f>
                    <m:r>
                      <a:rPr lang="en-US" sz="1600"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𝐿</m:t>
                    </m:r>
                    <m:r>
                      <a:rPr lang="en-US" b="0" i="1" dirty="0" smtClean="0">
                        <a:latin typeface="Cambria Math" panose="02040503050406030204" pitchFamily="18" charset="0"/>
                      </a:rPr>
                      <m:t>=3.5 </m:t>
                    </m:r>
                    <m:r>
                      <a:rPr lang="en-US" b="0" i="1" dirty="0" smtClean="0">
                        <a:latin typeface="Cambria Math" panose="02040503050406030204" pitchFamily="18" charset="0"/>
                      </a:rPr>
                      <m:t>𝑚</m:t>
                    </m:r>
                  </m:oMath>
                </a14:m>
                <a:endParaRPr lang="en-US" dirty="0"/>
              </a:p>
            </p:txBody>
          </p:sp>
        </mc:Choice>
        <mc:Fallback xmlns="">
          <p:sp>
            <p:nvSpPr>
              <p:cNvPr id="34" name="TextBox 33">
                <a:extLst>
                  <a:ext uri="{FF2B5EF4-FFF2-40B4-BE49-F238E27FC236}">
                    <a16:creationId xmlns:a16="http://schemas.microsoft.com/office/drawing/2014/main" id="{BBC5771B-7A5B-6E87-C0BA-66FC2EC3D3D2}"/>
                  </a:ext>
                </a:extLst>
              </p:cNvPr>
              <p:cNvSpPr txBox="1">
                <a:spLocks noRot="1" noChangeAspect="1" noMove="1" noResize="1" noEditPoints="1" noAdjustHandles="1" noChangeArrowheads="1" noChangeShapeType="1" noTextEdit="1"/>
              </p:cNvSpPr>
              <p:nvPr/>
            </p:nvSpPr>
            <p:spPr>
              <a:xfrm>
                <a:off x="4146827" y="3281934"/>
                <a:ext cx="2610589" cy="440633"/>
              </a:xfrm>
              <a:prstGeom prst="rect">
                <a:avLst/>
              </a:prstGeom>
              <a:blipFill>
                <a:blip r:embed="rId9"/>
                <a:stretch>
                  <a:fillRect b="-12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E132C74-2B2C-ED8D-6A52-4391A100D306}"/>
                  </a:ext>
                </a:extLst>
              </p:cNvPr>
              <p:cNvSpPr txBox="1"/>
              <p:nvPr/>
            </p:nvSpPr>
            <p:spPr>
              <a:xfrm>
                <a:off x="1993392" y="4957761"/>
                <a:ext cx="10189464" cy="338554"/>
              </a:xfrm>
              <a:prstGeom prst="rect">
                <a:avLst/>
              </a:prstGeom>
              <a:noFill/>
            </p:spPr>
            <p:txBody>
              <a:bodyPr wrap="squar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𝑖𝑗</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𝐵</m:t>
                        </m:r>
                      </m:e>
                      <m:sub>
                        <m:r>
                          <a:rPr lang="en-US" b="0" i="1" smtClean="0">
                            <a:latin typeface="Cambria Math" panose="02040503050406030204" pitchFamily="18" charset="0"/>
                            <a:ea typeface="Cambria Math" panose="02040503050406030204" pitchFamily="18" charset="0"/>
                          </a:rPr>
                          <m:t>𝑧</m:t>
                        </m:r>
                      </m:sub>
                      <m:sup/>
                    </m:sSub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𝑧</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𝑗</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𝑧</m:t>
                        </m:r>
                      </m:e>
                      <m:sub>
                        <m:r>
                          <a:rPr lang="en-US" b="0" i="1" smtClean="0">
                            <a:latin typeface="Cambria Math" panose="02040503050406030204" pitchFamily="18" charset="0"/>
                            <a:ea typeface="Cambria Math" panose="02040503050406030204" pitchFamily="18" charset="0"/>
                          </a:rPr>
                          <m:t>𝑗</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oMath>
                </a14:m>
                <a:r>
                  <a:rPr lang="en-US" dirty="0"/>
                  <a:t>, 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oMath>
                </a14:m>
                <a:r>
                  <a:rPr lang="en-US" dirty="0"/>
                  <a:t>are the field points and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m:t>
                        </m:r>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m:t>
                        </m:r>
                      </m:sup>
                    </m:sSubSup>
                  </m:oMath>
                </a14:m>
                <a:r>
                  <a:rPr lang="en-US" dirty="0"/>
                  <a:t> are the positions of the coils</a:t>
                </a:r>
              </a:p>
            </p:txBody>
          </p:sp>
        </mc:Choice>
        <mc:Fallback xmlns="">
          <p:sp>
            <p:nvSpPr>
              <p:cNvPr id="35" name="TextBox 34">
                <a:extLst>
                  <a:ext uri="{FF2B5EF4-FFF2-40B4-BE49-F238E27FC236}">
                    <a16:creationId xmlns:a16="http://schemas.microsoft.com/office/drawing/2014/main" id="{5E132C74-2B2C-ED8D-6A52-4391A100D306}"/>
                  </a:ext>
                </a:extLst>
              </p:cNvPr>
              <p:cNvSpPr txBox="1">
                <a:spLocks noRot="1" noChangeAspect="1" noMove="1" noResize="1" noEditPoints="1" noAdjustHandles="1" noChangeArrowheads="1" noChangeShapeType="1" noTextEdit="1"/>
              </p:cNvSpPr>
              <p:nvPr/>
            </p:nvSpPr>
            <p:spPr>
              <a:xfrm>
                <a:off x="1993392" y="4957761"/>
                <a:ext cx="10189464" cy="338554"/>
              </a:xfrm>
              <a:prstGeom prst="rect">
                <a:avLst/>
              </a:prstGeom>
              <a:blipFill>
                <a:blip r:embed="rId10"/>
                <a:stretch>
                  <a:fillRect l="-778" t="-10714" b="-3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B54C6C4-390D-F930-33FC-7DCCC310C65C}"/>
                  </a:ext>
                </a:extLst>
              </p:cNvPr>
              <p:cNvSpPr txBox="1"/>
              <p:nvPr/>
            </p:nvSpPr>
            <p:spPr>
              <a:xfrm>
                <a:off x="3739736" y="5607379"/>
                <a:ext cx="112780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m:t>
                      </m:r>
                      <m:r>
                        <a:rPr lang="en-US" b="0" i="1" smtClean="0">
                          <a:latin typeface="Cambria Math" panose="02040503050406030204" pitchFamily="18" charset="0"/>
                        </a:rPr>
                        <m:t> </m:t>
                      </m:r>
                      <m:r>
                        <a:rPr lang="en-US" b="0" i="1" smtClean="0">
                          <a:latin typeface="Cambria Math" panose="02040503050406030204" pitchFamily="18" charset="0"/>
                        </a:rPr>
                        <m:t>𝜖</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sup>
                      </m:sSup>
                    </m:oMath>
                  </m:oMathPara>
                </a14:m>
                <a:endParaRPr lang="en-US" b="0" dirty="0">
                  <a:ea typeface="Cambria Math" panose="02040503050406030204" pitchFamily="18" charset="0"/>
                </a:endParaRPr>
              </a:p>
              <a:p>
                <a:endParaRPr lang="en-US" dirty="0"/>
              </a:p>
            </p:txBody>
          </p:sp>
        </mc:Choice>
        <mc:Fallback xmlns="">
          <p:sp>
            <p:nvSpPr>
              <p:cNvPr id="36" name="TextBox 35">
                <a:extLst>
                  <a:ext uri="{FF2B5EF4-FFF2-40B4-BE49-F238E27FC236}">
                    <a16:creationId xmlns:a16="http://schemas.microsoft.com/office/drawing/2014/main" id="{8B54C6C4-390D-F930-33FC-7DCCC310C65C}"/>
                  </a:ext>
                </a:extLst>
              </p:cNvPr>
              <p:cNvSpPr txBox="1">
                <a:spLocks noRot="1" noChangeAspect="1" noMove="1" noResize="1" noEditPoints="1" noAdjustHandles="1" noChangeArrowheads="1" noChangeShapeType="1" noTextEdit="1"/>
              </p:cNvSpPr>
              <p:nvPr/>
            </p:nvSpPr>
            <p:spPr>
              <a:xfrm>
                <a:off x="3739736" y="5607379"/>
                <a:ext cx="1127809" cy="553998"/>
              </a:xfrm>
              <a:prstGeom prst="rect">
                <a:avLst/>
              </a:prstGeom>
              <a:blipFill>
                <a:blip r:embed="rId11"/>
                <a:stretch>
                  <a:fillRect l="-2703"/>
                </a:stretch>
              </a:blipFill>
            </p:spPr>
            <p:txBody>
              <a:bodyPr/>
              <a:lstStyle/>
              <a:p>
                <a:r>
                  <a:rPr lang="en-US">
                    <a:noFill/>
                  </a:rPr>
                  <a:t> </a:t>
                </a:r>
              </a:p>
            </p:txBody>
          </p:sp>
        </mc:Fallback>
      </mc:AlternateContent>
    </p:spTree>
    <p:extLst>
      <p:ext uri="{BB962C8B-B14F-4D97-AF65-F5344CB8AC3E}">
        <p14:creationId xmlns:p14="http://schemas.microsoft.com/office/powerpoint/2010/main" val="39843025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B81D-7167-12C4-B15E-B63E43CD016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9D37935-89E3-0DE8-67E6-40749C0F56A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C9C2744-6459-0700-86BD-744743805390}"/>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ECD82ED7-6C45-3601-B673-5E32654EFD2F}"/>
              </a:ext>
            </a:extLst>
          </p:cNvPr>
          <p:cNvSpPr>
            <a:spLocks noGrp="1"/>
          </p:cNvSpPr>
          <p:nvPr>
            <p:ph type="sldNum" sz="quarter" idx="12"/>
          </p:nvPr>
        </p:nvSpPr>
        <p:spPr/>
        <p:txBody>
          <a:bodyPr/>
          <a:lstStyle/>
          <a:p>
            <a:fld id="{5D474BC6-09C9-4ED8-ADF6-087D6F25D5BC}" type="slidenum">
              <a:rPr lang="en-US" smtClean="0"/>
              <a:t>65</a:t>
            </a:fld>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70657B-BF00-8FC2-E195-130FD9028DFC}"/>
                  </a:ext>
                </a:extLst>
              </p:cNvPr>
              <p:cNvSpPr txBox="1"/>
              <p:nvPr/>
            </p:nvSpPr>
            <p:spPr>
              <a:xfrm>
                <a:off x="966182" y="675420"/>
                <a:ext cx="10384536" cy="1758045"/>
              </a:xfrm>
              <a:prstGeom prst="rect">
                <a:avLst/>
              </a:prstGeom>
              <a:noFill/>
            </p:spPr>
            <p:txBody>
              <a:bodyPr wrap="square" rtlCol="0">
                <a:spAutoFit/>
              </a:bodyPr>
              <a:lstStyle/>
              <a:p>
                <a:pPr marL="342900" indent="-342900">
                  <a:buAutoNum type="arabicPeriod" startAt="4"/>
                </a:pPr>
                <a:r>
                  <a:rPr lang="en-US" dirty="0"/>
                  <a:t>Pose the regularized least-squares problem</a:t>
                </a:r>
              </a:p>
              <a:p>
                <a:pPr lvl="1"/>
                <a:r>
                  <a:rPr lang="en-US" dirty="0"/>
                  <a:t>	 * optional weights can be used: </a:t>
                </a:r>
              </a:p>
              <a:p>
                <a:pPr lvl="1"/>
                <a:r>
                  <a:rPr lang="en-US" dirty="0"/>
                  <a:t>	 * solve: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𝑰</m:t>
                        </m:r>
                      </m:e>
                      <m:sub>
                        <m:r>
                          <a:rPr lang="en-US" i="1">
                            <a:latin typeface="Cambria Math" panose="02040503050406030204" pitchFamily="18" charset="0"/>
                          </a:rPr>
                          <m:t>𝜆</m:t>
                        </m:r>
                      </m:sub>
                    </m:sSub>
                    <m:r>
                      <a:rPr lang="en-US" i="1">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fName>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1" i="1" smtClean="0">
                                    <a:latin typeface="Cambria Math" panose="02040503050406030204" pitchFamily="18" charset="0"/>
                                  </a:rPr>
                                  <m:t>𝑴</m:t>
                                </m:r>
                                <m:r>
                                  <a:rPr lang="en-US" b="1" i="1" smtClean="0">
                                    <a:latin typeface="Cambria Math" panose="02040503050406030204" pitchFamily="18" charset="0"/>
                                  </a:rPr>
                                  <m:t>∗</m:t>
                                </m:r>
                                <m:r>
                                  <a:rPr lang="en-US" b="1" i="1" smtClean="0">
                                    <a:latin typeface="Cambria Math" panose="02040503050406030204" pitchFamily="18" charset="0"/>
                                  </a:rPr>
                                  <m:t>𝑰</m:t>
                                </m:r>
                                <m:r>
                                  <a:rPr lang="en-US" b="1" i="1" smtClean="0">
                                    <a:latin typeface="Cambria Math" panose="02040503050406030204" pitchFamily="18" charset="0"/>
                                  </a:rPr>
                                  <m:t> −</m:t>
                                </m:r>
                                <m:r>
                                  <a:rPr lang="en-US" b="1" i="1" smtClean="0">
                                    <a:latin typeface="Cambria Math" panose="02040503050406030204" pitchFamily="18" charset="0"/>
                                  </a:rPr>
                                  <m:t>𝒃</m:t>
                                </m:r>
                              </m:e>
                            </m:d>
                          </m:e>
                          <m:sup>
                            <m:r>
                              <a:rPr lang="en-US" b="0" i="1" smtClean="0">
                                <a:latin typeface="Cambria Math" panose="02040503050406030204" pitchFamily="18" charset="0"/>
                              </a:rPr>
                              <m:t>𝑇</m:t>
                            </m:r>
                          </m:sup>
                        </m:sSup>
                        <m:r>
                          <a:rPr lang="en-US" b="1" i="1" smtClean="0">
                            <a:latin typeface="Cambria Math" panose="02040503050406030204" pitchFamily="18" charset="0"/>
                          </a:rPr>
                          <m:t>(</m:t>
                        </m:r>
                        <m:r>
                          <a:rPr lang="en-US" b="1" i="1" smtClean="0">
                            <a:latin typeface="Cambria Math" panose="02040503050406030204" pitchFamily="18" charset="0"/>
                          </a:rPr>
                          <m:t>𝑴</m:t>
                        </m:r>
                        <m:r>
                          <a:rPr lang="en-US" b="1" i="1" smtClean="0">
                            <a:latin typeface="Cambria Math" panose="02040503050406030204" pitchFamily="18" charset="0"/>
                          </a:rPr>
                          <m:t>∗</m:t>
                        </m:r>
                        <m:r>
                          <a:rPr lang="en-US" b="1" i="1" smtClean="0">
                            <a:latin typeface="Cambria Math" panose="02040503050406030204" pitchFamily="18" charset="0"/>
                          </a:rPr>
                          <m:t>𝑰</m:t>
                        </m:r>
                        <m:r>
                          <a:rPr lang="en-US" b="1" i="1" smtClean="0">
                            <a:latin typeface="Cambria Math" panose="02040503050406030204" pitchFamily="18" charset="0"/>
                          </a:rPr>
                          <m:t> −</m:t>
                        </m:r>
                        <m:r>
                          <a:rPr lang="en-US" b="1" i="1" smtClean="0">
                            <a:latin typeface="Cambria Math" panose="02040503050406030204" pitchFamily="18" charset="0"/>
                          </a:rPr>
                          <m:t>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sSup>
                          <m:sSupPr>
                            <m:ctrlPr>
                              <a:rPr lang="en-US" b="1" i="1" smtClean="0">
                                <a:latin typeface="Cambria Math" panose="02040503050406030204" pitchFamily="18" charset="0"/>
                              </a:rPr>
                            </m:ctrlPr>
                          </m:sSupPr>
                          <m:e>
                            <m:r>
                              <a:rPr lang="en-US" b="1" i="1" smtClean="0">
                                <a:latin typeface="Cambria Math" panose="02040503050406030204" pitchFamily="18" charset="0"/>
                              </a:rPr>
                              <m:t>𝑰</m:t>
                            </m:r>
                          </m:e>
                          <m:sup>
                            <m:r>
                              <a:rPr lang="en-US" b="1" i="1" smtClean="0">
                                <a:latin typeface="Cambria Math" panose="02040503050406030204" pitchFamily="18" charset="0"/>
                              </a:rPr>
                              <m:t>𝑻</m:t>
                            </m:r>
                          </m:sup>
                        </m:sSup>
                        <m:r>
                          <a:rPr lang="en-US" b="1" i="1" smtClean="0">
                            <a:latin typeface="Cambria Math" panose="02040503050406030204" pitchFamily="18" charset="0"/>
                          </a:rPr>
                          <m:t>𝑰</m:t>
                        </m:r>
                        <m:r>
                          <a:rPr lang="en-US" b="1" i="1" smtClean="0">
                            <a:latin typeface="Cambria Math" panose="02040503050406030204" pitchFamily="18" charset="0"/>
                          </a:rPr>
                          <m:t>)</m:t>
                        </m:r>
                      </m:e>
                    </m:func>
                  </m:oMath>
                </a14:m>
                <a:r>
                  <a:rPr lang="en-US" dirty="0"/>
                  <a:t>)</a:t>
                </a:r>
              </a:p>
              <a:p>
                <a:r>
                  <a:rPr lang="en-US" dirty="0"/>
                  <a:t>	 * </a:t>
                </a:r>
                <a14:m>
                  <m:oMath xmlns:m="http://schemas.openxmlformats.org/officeDocument/2006/math">
                    <m:r>
                      <a:rPr lang="en-US" b="0" i="1" smtClean="0">
                        <a:latin typeface="Cambria Math" panose="02040503050406030204" pitchFamily="18" charset="0"/>
                      </a:rPr>
                      <m:t>𝜆</m:t>
                    </m:r>
                  </m:oMath>
                </a14:m>
                <a:r>
                  <a:rPr lang="en-US" dirty="0"/>
                  <a:t> trades off field accuracy vs. current size and suppresses unstable modes</a:t>
                </a:r>
              </a:p>
              <a:p>
                <a:r>
                  <a:rPr lang="en-US" dirty="0"/>
                  <a:t>	 * In a variation of this you could also have another term that suppresses derivatives to counter</a:t>
                </a:r>
              </a:p>
              <a:p>
                <a:r>
                  <a:rPr lang="en-US" dirty="0"/>
                  <a:t>	   oscillating currents (</a:t>
                </a:r>
                <a:r>
                  <a:rPr lang="en-US" dirty="0" err="1"/>
                  <a:t>iminuit</a:t>
                </a:r>
                <a:r>
                  <a:rPr lang="en-US" dirty="0"/>
                  <a:t>; Dr Slocum’s code)</a:t>
                </a:r>
              </a:p>
            </p:txBody>
          </p:sp>
        </mc:Choice>
        <mc:Fallback xmlns="">
          <p:sp>
            <p:nvSpPr>
              <p:cNvPr id="11" name="TextBox 10">
                <a:extLst>
                  <a:ext uri="{FF2B5EF4-FFF2-40B4-BE49-F238E27FC236}">
                    <a16:creationId xmlns:a16="http://schemas.microsoft.com/office/drawing/2014/main" id="{0A70657B-BF00-8FC2-E195-130FD9028DFC}"/>
                  </a:ext>
                </a:extLst>
              </p:cNvPr>
              <p:cNvSpPr txBox="1">
                <a:spLocks noRot="1" noChangeAspect="1" noMove="1" noResize="1" noEditPoints="1" noAdjustHandles="1" noChangeArrowheads="1" noChangeShapeType="1" noTextEdit="1"/>
              </p:cNvSpPr>
              <p:nvPr/>
            </p:nvSpPr>
            <p:spPr>
              <a:xfrm>
                <a:off x="966182" y="675420"/>
                <a:ext cx="10384536" cy="1758045"/>
              </a:xfrm>
              <a:prstGeom prst="rect">
                <a:avLst/>
              </a:prstGeom>
              <a:blipFill>
                <a:blip r:embed="rId2"/>
                <a:stretch>
                  <a:fillRect l="-528" t="-2083" b="-4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8A4DB44-CB26-3DA2-03A6-9B2DC7080507}"/>
                  </a:ext>
                </a:extLst>
              </p:cNvPr>
              <p:cNvSpPr txBox="1"/>
              <p:nvPr/>
            </p:nvSpPr>
            <p:spPr>
              <a:xfrm>
                <a:off x="966182" y="2556191"/>
                <a:ext cx="10384536" cy="3693319"/>
              </a:xfrm>
              <a:prstGeom prst="rect">
                <a:avLst/>
              </a:prstGeom>
              <a:noFill/>
            </p:spPr>
            <p:txBody>
              <a:bodyPr wrap="square" rtlCol="0">
                <a:spAutoFit/>
              </a:bodyPr>
              <a:lstStyle/>
              <a:p>
                <a:r>
                  <a:rPr lang="en-US" dirty="0"/>
                  <a:t>5.  Solve Singular Value Decomposition (SVD)</a:t>
                </a:r>
              </a:p>
              <a:p>
                <a:r>
                  <a:rPr lang="en-US" dirty="0"/>
                  <a:t>	* This is not required but it helps to see modes and suppress the ones which cause oscillations       </a:t>
                </a:r>
              </a:p>
              <a:p>
                <a:r>
                  <a:rPr lang="en-US" dirty="0"/>
                  <a:t>	    currents</a:t>
                </a:r>
              </a:p>
              <a:p>
                <a:r>
                  <a:rPr lang="en-US" dirty="0"/>
                  <a:t>	* Form the weighted system: </a:t>
                </a:r>
              </a:p>
              <a:p>
                <a:r>
                  <a:rPr lang="en-US" dirty="0"/>
                  <a:t>	* compute SVD: </a:t>
                </a:r>
              </a:p>
              <a:p>
                <a:r>
                  <a:rPr lang="en-US" dirty="0"/>
                  <a:t>	* Tikhonov solution is obtained by solving:</a:t>
                </a:r>
              </a:p>
              <a:p>
                <a:endParaRPr lang="en-US" dirty="0"/>
              </a:p>
              <a:p>
                <a:endParaRPr lang="en-US" dirty="0"/>
              </a:p>
              <a:p>
                <a:r>
                  <a:rPr lang="en-US" dirty="0"/>
                  <a:t>	</a:t>
                </a:r>
              </a:p>
              <a:p>
                <a:r>
                  <a:rPr lang="en-US" dirty="0"/>
                  <a:t>	* high frequency modes with </a:t>
                </a: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rPr>
                      <m:t>𝜆</m:t>
                    </m:r>
                    <m:r>
                      <a:rPr lang="en-US" b="0" i="0" smtClean="0">
                        <a:latin typeface="Cambria Math" panose="02040503050406030204" pitchFamily="18" charset="0"/>
                      </a:rPr>
                      <m:t> </m:t>
                    </m:r>
                  </m:oMath>
                </a14:m>
                <a:r>
                  <a:rPr lang="en-US" dirty="0"/>
                  <a:t>are suppressed; these are ones causing oscillations</a:t>
                </a:r>
              </a:p>
              <a:p>
                <a:r>
                  <a:rPr lang="en-US" dirty="0"/>
                  <a:t>                                                                                         </a:t>
                </a:r>
              </a:p>
              <a:p>
                <a:r>
                  <a:rPr lang="en-US" dirty="0"/>
                  <a:t>                                                                           </a:t>
                </a:r>
              </a:p>
              <a:p>
                <a:r>
                  <a:rPr lang="en-US" dirty="0"/>
                  <a:t>	</a:t>
                </a:r>
              </a:p>
            </p:txBody>
          </p:sp>
        </mc:Choice>
        <mc:Fallback xmlns="">
          <p:sp>
            <p:nvSpPr>
              <p:cNvPr id="14" name="TextBox 13">
                <a:extLst>
                  <a:ext uri="{FF2B5EF4-FFF2-40B4-BE49-F238E27FC236}">
                    <a16:creationId xmlns:a16="http://schemas.microsoft.com/office/drawing/2014/main" id="{58A4DB44-CB26-3DA2-03A6-9B2DC7080507}"/>
                  </a:ext>
                </a:extLst>
              </p:cNvPr>
              <p:cNvSpPr txBox="1">
                <a:spLocks noRot="1" noChangeAspect="1" noMove="1" noResize="1" noEditPoints="1" noAdjustHandles="1" noChangeArrowheads="1" noChangeShapeType="1" noTextEdit="1"/>
              </p:cNvSpPr>
              <p:nvPr/>
            </p:nvSpPr>
            <p:spPr>
              <a:xfrm>
                <a:off x="966182" y="2556191"/>
                <a:ext cx="10384536" cy="3693319"/>
              </a:xfrm>
              <a:prstGeom prst="rect">
                <a:avLst/>
              </a:prstGeom>
              <a:blipFill>
                <a:blip r:embed="rId3"/>
                <a:stretch>
                  <a:fillRect l="-469" t="-660" r="-3345"/>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5158F8A5-40E0-6B80-6A04-23CFA5F8A6CC}"/>
              </a:ext>
            </a:extLst>
          </p:cNvPr>
          <p:cNvPicPr>
            <a:picLocks noChangeAspect="1"/>
          </p:cNvPicPr>
          <p:nvPr/>
        </p:nvPicPr>
        <p:blipFill>
          <a:blip r:embed="rId4"/>
          <a:stretch>
            <a:fillRect/>
          </a:stretch>
        </p:blipFill>
        <p:spPr>
          <a:xfrm>
            <a:off x="4865168" y="3439460"/>
            <a:ext cx="2154023" cy="205442"/>
          </a:xfrm>
          <a:prstGeom prst="rect">
            <a:avLst/>
          </a:prstGeom>
        </p:spPr>
      </p:pic>
      <p:pic>
        <p:nvPicPr>
          <p:cNvPr id="17" name="Picture 16">
            <a:extLst>
              <a:ext uri="{FF2B5EF4-FFF2-40B4-BE49-F238E27FC236}">
                <a16:creationId xmlns:a16="http://schemas.microsoft.com/office/drawing/2014/main" id="{57A35A9D-CD32-1B7E-3652-B052D894951D}"/>
              </a:ext>
            </a:extLst>
          </p:cNvPr>
          <p:cNvPicPr>
            <a:picLocks noChangeAspect="1"/>
          </p:cNvPicPr>
          <p:nvPr/>
        </p:nvPicPr>
        <p:blipFill>
          <a:blip r:embed="rId5"/>
          <a:stretch>
            <a:fillRect/>
          </a:stretch>
        </p:blipFill>
        <p:spPr>
          <a:xfrm>
            <a:off x="3624097" y="3703126"/>
            <a:ext cx="4457459" cy="246302"/>
          </a:xfrm>
          <a:prstGeom prst="rect">
            <a:avLst/>
          </a:prstGeom>
        </p:spPr>
      </p:pic>
      <p:pic>
        <p:nvPicPr>
          <p:cNvPr id="22" name="Picture 21">
            <a:extLst>
              <a:ext uri="{FF2B5EF4-FFF2-40B4-BE49-F238E27FC236}">
                <a16:creationId xmlns:a16="http://schemas.microsoft.com/office/drawing/2014/main" id="{73D395A6-279A-D2C9-DF77-1E693D4FF65C}"/>
              </a:ext>
            </a:extLst>
          </p:cNvPr>
          <p:cNvPicPr>
            <a:picLocks noChangeAspect="1"/>
          </p:cNvPicPr>
          <p:nvPr/>
        </p:nvPicPr>
        <p:blipFill>
          <a:blip r:embed="rId6">
            <a:alphaModFix/>
          </a:blip>
          <a:stretch>
            <a:fillRect/>
          </a:stretch>
        </p:blipFill>
        <p:spPr>
          <a:xfrm>
            <a:off x="4721734" y="4329698"/>
            <a:ext cx="2440888" cy="653603"/>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6EE9564-AA1B-C325-7F2C-DAC1C445C74A}"/>
                  </a:ext>
                </a:extLst>
              </p:cNvPr>
              <p:cNvSpPr txBox="1"/>
              <p:nvPr/>
            </p:nvSpPr>
            <p:spPr>
              <a:xfrm>
                <a:off x="5168826" y="1006439"/>
                <a:ext cx="15467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𝑾</m:t>
                      </m:r>
                      <m:r>
                        <a:rPr lang="en-US" b="0" i="1" smtClean="0">
                          <a:latin typeface="Cambria Math" panose="02040503050406030204" pitchFamily="18" charset="0"/>
                        </a:rPr>
                        <m:t>=</m:t>
                      </m:r>
                      <m:r>
                        <a:rPr lang="en-US" b="0" i="1" smtClean="0">
                          <a:latin typeface="Cambria Math" panose="02040503050406030204" pitchFamily="18" charset="0"/>
                        </a:rPr>
                        <m:t>𝑑𝑖𝑎𝑔</m:t>
                      </m:r>
                      <m:r>
                        <a:rPr lang="en-US" b="0" i="1" smtClean="0">
                          <a:latin typeface="Cambria Math" panose="02040503050406030204" pitchFamily="18" charset="0"/>
                        </a:rPr>
                        <m:t>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e>
                      </m:d>
                    </m:oMath>
                  </m:oMathPara>
                </a14:m>
                <a:endParaRPr lang="en-US" dirty="0"/>
              </a:p>
            </p:txBody>
          </p:sp>
        </mc:Choice>
        <mc:Fallback xmlns="">
          <p:sp>
            <p:nvSpPr>
              <p:cNvPr id="24" name="TextBox 23">
                <a:extLst>
                  <a:ext uri="{FF2B5EF4-FFF2-40B4-BE49-F238E27FC236}">
                    <a16:creationId xmlns:a16="http://schemas.microsoft.com/office/drawing/2014/main" id="{A6EE9564-AA1B-C325-7F2C-DAC1C445C74A}"/>
                  </a:ext>
                </a:extLst>
              </p:cNvPr>
              <p:cNvSpPr txBox="1">
                <a:spLocks noRot="1" noChangeAspect="1" noMove="1" noResize="1" noEditPoints="1" noAdjustHandles="1" noChangeArrowheads="1" noChangeShapeType="1" noTextEdit="1"/>
              </p:cNvSpPr>
              <p:nvPr/>
            </p:nvSpPr>
            <p:spPr>
              <a:xfrm>
                <a:off x="5168826" y="1006439"/>
                <a:ext cx="1546705" cy="276999"/>
              </a:xfrm>
              <a:prstGeom prst="rect">
                <a:avLst/>
              </a:prstGeom>
              <a:blipFill>
                <a:blip r:embed="rId7"/>
                <a:stretch>
                  <a:fillRect l="-3150" t="-2174" b="-32609"/>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4CA9CE23-7630-678A-6923-5F2567AE944A}"/>
              </a:ext>
            </a:extLst>
          </p:cNvPr>
          <p:cNvCxnSpPr/>
          <p:nvPr/>
        </p:nvCxnSpPr>
        <p:spPr>
          <a:xfrm>
            <a:off x="7342632" y="4069080"/>
            <a:ext cx="0" cy="914221"/>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26E9E2E-5166-7739-8099-66EC4F21F8A5}"/>
                  </a:ext>
                </a:extLst>
              </p:cNvPr>
              <p:cNvSpPr txBox="1"/>
              <p:nvPr/>
            </p:nvSpPr>
            <p:spPr>
              <a:xfrm>
                <a:off x="8755296" y="4398292"/>
                <a:ext cx="35357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𝜆</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𝑇</m:t>
                                  </m:r>
                                </m:sup>
                              </m:sSup>
                              <m:r>
                                <a:rPr lang="en-US" b="0" i="1" smtClean="0">
                                  <a:latin typeface="Cambria Math" panose="02040503050406030204" pitchFamily="18" charset="0"/>
                                </a:rPr>
                                <m:t>𝑀</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r>
                                <a:rPr lang="en-US" b="0" i="1" smtClean="0">
                                  <a:latin typeface="Cambria Math" panose="02040503050406030204" pitchFamily="18" charset="0"/>
                                </a:rPr>
                                <m:t>𝐼</m:t>
                              </m:r>
                            </m:e>
                          </m:d>
                        </m:e>
                        <m:sup>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𝑇</m:t>
                          </m:r>
                        </m:sup>
                      </m:sSup>
                      <m:r>
                        <a:rPr lang="en-US" b="0" i="1" smtClean="0">
                          <a:latin typeface="Cambria Math" panose="02040503050406030204" pitchFamily="18" charset="0"/>
                        </a:rPr>
                        <m:t>𝑏</m:t>
                      </m:r>
                    </m:oMath>
                  </m:oMathPara>
                </a14:m>
                <a:endParaRPr lang="en-US" dirty="0"/>
              </a:p>
            </p:txBody>
          </p:sp>
        </mc:Choice>
        <mc:Fallback xmlns="">
          <p:sp>
            <p:nvSpPr>
              <p:cNvPr id="8" name="TextBox 7">
                <a:extLst>
                  <a:ext uri="{FF2B5EF4-FFF2-40B4-BE49-F238E27FC236}">
                    <a16:creationId xmlns:a16="http://schemas.microsoft.com/office/drawing/2014/main" id="{026E9E2E-5166-7739-8099-66EC4F21F8A5}"/>
                  </a:ext>
                </a:extLst>
              </p:cNvPr>
              <p:cNvSpPr txBox="1">
                <a:spLocks noRot="1" noChangeAspect="1" noMove="1" noResize="1" noEditPoints="1" noAdjustHandles="1" noChangeArrowheads="1" noChangeShapeType="1" noTextEdit="1"/>
              </p:cNvSpPr>
              <p:nvPr/>
            </p:nvSpPr>
            <p:spPr>
              <a:xfrm>
                <a:off x="8755296" y="4398292"/>
                <a:ext cx="3535714" cy="369332"/>
              </a:xfrm>
              <a:prstGeom prst="rect">
                <a:avLst/>
              </a:prstGeom>
              <a:blipFill>
                <a:blip r:embed="rId8"/>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A4D6D77-DA81-69E3-42D4-957DF21F1BA2}"/>
              </a:ext>
            </a:extLst>
          </p:cNvPr>
          <p:cNvSpPr txBox="1"/>
          <p:nvPr/>
        </p:nvSpPr>
        <p:spPr>
          <a:xfrm>
            <a:off x="7751064" y="4402850"/>
            <a:ext cx="1719071" cy="369332"/>
          </a:xfrm>
          <a:prstGeom prst="rect">
            <a:avLst/>
          </a:prstGeom>
          <a:noFill/>
        </p:spPr>
        <p:txBody>
          <a:bodyPr wrap="square" rtlCol="0">
            <a:spAutoFit/>
          </a:bodyPr>
          <a:lstStyle/>
          <a:p>
            <a:r>
              <a:rPr lang="en-US" dirty="0"/>
              <a:t>Without SVD: </a:t>
            </a:r>
          </a:p>
        </p:txBody>
      </p:sp>
    </p:spTree>
    <p:extLst>
      <p:ext uri="{BB962C8B-B14F-4D97-AF65-F5344CB8AC3E}">
        <p14:creationId xmlns:p14="http://schemas.microsoft.com/office/powerpoint/2010/main" val="28111972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EFA5C-D45A-DE92-75F1-21D3E364705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35A8623-7729-B0BD-42D5-C8CF8CAA09A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AB7B9F5-E277-3F4A-5BF2-9F3E4D715494}"/>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59A63EFA-2BB3-A332-C202-052D5FA82CD1}"/>
              </a:ext>
            </a:extLst>
          </p:cNvPr>
          <p:cNvSpPr>
            <a:spLocks noGrp="1"/>
          </p:cNvSpPr>
          <p:nvPr>
            <p:ph type="sldNum" sz="quarter" idx="12"/>
          </p:nvPr>
        </p:nvSpPr>
        <p:spPr/>
        <p:txBody>
          <a:bodyPr/>
          <a:lstStyle/>
          <a:p>
            <a:fld id="{5D474BC6-09C9-4ED8-ADF6-087D6F25D5BC}" type="slidenum">
              <a:rPr lang="en-US" smtClean="0"/>
              <a:t>66</a:t>
            </a:fld>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7B5EC83-F2A4-E741-C831-BBF5C3E5AC49}"/>
                  </a:ext>
                </a:extLst>
              </p:cNvPr>
              <p:cNvSpPr txBox="1"/>
              <p:nvPr/>
            </p:nvSpPr>
            <p:spPr>
              <a:xfrm>
                <a:off x="966182" y="695026"/>
                <a:ext cx="10384536" cy="1754326"/>
              </a:xfrm>
              <a:prstGeom prst="rect">
                <a:avLst/>
              </a:prstGeom>
              <a:noFill/>
            </p:spPr>
            <p:txBody>
              <a:bodyPr wrap="square" rtlCol="0">
                <a:spAutoFit/>
              </a:bodyPr>
              <a:lstStyle/>
              <a:p>
                <a:pPr marL="342900" indent="-342900">
                  <a:buAutoNum type="arabicPeriod" startAt="6"/>
                </a:pPr>
                <a:r>
                  <a:rPr lang="en-US" dirty="0"/>
                  <a:t>Pick </a:t>
                </a:r>
                <a14:m>
                  <m:oMath xmlns:m="http://schemas.openxmlformats.org/officeDocument/2006/math">
                    <m:r>
                      <a:rPr lang="en-US" b="0" i="1" smtClean="0">
                        <a:latin typeface="Cambria Math" panose="02040503050406030204" pitchFamily="18" charset="0"/>
                      </a:rPr>
                      <m:t>𝜆</m:t>
                    </m:r>
                  </m:oMath>
                </a14:m>
                <a:endParaRPr lang="en-US" b="0" dirty="0"/>
              </a:p>
              <a:p>
                <a:r>
                  <a:rPr lang="en-US" dirty="0"/>
                  <a:t>	 * Do a 1D sweep over lambda (log-spaced)</a:t>
                </a:r>
              </a:p>
              <a:p>
                <a:r>
                  <a:rPr lang="en-US" dirty="0"/>
                  <a:t>	 * For each lambda  compute:</a:t>
                </a:r>
              </a:p>
              <a:p>
                <a:endParaRPr lang="en-US" dirty="0"/>
              </a:p>
              <a:p>
                <a:endParaRPr lang="en-US" dirty="0"/>
              </a:p>
              <a:p>
                <a:r>
                  <a:rPr lang="en-US" dirty="0"/>
                  <a:t>	 * choose </a:t>
                </a:r>
                <a14:m>
                  <m:oMath xmlns:m="http://schemas.openxmlformats.org/officeDocument/2006/math">
                    <m:r>
                      <a:rPr lang="en-US" b="0" i="1" smtClean="0">
                        <a:latin typeface="Cambria Math" panose="02040503050406030204" pitchFamily="18" charset="0"/>
                      </a:rPr>
                      <m:t>𝜆</m:t>
                    </m:r>
                  </m:oMath>
                </a14:m>
                <a:r>
                  <a:rPr lang="en-US" dirty="0"/>
                  <a:t> as a compromise to produce acceptable current oscillations and field uniformity</a:t>
                </a:r>
              </a:p>
            </p:txBody>
          </p:sp>
        </mc:Choice>
        <mc:Fallback xmlns="">
          <p:sp>
            <p:nvSpPr>
              <p:cNvPr id="11" name="TextBox 10">
                <a:extLst>
                  <a:ext uri="{FF2B5EF4-FFF2-40B4-BE49-F238E27FC236}">
                    <a16:creationId xmlns:a16="http://schemas.microsoft.com/office/drawing/2014/main" id="{B7B5EC83-F2A4-E741-C831-BBF5C3E5AC49}"/>
                  </a:ext>
                </a:extLst>
              </p:cNvPr>
              <p:cNvSpPr txBox="1">
                <a:spLocks noRot="1" noChangeAspect="1" noMove="1" noResize="1" noEditPoints="1" noAdjustHandles="1" noChangeArrowheads="1" noChangeShapeType="1" noTextEdit="1"/>
              </p:cNvSpPr>
              <p:nvPr/>
            </p:nvSpPr>
            <p:spPr>
              <a:xfrm>
                <a:off x="966182" y="695026"/>
                <a:ext cx="10384536" cy="1754326"/>
              </a:xfrm>
              <a:prstGeom prst="rect">
                <a:avLst/>
              </a:prstGeom>
              <a:blipFill>
                <a:blip r:embed="rId2"/>
                <a:stretch>
                  <a:fillRect l="-528" t="-2083" b="-486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7490F194-CEB6-2ACB-5365-F0775DB7B8E0}"/>
              </a:ext>
            </a:extLst>
          </p:cNvPr>
          <p:cNvPicPr>
            <a:picLocks noChangeAspect="1"/>
          </p:cNvPicPr>
          <p:nvPr/>
        </p:nvPicPr>
        <p:blipFill>
          <a:blip r:embed="rId3"/>
          <a:srcRect t="13073" b="23558"/>
          <a:stretch>
            <a:fillRect/>
          </a:stretch>
        </p:blipFill>
        <p:spPr>
          <a:xfrm>
            <a:off x="3804954" y="1643002"/>
            <a:ext cx="4582092" cy="412372"/>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B75AEEA-59CB-6111-D643-F777396972E9}"/>
                  </a:ext>
                </a:extLst>
              </p:cNvPr>
              <p:cNvSpPr txBox="1"/>
              <p:nvPr/>
            </p:nvSpPr>
            <p:spPr>
              <a:xfrm>
                <a:off x="903732" y="3100050"/>
                <a:ext cx="10384536" cy="1754326"/>
              </a:xfrm>
              <a:prstGeom prst="rect">
                <a:avLst/>
              </a:prstGeom>
              <a:noFill/>
            </p:spPr>
            <p:txBody>
              <a:bodyPr wrap="square" rtlCol="0">
                <a:spAutoFit/>
              </a:bodyPr>
              <a:lstStyle/>
              <a:p>
                <a:r>
                  <a:rPr lang="en-US" dirty="0"/>
                  <a:t>7. Validate (report ppm uniformity on the axes)</a:t>
                </a:r>
              </a:p>
              <a:p>
                <a:pPr lvl="1"/>
                <a:r>
                  <a:rPr lang="en-US" dirty="0"/>
                  <a:t>	 * After choosing lambda, evaluate the final error in ppm</a:t>
                </a:r>
              </a:p>
              <a:p>
                <a:pPr lvl="1"/>
                <a:endParaRPr lang="en-US" dirty="0"/>
              </a:p>
              <a:p>
                <a:pPr lvl="1"/>
                <a:r>
                  <a:rPr lang="en-US" dirty="0"/>
                  <a:t>	* Report max/RMS ppm on the two axes you constrained: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=0 </m:t>
                    </m:r>
                  </m:oMath>
                </a14:m>
                <a:r>
                  <a:rPr lang="en-US" dirty="0"/>
                  <a:t>(z-scan) and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=0</m:t>
                    </m:r>
                  </m:oMath>
                </a14:m>
                <a:r>
                  <a:rPr lang="en-US" dirty="0"/>
                  <a:t> (r –scan to 3.30 m)</a:t>
                </a:r>
              </a:p>
              <a:p>
                <a:pPr lvl="1"/>
                <a:r>
                  <a:rPr lang="en-US" dirty="0"/>
                  <a:t>	 </a:t>
                </a:r>
              </a:p>
            </p:txBody>
          </p:sp>
        </mc:Choice>
        <mc:Fallback xmlns="">
          <p:sp>
            <p:nvSpPr>
              <p:cNvPr id="13" name="TextBox 12">
                <a:extLst>
                  <a:ext uri="{FF2B5EF4-FFF2-40B4-BE49-F238E27FC236}">
                    <a16:creationId xmlns:a16="http://schemas.microsoft.com/office/drawing/2014/main" id="{5B75AEEA-59CB-6111-D643-F777396972E9}"/>
                  </a:ext>
                </a:extLst>
              </p:cNvPr>
              <p:cNvSpPr txBox="1">
                <a:spLocks noRot="1" noChangeAspect="1" noMove="1" noResize="1" noEditPoints="1" noAdjustHandles="1" noChangeArrowheads="1" noChangeShapeType="1" noTextEdit="1"/>
              </p:cNvSpPr>
              <p:nvPr/>
            </p:nvSpPr>
            <p:spPr>
              <a:xfrm>
                <a:off x="903732" y="3100050"/>
                <a:ext cx="10384536" cy="1754326"/>
              </a:xfrm>
              <a:prstGeom prst="rect">
                <a:avLst/>
              </a:prstGeom>
              <a:blipFill>
                <a:blip r:embed="rId4"/>
                <a:stretch>
                  <a:fillRect l="-469" t="-1742"/>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6084AC80-B435-E492-1858-CEBB7E5D6048}"/>
              </a:ext>
            </a:extLst>
          </p:cNvPr>
          <p:cNvPicPr>
            <a:picLocks noChangeAspect="1"/>
          </p:cNvPicPr>
          <p:nvPr/>
        </p:nvPicPr>
        <p:blipFill>
          <a:blip r:embed="rId5"/>
          <a:stretch>
            <a:fillRect/>
          </a:stretch>
        </p:blipFill>
        <p:spPr>
          <a:xfrm>
            <a:off x="7659244" y="3291163"/>
            <a:ext cx="2503932" cy="541104"/>
          </a:xfrm>
          <a:prstGeom prst="rect">
            <a:avLst/>
          </a:prstGeom>
        </p:spPr>
      </p:pic>
    </p:spTree>
    <p:extLst>
      <p:ext uri="{BB962C8B-B14F-4D97-AF65-F5344CB8AC3E}">
        <p14:creationId xmlns:p14="http://schemas.microsoft.com/office/powerpoint/2010/main" val="35645436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C31F-42B2-7BBE-C0DB-35027C4121E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81C8A3C-B775-318C-322B-EC21239D9D4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EF55CE01-1024-4286-3892-0775D5D76183}"/>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9CF69D9B-FDDD-5833-EDE7-FECA0DDF7CC9}"/>
              </a:ext>
            </a:extLst>
          </p:cNvPr>
          <p:cNvSpPr>
            <a:spLocks noGrp="1"/>
          </p:cNvSpPr>
          <p:nvPr>
            <p:ph type="sldNum" sz="quarter" idx="12"/>
          </p:nvPr>
        </p:nvSpPr>
        <p:spPr/>
        <p:txBody>
          <a:bodyPr/>
          <a:lstStyle/>
          <a:p>
            <a:fld id="{5D474BC6-09C9-4ED8-ADF6-087D6F25D5BC}" type="slidenum">
              <a:rPr lang="en-US" smtClean="0"/>
              <a:t>67</a:t>
            </a:fld>
            <a:endParaRPr lang="en-US"/>
          </a:p>
        </p:txBody>
      </p:sp>
      <p:sp>
        <p:nvSpPr>
          <p:cNvPr id="9" name="TextBox 8">
            <a:extLst>
              <a:ext uri="{FF2B5EF4-FFF2-40B4-BE49-F238E27FC236}">
                <a16:creationId xmlns:a16="http://schemas.microsoft.com/office/drawing/2014/main" id="{CE1A43C0-4B45-9B67-A300-9E7081815695}"/>
              </a:ext>
            </a:extLst>
          </p:cNvPr>
          <p:cNvSpPr txBox="1"/>
          <p:nvPr/>
        </p:nvSpPr>
        <p:spPr>
          <a:xfrm>
            <a:off x="685800" y="448056"/>
            <a:ext cx="7616952" cy="369332"/>
          </a:xfrm>
          <a:prstGeom prst="rect">
            <a:avLst/>
          </a:prstGeom>
          <a:noFill/>
        </p:spPr>
        <p:txBody>
          <a:bodyPr wrap="square" rtlCol="0">
            <a:spAutoFit/>
          </a:bodyPr>
          <a:lstStyle/>
          <a:p>
            <a:r>
              <a:rPr lang="en-US" b="1" dirty="0"/>
              <a:t>For n = 101 coils, d = 50 mm – mode filtering and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9465322-7260-61FD-9BDA-80AC221C1E5F}"/>
                  </a:ext>
                </a:extLst>
              </p:cNvPr>
              <p:cNvSpPr txBox="1"/>
              <p:nvPr/>
            </p:nvSpPr>
            <p:spPr>
              <a:xfrm>
                <a:off x="2761488" y="1090716"/>
                <a:ext cx="14264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69465322-7260-61FD-9BDA-80AC221C1E5F}"/>
                  </a:ext>
                </a:extLst>
              </p:cNvPr>
              <p:cNvSpPr txBox="1">
                <a:spLocks noRot="1" noChangeAspect="1" noMove="1" noResize="1" noEditPoints="1" noAdjustHandles="1" noChangeArrowheads="1" noChangeShapeType="1" noTextEdit="1"/>
              </p:cNvSpPr>
              <p:nvPr/>
            </p:nvSpPr>
            <p:spPr>
              <a:xfrm>
                <a:off x="2761488" y="1090716"/>
                <a:ext cx="1426464" cy="369332"/>
              </a:xfrm>
              <a:prstGeom prst="rect">
                <a:avLst/>
              </a:prstGeom>
              <a:blipFill>
                <a:blip r:embed="rId2"/>
                <a:stretch>
                  <a:fillRect/>
                </a:stretch>
              </a:blipFill>
            </p:spPr>
            <p:txBody>
              <a:bodyPr/>
              <a:lstStyle/>
              <a:p>
                <a:r>
                  <a:rPr lang="en-US">
                    <a:noFill/>
                  </a:rPr>
                  <a:t> </a:t>
                </a:r>
              </a:p>
            </p:txBody>
          </p:sp>
        </mc:Fallback>
      </mc:AlternateContent>
      <p:pic>
        <p:nvPicPr>
          <p:cNvPr id="20" name="Picture 19">
            <a:extLst>
              <a:ext uri="{FF2B5EF4-FFF2-40B4-BE49-F238E27FC236}">
                <a16:creationId xmlns:a16="http://schemas.microsoft.com/office/drawing/2014/main" id="{06AF571E-DDB9-61A6-2C9D-F50B91DC812D}"/>
              </a:ext>
            </a:extLst>
          </p:cNvPr>
          <p:cNvPicPr>
            <a:picLocks noChangeAspect="1"/>
          </p:cNvPicPr>
          <p:nvPr/>
        </p:nvPicPr>
        <p:blipFill>
          <a:blip r:embed="rId3"/>
          <a:stretch>
            <a:fillRect/>
          </a:stretch>
        </p:blipFill>
        <p:spPr>
          <a:xfrm>
            <a:off x="5828880" y="1460048"/>
            <a:ext cx="5345088" cy="4127220"/>
          </a:xfrm>
          <a:prstGeom prst="rect">
            <a:avLst/>
          </a:prstGeom>
        </p:spPr>
      </p:pic>
      <p:pic>
        <p:nvPicPr>
          <p:cNvPr id="22" name="Picture 21">
            <a:extLst>
              <a:ext uri="{FF2B5EF4-FFF2-40B4-BE49-F238E27FC236}">
                <a16:creationId xmlns:a16="http://schemas.microsoft.com/office/drawing/2014/main" id="{1F4E4B22-73C1-4850-C64F-E8FB3416BE42}"/>
              </a:ext>
            </a:extLst>
          </p:cNvPr>
          <p:cNvPicPr>
            <a:picLocks noChangeAspect="1"/>
          </p:cNvPicPr>
          <p:nvPr/>
        </p:nvPicPr>
        <p:blipFill>
          <a:blip r:embed="rId4"/>
          <a:stretch>
            <a:fillRect/>
          </a:stretch>
        </p:blipFill>
        <p:spPr>
          <a:xfrm>
            <a:off x="685800" y="1586470"/>
            <a:ext cx="5345089" cy="4112971"/>
          </a:xfrm>
          <a:prstGeom prst="rect">
            <a:avLst/>
          </a:prstGeom>
        </p:spPr>
      </p:pic>
    </p:spTree>
    <p:extLst>
      <p:ext uri="{BB962C8B-B14F-4D97-AF65-F5344CB8AC3E}">
        <p14:creationId xmlns:p14="http://schemas.microsoft.com/office/powerpoint/2010/main" val="41275876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EC9D1-A12A-64B9-083A-09D37F16588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8F36DD7-6991-7D92-B674-DE1C4DABC19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9B7104E-4855-5715-325E-C13B59946E59}"/>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DF18CE10-18FB-BEA3-1592-8E0362DA6C19}"/>
              </a:ext>
            </a:extLst>
          </p:cNvPr>
          <p:cNvSpPr>
            <a:spLocks noGrp="1"/>
          </p:cNvSpPr>
          <p:nvPr>
            <p:ph type="sldNum" sz="quarter" idx="12"/>
          </p:nvPr>
        </p:nvSpPr>
        <p:spPr/>
        <p:txBody>
          <a:bodyPr/>
          <a:lstStyle/>
          <a:p>
            <a:fld id="{5D474BC6-09C9-4ED8-ADF6-087D6F25D5BC}" type="slidenum">
              <a:rPr lang="en-US" smtClean="0"/>
              <a:t>68</a:t>
            </a:fld>
            <a:endParaRPr lang="en-US"/>
          </a:p>
        </p:txBody>
      </p:sp>
      <p:sp>
        <p:nvSpPr>
          <p:cNvPr id="16" name="TextBox 15">
            <a:extLst>
              <a:ext uri="{FF2B5EF4-FFF2-40B4-BE49-F238E27FC236}">
                <a16:creationId xmlns:a16="http://schemas.microsoft.com/office/drawing/2014/main" id="{E1B87452-C6CD-197D-3223-21B7FC403F5A}"/>
              </a:ext>
            </a:extLst>
          </p:cNvPr>
          <p:cNvSpPr txBox="1"/>
          <p:nvPr/>
        </p:nvSpPr>
        <p:spPr>
          <a:xfrm>
            <a:off x="1444752" y="5468112"/>
            <a:ext cx="9116568" cy="369332"/>
          </a:xfrm>
          <a:prstGeom prst="rect">
            <a:avLst/>
          </a:prstGeom>
          <a:noFill/>
        </p:spPr>
        <p:txBody>
          <a:bodyPr wrap="square" rtlCol="0">
            <a:spAutoFit/>
          </a:bodyPr>
          <a:lstStyle/>
          <a:p>
            <a:r>
              <a:rPr lang="en-US" dirty="0"/>
              <a:t># As can be seen on the axis at z = 0 the ppm requirement is met but not around z ~1.75 m</a:t>
            </a:r>
          </a:p>
        </p:txBody>
      </p:sp>
      <p:pic>
        <p:nvPicPr>
          <p:cNvPr id="20" name="Picture 19">
            <a:extLst>
              <a:ext uri="{FF2B5EF4-FFF2-40B4-BE49-F238E27FC236}">
                <a16:creationId xmlns:a16="http://schemas.microsoft.com/office/drawing/2014/main" id="{EFF7E213-0193-6D89-D020-D2B001903387}"/>
              </a:ext>
            </a:extLst>
          </p:cNvPr>
          <p:cNvPicPr>
            <a:picLocks noChangeAspect="1"/>
          </p:cNvPicPr>
          <p:nvPr/>
        </p:nvPicPr>
        <p:blipFill>
          <a:blip r:embed="rId2"/>
          <a:stretch>
            <a:fillRect/>
          </a:stretch>
        </p:blipFill>
        <p:spPr>
          <a:xfrm>
            <a:off x="6342725" y="609697"/>
            <a:ext cx="5563015" cy="4555609"/>
          </a:xfrm>
          <a:prstGeom prst="rect">
            <a:avLst/>
          </a:prstGeom>
        </p:spPr>
      </p:pic>
      <p:pic>
        <p:nvPicPr>
          <p:cNvPr id="22" name="Picture 21">
            <a:extLst>
              <a:ext uri="{FF2B5EF4-FFF2-40B4-BE49-F238E27FC236}">
                <a16:creationId xmlns:a16="http://schemas.microsoft.com/office/drawing/2014/main" id="{1896D73C-04F0-2F6C-E7CF-8F96C80332DC}"/>
              </a:ext>
            </a:extLst>
          </p:cNvPr>
          <p:cNvPicPr>
            <a:picLocks noChangeAspect="1"/>
          </p:cNvPicPr>
          <p:nvPr/>
        </p:nvPicPr>
        <p:blipFill>
          <a:blip r:embed="rId3"/>
          <a:stretch>
            <a:fillRect/>
          </a:stretch>
        </p:blipFill>
        <p:spPr>
          <a:xfrm>
            <a:off x="779710" y="534619"/>
            <a:ext cx="5563015" cy="4705763"/>
          </a:xfrm>
          <a:prstGeom prst="rect">
            <a:avLst/>
          </a:prstGeom>
        </p:spPr>
      </p:pic>
    </p:spTree>
    <p:extLst>
      <p:ext uri="{BB962C8B-B14F-4D97-AF65-F5344CB8AC3E}">
        <p14:creationId xmlns:p14="http://schemas.microsoft.com/office/powerpoint/2010/main" val="17652552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7B88-43C6-8BAC-CA42-65E7D7D219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CBC56F4-AC70-55FD-48C3-E835DC6CC36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4804AAA-6FC2-E07B-BF8A-29758202C707}"/>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C7F89D50-E2AF-3979-8EB4-BC2B2915CF9D}"/>
              </a:ext>
            </a:extLst>
          </p:cNvPr>
          <p:cNvSpPr>
            <a:spLocks noGrp="1"/>
          </p:cNvSpPr>
          <p:nvPr>
            <p:ph type="sldNum" sz="quarter" idx="12"/>
          </p:nvPr>
        </p:nvSpPr>
        <p:spPr/>
        <p:txBody>
          <a:bodyPr/>
          <a:lstStyle/>
          <a:p>
            <a:fld id="{5D474BC6-09C9-4ED8-ADF6-087D6F25D5BC}" type="slidenum">
              <a:rPr lang="en-US" smtClean="0"/>
              <a:t>69</a:t>
            </a:fld>
            <a:endParaRPr lang="en-US"/>
          </a:p>
        </p:txBody>
      </p:sp>
      <p:sp>
        <p:nvSpPr>
          <p:cNvPr id="9" name="TextBox 8">
            <a:extLst>
              <a:ext uri="{FF2B5EF4-FFF2-40B4-BE49-F238E27FC236}">
                <a16:creationId xmlns:a16="http://schemas.microsoft.com/office/drawing/2014/main" id="{0BFAE5F0-E570-52DA-0221-E88079021A08}"/>
              </a:ext>
            </a:extLst>
          </p:cNvPr>
          <p:cNvSpPr txBox="1"/>
          <p:nvPr/>
        </p:nvSpPr>
        <p:spPr>
          <a:xfrm>
            <a:off x="685800" y="448056"/>
            <a:ext cx="7616952" cy="369332"/>
          </a:xfrm>
          <a:prstGeom prst="rect">
            <a:avLst/>
          </a:prstGeom>
          <a:noFill/>
        </p:spPr>
        <p:txBody>
          <a:bodyPr wrap="square" rtlCol="0">
            <a:spAutoFit/>
          </a:bodyPr>
          <a:lstStyle/>
          <a:p>
            <a:r>
              <a:rPr lang="en-US" b="1" dirty="0"/>
              <a:t>For n = 101 coils, d = 50 mm</a:t>
            </a:r>
          </a:p>
        </p:txBody>
      </p:sp>
      <p:pic>
        <p:nvPicPr>
          <p:cNvPr id="3" name="Picture 2">
            <a:extLst>
              <a:ext uri="{FF2B5EF4-FFF2-40B4-BE49-F238E27FC236}">
                <a16:creationId xmlns:a16="http://schemas.microsoft.com/office/drawing/2014/main" id="{07F2C146-344F-5BE3-943A-FFEFA0CB4619}"/>
              </a:ext>
            </a:extLst>
          </p:cNvPr>
          <p:cNvPicPr>
            <a:picLocks noChangeAspect="1"/>
          </p:cNvPicPr>
          <p:nvPr/>
        </p:nvPicPr>
        <p:blipFill>
          <a:blip r:embed="rId2"/>
          <a:stretch>
            <a:fillRect/>
          </a:stretch>
        </p:blipFill>
        <p:spPr>
          <a:xfrm>
            <a:off x="0" y="1104575"/>
            <a:ext cx="6154009" cy="4648849"/>
          </a:xfrm>
          <a:prstGeom prst="rect">
            <a:avLst/>
          </a:prstGeom>
        </p:spPr>
      </p:pic>
      <p:pic>
        <p:nvPicPr>
          <p:cNvPr id="8" name="Picture 7">
            <a:extLst>
              <a:ext uri="{FF2B5EF4-FFF2-40B4-BE49-F238E27FC236}">
                <a16:creationId xmlns:a16="http://schemas.microsoft.com/office/drawing/2014/main" id="{015427A3-59B5-83BB-0253-0C7B3502265D}"/>
              </a:ext>
            </a:extLst>
          </p:cNvPr>
          <p:cNvPicPr>
            <a:picLocks noChangeAspect="1"/>
          </p:cNvPicPr>
          <p:nvPr/>
        </p:nvPicPr>
        <p:blipFill>
          <a:blip r:embed="rId3"/>
          <a:stretch>
            <a:fillRect/>
          </a:stretch>
        </p:blipFill>
        <p:spPr>
          <a:xfrm>
            <a:off x="6096000" y="1104575"/>
            <a:ext cx="5667815" cy="4648849"/>
          </a:xfrm>
          <a:prstGeom prst="rect">
            <a:avLst/>
          </a:prstGeom>
        </p:spPr>
      </p:pic>
    </p:spTree>
    <p:extLst>
      <p:ext uri="{BB962C8B-B14F-4D97-AF65-F5344CB8AC3E}">
        <p14:creationId xmlns:p14="http://schemas.microsoft.com/office/powerpoint/2010/main" val="36390515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98518-2589-5F85-FE4B-AB88471BD8B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BC3B6D3-6036-3D73-57CB-24C7A8BBD3A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96F7D812-708C-EC0C-7FB2-56F3F8EADC43}"/>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628DEF74-EF9F-DABA-2376-22C3F59EBB02}"/>
              </a:ext>
            </a:extLst>
          </p:cNvPr>
          <p:cNvSpPr>
            <a:spLocks noGrp="1"/>
          </p:cNvSpPr>
          <p:nvPr>
            <p:ph type="sldNum" sz="quarter" idx="12"/>
          </p:nvPr>
        </p:nvSpPr>
        <p:spPr/>
        <p:txBody>
          <a:bodyPr/>
          <a:lstStyle/>
          <a:p>
            <a:fld id="{5D474BC6-09C9-4ED8-ADF6-087D6F25D5BC}" type="slidenum">
              <a:rPr lang="en-US" smtClean="0"/>
              <a:t>70</a:t>
            </a:fld>
            <a:endParaRPr lang="en-US"/>
          </a:p>
        </p:txBody>
      </p:sp>
      <p:sp>
        <p:nvSpPr>
          <p:cNvPr id="9" name="TextBox 8">
            <a:extLst>
              <a:ext uri="{FF2B5EF4-FFF2-40B4-BE49-F238E27FC236}">
                <a16:creationId xmlns:a16="http://schemas.microsoft.com/office/drawing/2014/main" id="{1BBD0ABF-DAB9-4754-D377-964B4BC500C9}"/>
              </a:ext>
            </a:extLst>
          </p:cNvPr>
          <p:cNvSpPr txBox="1"/>
          <p:nvPr/>
        </p:nvSpPr>
        <p:spPr>
          <a:xfrm>
            <a:off x="685800" y="448056"/>
            <a:ext cx="7616952" cy="369332"/>
          </a:xfrm>
          <a:prstGeom prst="rect">
            <a:avLst/>
          </a:prstGeom>
          <a:noFill/>
        </p:spPr>
        <p:txBody>
          <a:bodyPr wrap="square" rtlCol="0">
            <a:spAutoFit/>
          </a:bodyPr>
          <a:lstStyle/>
          <a:p>
            <a:r>
              <a:rPr lang="en-US" b="1" dirty="0"/>
              <a:t>For n = 50 coils, d ~ 100 mm – mode filtering and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60AC075-9637-E616-A0C5-921C9332EEA7}"/>
                  </a:ext>
                </a:extLst>
              </p:cNvPr>
              <p:cNvSpPr txBox="1"/>
              <p:nvPr/>
            </p:nvSpPr>
            <p:spPr>
              <a:xfrm>
                <a:off x="2761488" y="1090716"/>
                <a:ext cx="14264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−7</m:t>
                      </m:r>
                    </m:oMath>
                  </m:oMathPara>
                </a14:m>
                <a:endParaRPr lang="en-US" dirty="0"/>
              </a:p>
            </p:txBody>
          </p:sp>
        </mc:Choice>
        <mc:Fallback xmlns="">
          <p:sp>
            <p:nvSpPr>
              <p:cNvPr id="18" name="TextBox 17">
                <a:extLst>
                  <a:ext uri="{FF2B5EF4-FFF2-40B4-BE49-F238E27FC236}">
                    <a16:creationId xmlns:a16="http://schemas.microsoft.com/office/drawing/2014/main" id="{660AC075-9637-E616-A0C5-921C9332EEA7}"/>
                  </a:ext>
                </a:extLst>
              </p:cNvPr>
              <p:cNvSpPr txBox="1">
                <a:spLocks noRot="1" noChangeAspect="1" noMove="1" noResize="1" noEditPoints="1" noAdjustHandles="1" noChangeArrowheads="1" noChangeShapeType="1" noTextEdit="1"/>
              </p:cNvSpPr>
              <p:nvPr/>
            </p:nvSpPr>
            <p:spPr>
              <a:xfrm>
                <a:off x="2761488" y="1090716"/>
                <a:ext cx="1426464" cy="369332"/>
              </a:xfrm>
              <a:prstGeom prst="rect">
                <a:avLst/>
              </a:prstGeom>
              <a:blipFill>
                <a:blip r:embed="rId2"/>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57E440AB-2117-1749-02DC-712EB0800A41}"/>
              </a:ext>
            </a:extLst>
          </p:cNvPr>
          <p:cNvPicPr>
            <a:picLocks noChangeAspect="1"/>
          </p:cNvPicPr>
          <p:nvPr/>
        </p:nvPicPr>
        <p:blipFill>
          <a:blip r:embed="rId3"/>
          <a:srcRect l="2236"/>
          <a:stretch>
            <a:fillRect/>
          </a:stretch>
        </p:blipFill>
        <p:spPr>
          <a:xfrm>
            <a:off x="210312" y="1688653"/>
            <a:ext cx="5449824" cy="4276441"/>
          </a:xfrm>
          <a:prstGeom prst="rect">
            <a:avLst/>
          </a:prstGeom>
        </p:spPr>
      </p:pic>
      <p:pic>
        <p:nvPicPr>
          <p:cNvPr id="8" name="Picture 7">
            <a:extLst>
              <a:ext uri="{FF2B5EF4-FFF2-40B4-BE49-F238E27FC236}">
                <a16:creationId xmlns:a16="http://schemas.microsoft.com/office/drawing/2014/main" id="{2151ED44-13DD-83F7-0E98-42C467A2AD00}"/>
              </a:ext>
            </a:extLst>
          </p:cNvPr>
          <p:cNvPicPr>
            <a:picLocks noChangeAspect="1"/>
          </p:cNvPicPr>
          <p:nvPr/>
        </p:nvPicPr>
        <p:blipFill>
          <a:blip r:embed="rId4"/>
          <a:srcRect l="2203"/>
          <a:stretch>
            <a:fillRect/>
          </a:stretch>
        </p:blipFill>
        <p:spPr>
          <a:xfrm>
            <a:off x="5816428" y="1460048"/>
            <a:ext cx="5850471" cy="4505046"/>
          </a:xfrm>
          <a:prstGeom prst="rect">
            <a:avLst/>
          </a:prstGeom>
        </p:spPr>
      </p:pic>
    </p:spTree>
    <p:extLst>
      <p:ext uri="{BB962C8B-B14F-4D97-AF65-F5344CB8AC3E}">
        <p14:creationId xmlns:p14="http://schemas.microsoft.com/office/powerpoint/2010/main" val="28067363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08FAB34-84D7-8F7A-0D9E-E8DDF1891FF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C6BAD54-D28C-5ED4-9E85-CA7808C93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C7E42-84BA-3A7D-E96D-0E6C2F5DFB4F}"/>
              </a:ext>
            </a:extLst>
          </p:cNvPr>
          <p:cNvSpPr>
            <a:spLocks noGrp="1"/>
          </p:cNvSpPr>
          <p:nvPr>
            <p:ph type="sldNum" sz="quarter" idx="12"/>
          </p:nvPr>
        </p:nvSpPr>
        <p:spPr/>
        <p:txBody>
          <a:bodyPr/>
          <a:lstStyle/>
          <a:p>
            <a:fld id="{5D474BC6-09C9-4ED8-ADF6-087D6F25D5BC}" type="slidenum">
              <a:rPr lang="en-US" smtClean="0"/>
              <a:t>71</a:t>
            </a:fld>
            <a:endParaRPr lang="en-US"/>
          </a:p>
        </p:txBody>
      </p:sp>
      <p:pic>
        <p:nvPicPr>
          <p:cNvPr id="8" name="Picture 7">
            <a:extLst>
              <a:ext uri="{FF2B5EF4-FFF2-40B4-BE49-F238E27FC236}">
                <a16:creationId xmlns:a16="http://schemas.microsoft.com/office/drawing/2014/main" id="{ABACA8AD-96A7-0735-5515-513BF2243B18}"/>
              </a:ext>
            </a:extLst>
          </p:cNvPr>
          <p:cNvPicPr>
            <a:picLocks noChangeAspect="1"/>
          </p:cNvPicPr>
          <p:nvPr/>
        </p:nvPicPr>
        <p:blipFill>
          <a:blip r:embed="rId2"/>
          <a:srcRect l="2521"/>
          <a:stretch>
            <a:fillRect/>
          </a:stretch>
        </p:blipFill>
        <p:spPr>
          <a:xfrm>
            <a:off x="0" y="966443"/>
            <a:ext cx="6277424" cy="4944165"/>
          </a:xfrm>
          <a:prstGeom prst="rect">
            <a:avLst/>
          </a:prstGeom>
        </p:spPr>
      </p:pic>
      <p:pic>
        <p:nvPicPr>
          <p:cNvPr id="10" name="Picture 9">
            <a:extLst>
              <a:ext uri="{FF2B5EF4-FFF2-40B4-BE49-F238E27FC236}">
                <a16:creationId xmlns:a16="http://schemas.microsoft.com/office/drawing/2014/main" id="{AEA9E890-5C59-E6AB-8B62-1C16EFA6E7D1}"/>
              </a:ext>
            </a:extLst>
          </p:cNvPr>
          <p:cNvPicPr>
            <a:picLocks noChangeAspect="1"/>
          </p:cNvPicPr>
          <p:nvPr/>
        </p:nvPicPr>
        <p:blipFill>
          <a:blip r:embed="rId3"/>
          <a:srcRect l="1180" r="1"/>
          <a:stretch>
            <a:fillRect/>
          </a:stretch>
        </p:blipFill>
        <p:spPr>
          <a:xfrm>
            <a:off x="6096000" y="947392"/>
            <a:ext cx="6015462" cy="4934639"/>
          </a:xfrm>
          <a:prstGeom prst="rect">
            <a:avLst/>
          </a:prstGeom>
        </p:spPr>
      </p:pic>
    </p:spTree>
    <p:extLst>
      <p:ext uri="{BB962C8B-B14F-4D97-AF65-F5344CB8AC3E}">
        <p14:creationId xmlns:p14="http://schemas.microsoft.com/office/powerpoint/2010/main" val="4469383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76F0D10-D006-46C5-DBB8-E7BD3E77BE5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843BED6-E26A-A7E3-3312-B5866840E8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6B9AC-DBCC-8943-3D4A-DC4ECA030B71}"/>
              </a:ext>
            </a:extLst>
          </p:cNvPr>
          <p:cNvSpPr>
            <a:spLocks noGrp="1"/>
          </p:cNvSpPr>
          <p:nvPr>
            <p:ph type="sldNum" sz="quarter" idx="12"/>
          </p:nvPr>
        </p:nvSpPr>
        <p:spPr/>
        <p:txBody>
          <a:bodyPr/>
          <a:lstStyle/>
          <a:p>
            <a:fld id="{5D474BC6-09C9-4ED8-ADF6-087D6F25D5BC}" type="slidenum">
              <a:rPr lang="en-US" smtClean="0"/>
              <a:t>72</a:t>
            </a:fld>
            <a:endParaRPr lang="en-US"/>
          </a:p>
        </p:txBody>
      </p:sp>
      <p:pic>
        <p:nvPicPr>
          <p:cNvPr id="3" name="Picture 2">
            <a:extLst>
              <a:ext uri="{FF2B5EF4-FFF2-40B4-BE49-F238E27FC236}">
                <a16:creationId xmlns:a16="http://schemas.microsoft.com/office/drawing/2014/main" id="{82262B49-9A11-816B-1B27-140766D21045}"/>
              </a:ext>
            </a:extLst>
          </p:cNvPr>
          <p:cNvPicPr>
            <a:picLocks noChangeAspect="1"/>
          </p:cNvPicPr>
          <p:nvPr/>
        </p:nvPicPr>
        <p:blipFill>
          <a:blip r:embed="rId2"/>
          <a:srcRect l="1398"/>
          <a:stretch>
            <a:fillRect/>
          </a:stretch>
        </p:blipFill>
        <p:spPr>
          <a:xfrm>
            <a:off x="265176" y="1135123"/>
            <a:ext cx="5376672" cy="4238251"/>
          </a:xfrm>
          <a:prstGeom prst="rect">
            <a:avLst/>
          </a:prstGeom>
        </p:spPr>
      </p:pic>
      <p:pic>
        <p:nvPicPr>
          <p:cNvPr id="8" name="Picture 7">
            <a:extLst>
              <a:ext uri="{FF2B5EF4-FFF2-40B4-BE49-F238E27FC236}">
                <a16:creationId xmlns:a16="http://schemas.microsoft.com/office/drawing/2014/main" id="{24E44CC1-1C77-FFC5-E3D5-33FFCBB79310}"/>
              </a:ext>
            </a:extLst>
          </p:cNvPr>
          <p:cNvPicPr>
            <a:picLocks noChangeAspect="1"/>
          </p:cNvPicPr>
          <p:nvPr/>
        </p:nvPicPr>
        <p:blipFill>
          <a:blip r:embed="rId3"/>
          <a:srcRect l="2147"/>
          <a:stretch>
            <a:fillRect/>
          </a:stretch>
        </p:blipFill>
        <p:spPr>
          <a:xfrm>
            <a:off x="5641848" y="891718"/>
            <a:ext cx="6394704" cy="4725059"/>
          </a:xfrm>
          <a:prstGeom prst="rect">
            <a:avLst/>
          </a:prstGeom>
        </p:spPr>
      </p:pic>
    </p:spTree>
    <p:extLst>
      <p:ext uri="{BB962C8B-B14F-4D97-AF65-F5344CB8AC3E}">
        <p14:creationId xmlns:p14="http://schemas.microsoft.com/office/powerpoint/2010/main" val="37400859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5123-0B8B-3C6A-AD09-C4DB801A404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80566D8-B70D-220D-05D4-D5545F648F5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C56DB20-7CC9-A700-5FE0-BC7CE229583C}"/>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295915B0-B9E5-6464-EDD3-3F077B80AC8C}"/>
              </a:ext>
            </a:extLst>
          </p:cNvPr>
          <p:cNvSpPr>
            <a:spLocks noGrp="1"/>
          </p:cNvSpPr>
          <p:nvPr>
            <p:ph type="sldNum" sz="quarter" idx="12"/>
          </p:nvPr>
        </p:nvSpPr>
        <p:spPr/>
        <p:txBody>
          <a:bodyPr/>
          <a:lstStyle/>
          <a:p>
            <a:fld id="{5D474BC6-09C9-4ED8-ADF6-087D6F25D5BC}" type="slidenum">
              <a:rPr lang="en-US" smtClean="0"/>
              <a:t>73</a:t>
            </a:fld>
            <a:endParaRPr lang="en-US"/>
          </a:p>
        </p:txBody>
      </p:sp>
      <p:sp>
        <p:nvSpPr>
          <p:cNvPr id="9" name="TextBox 8">
            <a:extLst>
              <a:ext uri="{FF2B5EF4-FFF2-40B4-BE49-F238E27FC236}">
                <a16:creationId xmlns:a16="http://schemas.microsoft.com/office/drawing/2014/main" id="{D35D591A-C9E1-FD67-CD7E-9B7AC20E100D}"/>
              </a:ext>
            </a:extLst>
          </p:cNvPr>
          <p:cNvSpPr txBox="1"/>
          <p:nvPr/>
        </p:nvSpPr>
        <p:spPr>
          <a:xfrm>
            <a:off x="685800" y="448056"/>
            <a:ext cx="10177272" cy="369332"/>
          </a:xfrm>
          <a:prstGeom prst="rect">
            <a:avLst/>
          </a:prstGeom>
          <a:noFill/>
        </p:spPr>
        <p:txBody>
          <a:bodyPr wrap="square" rtlCol="0">
            <a:spAutoFit/>
          </a:bodyPr>
          <a:lstStyle/>
          <a:p>
            <a:r>
              <a:rPr lang="en-US" b="1" dirty="0"/>
              <a:t>For n = 80 coils, d ~ 63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016311-A29A-4F61-6F39-27CB06F0D822}"/>
                  </a:ext>
                </a:extLst>
              </p:cNvPr>
              <p:cNvSpPr txBox="1"/>
              <p:nvPr/>
            </p:nvSpPr>
            <p:spPr>
              <a:xfrm>
                <a:off x="2209800" y="1041711"/>
                <a:ext cx="14264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A4016311-A29A-4F61-6F39-27CB06F0D822}"/>
                  </a:ext>
                </a:extLst>
              </p:cNvPr>
              <p:cNvSpPr txBox="1">
                <a:spLocks noRot="1" noChangeAspect="1" noMove="1" noResize="1" noEditPoints="1" noAdjustHandles="1" noChangeArrowheads="1" noChangeShapeType="1" noTextEdit="1"/>
              </p:cNvSpPr>
              <p:nvPr/>
            </p:nvSpPr>
            <p:spPr>
              <a:xfrm>
                <a:off x="2209800" y="1041711"/>
                <a:ext cx="142646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16162F2-1E43-47EE-DCB7-2837B3B8D050}"/>
                  </a:ext>
                </a:extLst>
              </p:cNvPr>
              <p:cNvSpPr txBox="1"/>
              <p:nvPr/>
            </p:nvSpPr>
            <p:spPr>
              <a:xfrm>
                <a:off x="3890772" y="1087877"/>
                <a:ext cx="60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=5</m:t>
                      </m:r>
                    </m:oMath>
                  </m:oMathPara>
                </a14:m>
                <a:endParaRPr lang="en-US" dirty="0"/>
              </a:p>
            </p:txBody>
          </p:sp>
        </mc:Choice>
        <mc:Fallback xmlns="">
          <p:sp>
            <p:nvSpPr>
              <p:cNvPr id="3" name="TextBox 2">
                <a:extLst>
                  <a:ext uri="{FF2B5EF4-FFF2-40B4-BE49-F238E27FC236}">
                    <a16:creationId xmlns:a16="http://schemas.microsoft.com/office/drawing/2014/main" id="{916162F2-1E43-47EE-DCB7-2837B3B8D050}"/>
                  </a:ext>
                </a:extLst>
              </p:cNvPr>
              <p:cNvSpPr txBox="1">
                <a:spLocks noRot="1" noChangeAspect="1" noMove="1" noResize="1" noEditPoints="1" noAdjustHandles="1" noChangeArrowheads="1" noChangeShapeType="1" noTextEdit="1"/>
              </p:cNvSpPr>
              <p:nvPr/>
            </p:nvSpPr>
            <p:spPr>
              <a:xfrm>
                <a:off x="3890772" y="1087877"/>
                <a:ext cx="604653" cy="276999"/>
              </a:xfrm>
              <a:prstGeom prst="rect">
                <a:avLst/>
              </a:prstGeom>
              <a:blipFill>
                <a:blip r:embed="rId3"/>
                <a:stretch>
                  <a:fillRect l="-10101" r="-10101"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4A8DF4FB-856C-8F2B-1BFB-7ABA0702809B}"/>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10" name="Picture 9">
            <a:extLst>
              <a:ext uri="{FF2B5EF4-FFF2-40B4-BE49-F238E27FC236}">
                <a16:creationId xmlns:a16="http://schemas.microsoft.com/office/drawing/2014/main" id="{9DA1839C-E062-E9FC-57F2-54484726D1B5}"/>
              </a:ext>
            </a:extLst>
          </p:cNvPr>
          <p:cNvPicPr>
            <a:picLocks noChangeAspect="1"/>
          </p:cNvPicPr>
          <p:nvPr/>
        </p:nvPicPr>
        <p:blipFill>
          <a:blip r:embed="rId4"/>
          <a:stretch>
            <a:fillRect/>
          </a:stretch>
        </p:blipFill>
        <p:spPr>
          <a:xfrm>
            <a:off x="175976" y="1681532"/>
            <a:ext cx="5319568" cy="4068392"/>
          </a:xfrm>
          <a:prstGeom prst="rect">
            <a:avLst/>
          </a:prstGeom>
        </p:spPr>
      </p:pic>
      <p:pic>
        <p:nvPicPr>
          <p:cNvPr id="12" name="Picture 11">
            <a:extLst>
              <a:ext uri="{FF2B5EF4-FFF2-40B4-BE49-F238E27FC236}">
                <a16:creationId xmlns:a16="http://schemas.microsoft.com/office/drawing/2014/main" id="{C1C53928-CC47-EB6B-FF59-221A68849C4B}"/>
              </a:ext>
            </a:extLst>
          </p:cNvPr>
          <p:cNvPicPr>
            <a:picLocks noChangeAspect="1"/>
          </p:cNvPicPr>
          <p:nvPr/>
        </p:nvPicPr>
        <p:blipFill>
          <a:blip r:embed="rId5"/>
          <a:stretch>
            <a:fillRect/>
          </a:stretch>
        </p:blipFill>
        <p:spPr>
          <a:xfrm>
            <a:off x="5736271" y="1468716"/>
            <a:ext cx="5617529" cy="4494023"/>
          </a:xfrm>
          <a:prstGeom prst="rect">
            <a:avLst/>
          </a:prstGeom>
        </p:spPr>
      </p:pic>
    </p:spTree>
    <p:extLst>
      <p:ext uri="{BB962C8B-B14F-4D97-AF65-F5344CB8AC3E}">
        <p14:creationId xmlns:p14="http://schemas.microsoft.com/office/powerpoint/2010/main" val="32913492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3FA43-B679-D6A1-FF83-CEAF594BD7F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9B97F3F-5E71-98D2-AB37-F7363EAC25F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3DD32B5A-0089-D8F3-204A-26EF72F7B5CD}"/>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4FD6E052-6237-A809-39CE-A5C1884BA546}"/>
              </a:ext>
            </a:extLst>
          </p:cNvPr>
          <p:cNvSpPr>
            <a:spLocks noGrp="1"/>
          </p:cNvSpPr>
          <p:nvPr>
            <p:ph type="sldNum" sz="quarter" idx="12"/>
          </p:nvPr>
        </p:nvSpPr>
        <p:spPr/>
        <p:txBody>
          <a:bodyPr/>
          <a:lstStyle/>
          <a:p>
            <a:fld id="{5D474BC6-09C9-4ED8-ADF6-087D6F25D5BC}" type="slidenum">
              <a:rPr lang="en-US" smtClean="0"/>
              <a:t>74</a:t>
            </a:fld>
            <a:endParaRPr lang="en-US"/>
          </a:p>
        </p:txBody>
      </p:sp>
      <p:sp>
        <p:nvSpPr>
          <p:cNvPr id="9" name="TextBox 8">
            <a:extLst>
              <a:ext uri="{FF2B5EF4-FFF2-40B4-BE49-F238E27FC236}">
                <a16:creationId xmlns:a16="http://schemas.microsoft.com/office/drawing/2014/main" id="{E1D37FEA-88C8-9049-EF5D-FBBDCC0E6EEB}"/>
              </a:ext>
            </a:extLst>
          </p:cNvPr>
          <p:cNvSpPr txBox="1"/>
          <p:nvPr/>
        </p:nvSpPr>
        <p:spPr>
          <a:xfrm>
            <a:off x="685800" y="448056"/>
            <a:ext cx="10177272" cy="369332"/>
          </a:xfrm>
          <a:prstGeom prst="rect">
            <a:avLst/>
          </a:prstGeom>
          <a:noFill/>
        </p:spPr>
        <p:txBody>
          <a:bodyPr wrap="square" rtlCol="0">
            <a:spAutoFit/>
          </a:bodyPr>
          <a:lstStyle/>
          <a:p>
            <a:r>
              <a:rPr lang="en-US" b="1" dirty="0"/>
              <a:t>For n = 80 coils, d ~ 63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E5A1939-A352-2604-EF5A-02A399A8DE5F}"/>
                  </a:ext>
                </a:extLst>
              </p:cNvPr>
              <p:cNvSpPr txBox="1"/>
              <p:nvPr/>
            </p:nvSpPr>
            <p:spPr>
              <a:xfrm>
                <a:off x="2209800" y="1041711"/>
                <a:ext cx="14264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6E5A1939-A352-2604-EF5A-02A399A8DE5F}"/>
                  </a:ext>
                </a:extLst>
              </p:cNvPr>
              <p:cNvSpPr txBox="1">
                <a:spLocks noRot="1" noChangeAspect="1" noMove="1" noResize="1" noEditPoints="1" noAdjustHandles="1" noChangeArrowheads="1" noChangeShapeType="1" noTextEdit="1"/>
              </p:cNvSpPr>
              <p:nvPr/>
            </p:nvSpPr>
            <p:spPr>
              <a:xfrm>
                <a:off x="2209800" y="1041711"/>
                <a:ext cx="142646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4C33FBD-81C6-6970-4A0D-B170EF62F489}"/>
                  </a:ext>
                </a:extLst>
              </p:cNvPr>
              <p:cNvSpPr txBox="1"/>
              <p:nvPr/>
            </p:nvSpPr>
            <p:spPr>
              <a:xfrm>
                <a:off x="3890772" y="1087877"/>
                <a:ext cx="7328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=10</m:t>
                      </m:r>
                    </m:oMath>
                  </m:oMathPara>
                </a14:m>
                <a:endParaRPr lang="en-US" dirty="0"/>
              </a:p>
            </p:txBody>
          </p:sp>
        </mc:Choice>
        <mc:Fallback xmlns="">
          <p:sp>
            <p:nvSpPr>
              <p:cNvPr id="3" name="TextBox 2">
                <a:extLst>
                  <a:ext uri="{FF2B5EF4-FFF2-40B4-BE49-F238E27FC236}">
                    <a16:creationId xmlns:a16="http://schemas.microsoft.com/office/drawing/2014/main" id="{A4C33FBD-81C6-6970-4A0D-B170EF62F489}"/>
                  </a:ext>
                </a:extLst>
              </p:cNvPr>
              <p:cNvSpPr txBox="1">
                <a:spLocks noRot="1" noChangeAspect="1" noMove="1" noResize="1" noEditPoints="1" noAdjustHandles="1" noChangeArrowheads="1" noChangeShapeType="1" noTextEdit="1"/>
              </p:cNvSpPr>
              <p:nvPr/>
            </p:nvSpPr>
            <p:spPr>
              <a:xfrm>
                <a:off x="3890772" y="1087877"/>
                <a:ext cx="732893" cy="276999"/>
              </a:xfrm>
              <a:prstGeom prst="rect">
                <a:avLst/>
              </a:prstGeom>
              <a:blipFill>
                <a:blip r:embed="rId3"/>
                <a:stretch>
                  <a:fillRect l="-8333" r="-833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DCEA60A-D304-7D50-2B61-A126BFF76AA3}"/>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8" name="Picture 7">
            <a:extLst>
              <a:ext uri="{FF2B5EF4-FFF2-40B4-BE49-F238E27FC236}">
                <a16:creationId xmlns:a16="http://schemas.microsoft.com/office/drawing/2014/main" id="{17133F57-1ECC-9305-C9C6-934A7354D0A6}"/>
              </a:ext>
            </a:extLst>
          </p:cNvPr>
          <p:cNvPicPr>
            <a:picLocks noChangeAspect="1"/>
          </p:cNvPicPr>
          <p:nvPr/>
        </p:nvPicPr>
        <p:blipFill>
          <a:blip r:embed="rId4"/>
          <a:stretch>
            <a:fillRect/>
          </a:stretch>
        </p:blipFill>
        <p:spPr>
          <a:xfrm>
            <a:off x="176544" y="1518618"/>
            <a:ext cx="5919456" cy="4501348"/>
          </a:xfrm>
          <a:prstGeom prst="rect">
            <a:avLst/>
          </a:prstGeom>
        </p:spPr>
      </p:pic>
      <p:pic>
        <p:nvPicPr>
          <p:cNvPr id="13" name="Picture 12">
            <a:extLst>
              <a:ext uri="{FF2B5EF4-FFF2-40B4-BE49-F238E27FC236}">
                <a16:creationId xmlns:a16="http://schemas.microsoft.com/office/drawing/2014/main" id="{54EAA665-BCB2-9988-DF4A-E59A547D1DCA}"/>
              </a:ext>
            </a:extLst>
          </p:cNvPr>
          <p:cNvPicPr>
            <a:picLocks noChangeAspect="1"/>
          </p:cNvPicPr>
          <p:nvPr/>
        </p:nvPicPr>
        <p:blipFill>
          <a:blip r:embed="rId5"/>
          <a:stretch>
            <a:fillRect/>
          </a:stretch>
        </p:blipFill>
        <p:spPr>
          <a:xfrm>
            <a:off x="6165986" y="1411043"/>
            <a:ext cx="6026014" cy="4621580"/>
          </a:xfrm>
          <a:prstGeom prst="rect">
            <a:avLst/>
          </a:prstGeom>
        </p:spPr>
      </p:pic>
    </p:spTree>
    <p:extLst>
      <p:ext uri="{BB962C8B-B14F-4D97-AF65-F5344CB8AC3E}">
        <p14:creationId xmlns:p14="http://schemas.microsoft.com/office/powerpoint/2010/main" val="5306633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B2C03-472F-2D89-5824-87B206F7B7F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2871C15-E0ED-8391-DE16-3B85C90ACC5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DAE2743-9721-D495-7409-9C61437D84C1}"/>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495E6E0F-8465-D680-9187-56C27C4FFFB2}"/>
              </a:ext>
            </a:extLst>
          </p:cNvPr>
          <p:cNvSpPr>
            <a:spLocks noGrp="1"/>
          </p:cNvSpPr>
          <p:nvPr>
            <p:ph type="sldNum" sz="quarter" idx="12"/>
          </p:nvPr>
        </p:nvSpPr>
        <p:spPr/>
        <p:txBody>
          <a:bodyPr/>
          <a:lstStyle/>
          <a:p>
            <a:fld id="{5D474BC6-09C9-4ED8-ADF6-087D6F25D5BC}" type="slidenum">
              <a:rPr lang="en-US" smtClean="0"/>
              <a:t>75</a:t>
            </a:fld>
            <a:endParaRPr lang="en-US"/>
          </a:p>
        </p:txBody>
      </p:sp>
      <p:sp>
        <p:nvSpPr>
          <p:cNvPr id="9" name="TextBox 8">
            <a:extLst>
              <a:ext uri="{FF2B5EF4-FFF2-40B4-BE49-F238E27FC236}">
                <a16:creationId xmlns:a16="http://schemas.microsoft.com/office/drawing/2014/main" id="{36E1B86F-A3EA-1886-C03A-21EF7ECAC558}"/>
              </a:ext>
            </a:extLst>
          </p:cNvPr>
          <p:cNvSpPr txBox="1"/>
          <p:nvPr/>
        </p:nvSpPr>
        <p:spPr>
          <a:xfrm>
            <a:off x="685800" y="448056"/>
            <a:ext cx="10177272" cy="369332"/>
          </a:xfrm>
          <a:prstGeom prst="rect">
            <a:avLst/>
          </a:prstGeom>
          <a:noFill/>
        </p:spPr>
        <p:txBody>
          <a:bodyPr wrap="square" rtlCol="0">
            <a:spAutoFit/>
          </a:bodyPr>
          <a:lstStyle/>
          <a:p>
            <a:r>
              <a:rPr lang="en-US" b="1" dirty="0"/>
              <a:t>For n = 80 coils, d ~ 63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D3D8A68-0F66-6A5B-ED99-9C090FC572AE}"/>
                  </a:ext>
                </a:extLst>
              </p:cNvPr>
              <p:cNvSpPr txBox="1"/>
              <p:nvPr/>
            </p:nvSpPr>
            <p:spPr>
              <a:xfrm>
                <a:off x="2209800" y="1041711"/>
                <a:ext cx="14264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5D3D8A68-0F66-6A5B-ED99-9C090FC572AE}"/>
                  </a:ext>
                </a:extLst>
              </p:cNvPr>
              <p:cNvSpPr txBox="1">
                <a:spLocks noRot="1" noChangeAspect="1" noMove="1" noResize="1" noEditPoints="1" noAdjustHandles="1" noChangeArrowheads="1" noChangeShapeType="1" noTextEdit="1"/>
              </p:cNvSpPr>
              <p:nvPr/>
            </p:nvSpPr>
            <p:spPr>
              <a:xfrm>
                <a:off x="2209800" y="1041711"/>
                <a:ext cx="142646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1C6E67A-4E32-8E10-3601-C1ADFB7189F7}"/>
                  </a:ext>
                </a:extLst>
              </p:cNvPr>
              <p:cNvSpPr txBox="1"/>
              <p:nvPr/>
            </p:nvSpPr>
            <p:spPr>
              <a:xfrm>
                <a:off x="3890772" y="1087877"/>
                <a:ext cx="7328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=20</m:t>
                      </m:r>
                    </m:oMath>
                  </m:oMathPara>
                </a14:m>
                <a:endParaRPr lang="en-US" dirty="0"/>
              </a:p>
            </p:txBody>
          </p:sp>
        </mc:Choice>
        <mc:Fallback xmlns="">
          <p:sp>
            <p:nvSpPr>
              <p:cNvPr id="3" name="TextBox 2">
                <a:extLst>
                  <a:ext uri="{FF2B5EF4-FFF2-40B4-BE49-F238E27FC236}">
                    <a16:creationId xmlns:a16="http://schemas.microsoft.com/office/drawing/2014/main" id="{D1C6E67A-4E32-8E10-3601-C1ADFB7189F7}"/>
                  </a:ext>
                </a:extLst>
              </p:cNvPr>
              <p:cNvSpPr txBox="1">
                <a:spLocks noRot="1" noChangeAspect="1" noMove="1" noResize="1" noEditPoints="1" noAdjustHandles="1" noChangeArrowheads="1" noChangeShapeType="1" noTextEdit="1"/>
              </p:cNvSpPr>
              <p:nvPr/>
            </p:nvSpPr>
            <p:spPr>
              <a:xfrm>
                <a:off x="3890772" y="1087877"/>
                <a:ext cx="732893" cy="276999"/>
              </a:xfrm>
              <a:prstGeom prst="rect">
                <a:avLst/>
              </a:prstGeom>
              <a:blipFill>
                <a:blip r:embed="rId3"/>
                <a:stretch>
                  <a:fillRect l="-8333" r="-833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49FC43A-07B9-F7DA-2FFD-69CAA684B8A9}"/>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10" name="Picture 9">
            <a:extLst>
              <a:ext uri="{FF2B5EF4-FFF2-40B4-BE49-F238E27FC236}">
                <a16:creationId xmlns:a16="http://schemas.microsoft.com/office/drawing/2014/main" id="{E7AF417A-4F2E-7F1A-2530-989EB2A15674}"/>
              </a:ext>
            </a:extLst>
          </p:cNvPr>
          <p:cNvPicPr>
            <a:picLocks noChangeAspect="1"/>
          </p:cNvPicPr>
          <p:nvPr/>
        </p:nvPicPr>
        <p:blipFill>
          <a:blip r:embed="rId4"/>
          <a:stretch>
            <a:fillRect/>
          </a:stretch>
        </p:blipFill>
        <p:spPr>
          <a:xfrm>
            <a:off x="387392" y="1467546"/>
            <a:ext cx="5778594" cy="4508573"/>
          </a:xfrm>
          <a:prstGeom prst="rect">
            <a:avLst/>
          </a:prstGeom>
        </p:spPr>
      </p:pic>
      <p:pic>
        <p:nvPicPr>
          <p:cNvPr id="12" name="Picture 11">
            <a:extLst>
              <a:ext uri="{FF2B5EF4-FFF2-40B4-BE49-F238E27FC236}">
                <a16:creationId xmlns:a16="http://schemas.microsoft.com/office/drawing/2014/main" id="{5540B156-FD34-E61A-41CF-69D5836C6EAA}"/>
              </a:ext>
            </a:extLst>
          </p:cNvPr>
          <p:cNvPicPr>
            <a:picLocks noChangeAspect="1"/>
          </p:cNvPicPr>
          <p:nvPr/>
        </p:nvPicPr>
        <p:blipFill>
          <a:blip r:embed="rId5"/>
          <a:stretch>
            <a:fillRect/>
          </a:stretch>
        </p:blipFill>
        <p:spPr>
          <a:xfrm>
            <a:off x="6165986" y="1364876"/>
            <a:ext cx="5495216" cy="4441686"/>
          </a:xfrm>
          <a:prstGeom prst="rect">
            <a:avLst/>
          </a:prstGeom>
        </p:spPr>
      </p:pic>
    </p:spTree>
    <p:extLst>
      <p:ext uri="{BB962C8B-B14F-4D97-AF65-F5344CB8AC3E}">
        <p14:creationId xmlns:p14="http://schemas.microsoft.com/office/powerpoint/2010/main" val="35499667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B63F5-84FD-3D89-FBB1-DDACD1B6DFF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D16AE09-83DF-8E2C-315B-13A09864717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572DB31-9ACF-1938-1E13-0438ADA2AC43}"/>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FA1EF9F8-1DF1-380C-F4C8-BB540AF6004A}"/>
              </a:ext>
            </a:extLst>
          </p:cNvPr>
          <p:cNvSpPr>
            <a:spLocks noGrp="1"/>
          </p:cNvSpPr>
          <p:nvPr>
            <p:ph type="sldNum" sz="quarter" idx="12"/>
          </p:nvPr>
        </p:nvSpPr>
        <p:spPr/>
        <p:txBody>
          <a:bodyPr/>
          <a:lstStyle/>
          <a:p>
            <a:fld id="{5D474BC6-09C9-4ED8-ADF6-087D6F25D5BC}" type="slidenum">
              <a:rPr lang="en-US" smtClean="0"/>
              <a:t>76</a:t>
            </a:fld>
            <a:endParaRPr lang="en-US"/>
          </a:p>
        </p:txBody>
      </p:sp>
      <p:sp>
        <p:nvSpPr>
          <p:cNvPr id="9" name="TextBox 8">
            <a:extLst>
              <a:ext uri="{FF2B5EF4-FFF2-40B4-BE49-F238E27FC236}">
                <a16:creationId xmlns:a16="http://schemas.microsoft.com/office/drawing/2014/main" id="{B1661BD0-CE44-F750-D0B7-742C9DB381EA}"/>
              </a:ext>
            </a:extLst>
          </p:cNvPr>
          <p:cNvSpPr txBox="1"/>
          <p:nvPr/>
        </p:nvSpPr>
        <p:spPr>
          <a:xfrm>
            <a:off x="685800" y="448056"/>
            <a:ext cx="10177272" cy="369332"/>
          </a:xfrm>
          <a:prstGeom prst="rect">
            <a:avLst/>
          </a:prstGeom>
          <a:noFill/>
        </p:spPr>
        <p:txBody>
          <a:bodyPr wrap="square" rtlCol="0">
            <a:spAutoFit/>
          </a:bodyPr>
          <a:lstStyle/>
          <a:p>
            <a:r>
              <a:rPr lang="en-US" b="1" dirty="0"/>
              <a:t>For n = 80 coils, d ~ 63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1337F47-BEA0-6BF4-7103-AA5D7501EBFE}"/>
                  </a:ext>
                </a:extLst>
              </p:cNvPr>
              <p:cNvSpPr txBox="1"/>
              <p:nvPr/>
            </p:nvSpPr>
            <p:spPr>
              <a:xfrm>
                <a:off x="2209800" y="1041711"/>
                <a:ext cx="14264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01337F47-BEA0-6BF4-7103-AA5D7501EBFE}"/>
                  </a:ext>
                </a:extLst>
              </p:cNvPr>
              <p:cNvSpPr txBox="1">
                <a:spLocks noRot="1" noChangeAspect="1" noMove="1" noResize="1" noEditPoints="1" noAdjustHandles="1" noChangeArrowheads="1" noChangeShapeType="1" noTextEdit="1"/>
              </p:cNvSpPr>
              <p:nvPr/>
            </p:nvSpPr>
            <p:spPr>
              <a:xfrm>
                <a:off x="2209800" y="1041711"/>
                <a:ext cx="142646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35483CB-FDD8-FEC1-5C3C-E475AC5F60E3}"/>
                  </a:ext>
                </a:extLst>
              </p:cNvPr>
              <p:cNvSpPr txBox="1"/>
              <p:nvPr/>
            </p:nvSpPr>
            <p:spPr>
              <a:xfrm>
                <a:off x="3890772" y="1087877"/>
                <a:ext cx="7328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=30</m:t>
                      </m:r>
                    </m:oMath>
                  </m:oMathPara>
                </a14:m>
                <a:endParaRPr lang="en-US" dirty="0"/>
              </a:p>
            </p:txBody>
          </p:sp>
        </mc:Choice>
        <mc:Fallback xmlns="">
          <p:sp>
            <p:nvSpPr>
              <p:cNvPr id="3" name="TextBox 2">
                <a:extLst>
                  <a:ext uri="{FF2B5EF4-FFF2-40B4-BE49-F238E27FC236}">
                    <a16:creationId xmlns:a16="http://schemas.microsoft.com/office/drawing/2014/main" id="{135483CB-FDD8-FEC1-5C3C-E475AC5F60E3}"/>
                  </a:ext>
                </a:extLst>
              </p:cNvPr>
              <p:cNvSpPr txBox="1">
                <a:spLocks noRot="1" noChangeAspect="1" noMove="1" noResize="1" noEditPoints="1" noAdjustHandles="1" noChangeArrowheads="1" noChangeShapeType="1" noTextEdit="1"/>
              </p:cNvSpPr>
              <p:nvPr/>
            </p:nvSpPr>
            <p:spPr>
              <a:xfrm>
                <a:off x="3890772" y="1087877"/>
                <a:ext cx="732893" cy="276999"/>
              </a:xfrm>
              <a:prstGeom prst="rect">
                <a:avLst/>
              </a:prstGeom>
              <a:blipFill>
                <a:blip r:embed="rId3"/>
                <a:stretch>
                  <a:fillRect l="-8333" r="-833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31A4AF3-456C-CD6E-7F97-475D43C3E069}"/>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8" name="Picture 7">
            <a:extLst>
              <a:ext uri="{FF2B5EF4-FFF2-40B4-BE49-F238E27FC236}">
                <a16:creationId xmlns:a16="http://schemas.microsoft.com/office/drawing/2014/main" id="{993CAAEF-1C28-E951-3F16-02DE6B78399E}"/>
              </a:ext>
            </a:extLst>
          </p:cNvPr>
          <p:cNvPicPr>
            <a:picLocks noChangeAspect="1"/>
          </p:cNvPicPr>
          <p:nvPr/>
        </p:nvPicPr>
        <p:blipFill>
          <a:blip r:embed="rId4"/>
          <a:stretch>
            <a:fillRect/>
          </a:stretch>
        </p:blipFill>
        <p:spPr>
          <a:xfrm>
            <a:off x="5993741" y="1491828"/>
            <a:ext cx="5747155" cy="4608237"/>
          </a:xfrm>
          <a:prstGeom prst="rect">
            <a:avLst/>
          </a:prstGeom>
        </p:spPr>
      </p:pic>
      <p:pic>
        <p:nvPicPr>
          <p:cNvPr id="13" name="Picture 12">
            <a:extLst>
              <a:ext uri="{FF2B5EF4-FFF2-40B4-BE49-F238E27FC236}">
                <a16:creationId xmlns:a16="http://schemas.microsoft.com/office/drawing/2014/main" id="{57CA3F9C-B917-250B-8002-EDB9EB7B0B94}"/>
              </a:ext>
            </a:extLst>
          </p:cNvPr>
          <p:cNvPicPr>
            <a:picLocks noChangeAspect="1"/>
          </p:cNvPicPr>
          <p:nvPr/>
        </p:nvPicPr>
        <p:blipFill>
          <a:blip r:embed="rId5"/>
          <a:stretch>
            <a:fillRect/>
          </a:stretch>
        </p:blipFill>
        <p:spPr>
          <a:xfrm>
            <a:off x="38606" y="1635365"/>
            <a:ext cx="5955135" cy="4448083"/>
          </a:xfrm>
          <a:prstGeom prst="rect">
            <a:avLst/>
          </a:prstGeom>
        </p:spPr>
      </p:pic>
    </p:spTree>
    <p:extLst>
      <p:ext uri="{BB962C8B-B14F-4D97-AF65-F5344CB8AC3E}">
        <p14:creationId xmlns:p14="http://schemas.microsoft.com/office/powerpoint/2010/main" val="7664830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58B8-EE8E-4D18-3C67-E750A078BDA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74C347D-403C-DD5D-EFE7-BA193B6DACE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E75A749C-E728-F807-5BFB-06790F8C7FC8}"/>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EF4EB807-E608-65C9-8949-FA583D014580}"/>
              </a:ext>
            </a:extLst>
          </p:cNvPr>
          <p:cNvSpPr>
            <a:spLocks noGrp="1"/>
          </p:cNvSpPr>
          <p:nvPr>
            <p:ph type="sldNum" sz="quarter" idx="12"/>
          </p:nvPr>
        </p:nvSpPr>
        <p:spPr/>
        <p:txBody>
          <a:bodyPr/>
          <a:lstStyle/>
          <a:p>
            <a:fld id="{5D474BC6-09C9-4ED8-ADF6-087D6F25D5BC}" type="slidenum">
              <a:rPr lang="en-US" smtClean="0"/>
              <a:t>77</a:t>
            </a:fld>
            <a:endParaRPr lang="en-US"/>
          </a:p>
        </p:txBody>
      </p:sp>
      <p:sp>
        <p:nvSpPr>
          <p:cNvPr id="9" name="TextBox 8">
            <a:extLst>
              <a:ext uri="{FF2B5EF4-FFF2-40B4-BE49-F238E27FC236}">
                <a16:creationId xmlns:a16="http://schemas.microsoft.com/office/drawing/2014/main" id="{081E90D3-C0F1-CA11-408B-CA6CA9BCC9DD}"/>
              </a:ext>
            </a:extLst>
          </p:cNvPr>
          <p:cNvSpPr txBox="1"/>
          <p:nvPr/>
        </p:nvSpPr>
        <p:spPr>
          <a:xfrm>
            <a:off x="685800" y="448056"/>
            <a:ext cx="10177272" cy="646331"/>
          </a:xfrm>
          <a:prstGeom prst="rect">
            <a:avLst/>
          </a:prstGeom>
          <a:noFill/>
        </p:spPr>
        <p:txBody>
          <a:bodyPr wrap="square" rtlCol="0">
            <a:spAutoFit/>
          </a:bodyPr>
          <a:lstStyle/>
          <a:p>
            <a:r>
              <a:rPr lang="en-US" b="1" dirty="0"/>
              <a:t>For n = 90 coils (including 5 side coils ID 50 cm each side), d ~ 55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DF2D97-6185-45AE-D5CA-73884A463557}"/>
                  </a:ext>
                </a:extLst>
              </p:cNvPr>
              <p:cNvSpPr txBox="1"/>
              <p:nvPr/>
            </p:nvSpPr>
            <p:spPr>
              <a:xfrm>
                <a:off x="2209800" y="1041711"/>
                <a:ext cx="14264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3DDF2D97-6185-45AE-D5CA-73884A463557}"/>
                  </a:ext>
                </a:extLst>
              </p:cNvPr>
              <p:cNvSpPr txBox="1">
                <a:spLocks noRot="1" noChangeAspect="1" noMove="1" noResize="1" noEditPoints="1" noAdjustHandles="1" noChangeArrowheads="1" noChangeShapeType="1" noTextEdit="1"/>
              </p:cNvSpPr>
              <p:nvPr/>
            </p:nvSpPr>
            <p:spPr>
              <a:xfrm>
                <a:off x="2209800" y="1041711"/>
                <a:ext cx="1426464"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510C11C-45F0-88AC-E687-8379A06DBE01}"/>
                  </a:ext>
                </a:extLst>
              </p:cNvPr>
              <p:cNvSpPr txBox="1"/>
              <p:nvPr/>
            </p:nvSpPr>
            <p:spPr>
              <a:xfrm>
                <a:off x="3890772" y="1087877"/>
                <a:ext cx="7328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=30</m:t>
                      </m:r>
                    </m:oMath>
                  </m:oMathPara>
                </a14:m>
                <a:endParaRPr lang="en-US" dirty="0"/>
              </a:p>
            </p:txBody>
          </p:sp>
        </mc:Choice>
        <mc:Fallback xmlns="">
          <p:sp>
            <p:nvSpPr>
              <p:cNvPr id="3" name="TextBox 2">
                <a:extLst>
                  <a:ext uri="{FF2B5EF4-FFF2-40B4-BE49-F238E27FC236}">
                    <a16:creationId xmlns:a16="http://schemas.microsoft.com/office/drawing/2014/main" id="{A510C11C-45F0-88AC-E687-8379A06DBE01}"/>
                  </a:ext>
                </a:extLst>
              </p:cNvPr>
              <p:cNvSpPr txBox="1">
                <a:spLocks noRot="1" noChangeAspect="1" noMove="1" noResize="1" noEditPoints="1" noAdjustHandles="1" noChangeArrowheads="1" noChangeShapeType="1" noTextEdit="1"/>
              </p:cNvSpPr>
              <p:nvPr/>
            </p:nvSpPr>
            <p:spPr>
              <a:xfrm>
                <a:off x="3890772" y="1087877"/>
                <a:ext cx="732893" cy="276999"/>
              </a:xfrm>
              <a:prstGeom prst="rect">
                <a:avLst/>
              </a:prstGeom>
              <a:blipFill>
                <a:blip r:embed="rId3"/>
                <a:stretch>
                  <a:fillRect l="-8333" r="-833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4645D1E-B037-0D80-6F4A-A4D2473FEA92}"/>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10" name="Picture 9">
            <a:extLst>
              <a:ext uri="{FF2B5EF4-FFF2-40B4-BE49-F238E27FC236}">
                <a16:creationId xmlns:a16="http://schemas.microsoft.com/office/drawing/2014/main" id="{013178E2-AEDE-FE89-E762-FF93DB68E62D}"/>
              </a:ext>
            </a:extLst>
          </p:cNvPr>
          <p:cNvPicPr>
            <a:picLocks noChangeAspect="1"/>
          </p:cNvPicPr>
          <p:nvPr/>
        </p:nvPicPr>
        <p:blipFill>
          <a:blip r:embed="rId4"/>
          <a:stretch>
            <a:fillRect/>
          </a:stretch>
        </p:blipFill>
        <p:spPr>
          <a:xfrm>
            <a:off x="161442" y="1491828"/>
            <a:ext cx="5832299" cy="4608237"/>
          </a:xfrm>
          <a:prstGeom prst="rect">
            <a:avLst/>
          </a:prstGeom>
        </p:spPr>
      </p:pic>
      <p:pic>
        <p:nvPicPr>
          <p:cNvPr id="12" name="Picture 11">
            <a:extLst>
              <a:ext uri="{FF2B5EF4-FFF2-40B4-BE49-F238E27FC236}">
                <a16:creationId xmlns:a16="http://schemas.microsoft.com/office/drawing/2014/main" id="{6CDE336E-2155-4A46-3D26-C9F5A7FE5DED}"/>
              </a:ext>
            </a:extLst>
          </p:cNvPr>
          <p:cNvPicPr>
            <a:picLocks noChangeAspect="1"/>
          </p:cNvPicPr>
          <p:nvPr/>
        </p:nvPicPr>
        <p:blipFill>
          <a:blip r:embed="rId5"/>
          <a:stretch>
            <a:fillRect/>
          </a:stretch>
        </p:blipFill>
        <p:spPr>
          <a:xfrm>
            <a:off x="6096000" y="1396937"/>
            <a:ext cx="5532470" cy="4418906"/>
          </a:xfrm>
          <a:prstGeom prst="rect">
            <a:avLst/>
          </a:prstGeom>
        </p:spPr>
      </p:pic>
      <p:sp>
        <p:nvSpPr>
          <p:cNvPr id="14" name="TextBox 13">
            <a:extLst>
              <a:ext uri="{FF2B5EF4-FFF2-40B4-BE49-F238E27FC236}">
                <a16:creationId xmlns:a16="http://schemas.microsoft.com/office/drawing/2014/main" id="{1360DB89-D071-380E-E724-6F0BBF2CBC0C}"/>
              </a:ext>
            </a:extLst>
          </p:cNvPr>
          <p:cNvSpPr txBox="1"/>
          <p:nvPr/>
        </p:nvSpPr>
        <p:spPr>
          <a:xfrm>
            <a:off x="7763256" y="5987018"/>
            <a:ext cx="3246120" cy="369332"/>
          </a:xfrm>
          <a:prstGeom prst="rect">
            <a:avLst/>
          </a:prstGeom>
          <a:noFill/>
        </p:spPr>
        <p:txBody>
          <a:bodyPr wrap="square" rtlCol="0">
            <a:spAutoFit/>
          </a:bodyPr>
          <a:lstStyle/>
          <a:p>
            <a:r>
              <a:rPr lang="en-US" dirty="0"/>
              <a:t>Worst ppm = 8.9 for z = 1.75</a:t>
            </a:r>
          </a:p>
        </p:txBody>
      </p:sp>
    </p:spTree>
    <p:extLst>
      <p:ext uri="{BB962C8B-B14F-4D97-AF65-F5344CB8AC3E}">
        <p14:creationId xmlns:p14="http://schemas.microsoft.com/office/powerpoint/2010/main" val="3893411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1EC70-EA55-DEA7-AF15-04ABB9C55E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358F22F-A5C4-4318-DD59-3F64B06FC2C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0143C49-CAD0-33A9-AB59-70D7D2A81F3A}"/>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1C5BD4F3-3666-C479-7D1B-3271C4074182}"/>
              </a:ext>
            </a:extLst>
          </p:cNvPr>
          <p:cNvSpPr>
            <a:spLocks noGrp="1"/>
          </p:cNvSpPr>
          <p:nvPr>
            <p:ph type="sldNum" sz="quarter" idx="12"/>
          </p:nvPr>
        </p:nvSpPr>
        <p:spPr/>
        <p:txBody>
          <a:bodyPr/>
          <a:lstStyle/>
          <a:p>
            <a:fld id="{5D474BC6-09C9-4ED8-ADF6-087D6F25D5BC}" type="slidenum">
              <a:rPr lang="en-US" smtClean="0"/>
              <a:t>78</a:t>
            </a:fld>
            <a:endParaRPr lang="en-US"/>
          </a:p>
        </p:txBody>
      </p:sp>
      <p:sp>
        <p:nvSpPr>
          <p:cNvPr id="9" name="TextBox 8">
            <a:extLst>
              <a:ext uri="{FF2B5EF4-FFF2-40B4-BE49-F238E27FC236}">
                <a16:creationId xmlns:a16="http://schemas.microsoft.com/office/drawing/2014/main" id="{F2926AA4-9AF6-8E83-6807-B87986C359C1}"/>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504A6D6-86CF-C13B-E685-756F9EEC8635}"/>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B504A6D6-86CF-C13B-E685-756F9EEC8635}"/>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0C48E0D-E2D3-7096-F80F-1256ACBAAA81}"/>
                  </a:ext>
                </a:extLst>
              </p:cNvPr>
              <p:cNvSpPr txBox="1"/>
              <p:nvPr/>
            </p:nvSpPr>
            <p:spPr>
              <a:xfrm>
                <a:off x="3890772" y="1087877"/>
                <a:ext cx="7328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=30</m:t>
                      </m:r>
                    </m:oMath>
                  </m:oMathPara>
                </a14:m>
                <a:endParaRPr lang="en-US" dirty="0"/>
              </a:p>
            </p:txBody>
          </p:sp>
        </mc:Choice>
        <mc:Fallback xmlns="">
          <p:sp>
            <p:nvSpPr>
              <p:cNvPr id="3" name="TextBox 2">
                <a:extLst>
                  <a:ext uri="{FF2B5EF4-FFF2-40B4-BE49-F238E27FC236}">
                    <a16:creationId xmlns:a16="http://schemas.microsoft.com/office/drawing/2014/main" id="{80C48E0D-E2D3-7096-F80F-1256ACBAAA81}"/>
                  </a:ext>
                </a:extLst>
              </p:cNvPr>
              <p:cNvSpPr txBox="1">
                <a:spLocks noRot="1" noChangeAspect="1" noMove="1" noResize="1" noEditPoints="1" noAdjustHandles="1" noChangeArrowheads="1" noChangeShapeType="1" noTextEdit="1"/>
              </p:cNvSpPr>
              <p:nvPr/>
            </p:nvSpPr>
            <p:spPr>
              <a:xfrm>
                <a:off x="3890772" y="1087877"/>
                <a:ext cx="732893" cy="276999"/>
              </a:xfrm>
              <a:prstGeom prst="rect">
                <a:avLst/>
              </a:prstGeom>
              <a:blipFill>
                <a:blip r:embed="rId3"/>
                <a:stretch>
                  <a:fillRect l="-8333" r="-833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F14A265-F29B-DE87-2945-85CEBC3FD9C9}"/>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434BACC2-97F8-66D1-234F-6FBBFC2AD102}"/>
              </a:ext>
            </a:extLst>
          </p:cNvPr>
          <p:cNvSpPr txBox="1"/>
          <p:nvPr/>
        </p:nvSpPr>
        <p:spPr>
          <a:xfrm>
            <a:off x="7763256" y="5987018"/>
            <a:ext cx="3246120" cy="369332"/>
          </a:xfrm>
          <a:prstGeom prst="rect">
            <a:avLst/>
          </a:prstGeom>
          <a:noFill/>
        </p:spPr>
        <p:txBody>
          <a:bodyPr wrap="square" rtlCol="0">
            <a:spAutoFit/>
          </a:bodyPr>
          <a:lstStyle/>
          <a:p>
            <a:r>
              <a:rPr lang="en-US" dirty="0"/>
              <a:t>Worst ppm = 9.2 for z = 1.75</a:t>
            </a:r>
          </a:p>
        </p:txBody>
      </p:sp>
      <p:pic>
        <p:nvPicPr>
          <p:cNvPr id="8" name="Picture 7">
            <a:extLst>
              <a:ext uri="{FF2B5EF4-FFF2-40B4-BE49-F238E27FC236}">
                <a16:creationId xmlns:a16="http://schemas.microsoft.com/office/drawing/2014/main" id="{91E6E61F-2B05-13C0-C498-B96E53AA47FD}"/>
              </a:ext>
            </a:extLst>
          </p:cNvPr>
          <p:cNvPicPr>
            <a:picLocks noChangeAspect="1"/>
          </p:cNvPicPr>
          <p:nvPr/>
        </p:nvPicPr>
        <p:blipFill>
          <a:blip r:embed="rId4"/>
          <a:stretch>
            <a:fillRect/>
          </a:stretch>
        </p:blipFill>
        <p:spPr>
          <a:xfrm>
            <a:off x="259081" y="1651718"/>
            <a:ext cx="5355896" cy="4147301"/>
          </a:xfrm>
          <a:prstGeom prst="rect">
            <a:avLst/>
          </a:prstGeom>
        </p:spPr>
      </p:pic>
      <p:pic>
        <p:nvPicPr>
          <p:cNvPr id="13" name="Picture 12">
            <a:extLst>
              <a:ext uri="{FF2B5EF4-FFF2-40B4-BE49-F238E27FC236}">
                <a16:creationId xmlns:a16="http://schemas.microsoft.com/office/drawing/2014/main" id="{CB8AADB3-3461-8B3F-C29E-C9AB7AEDC9A2}"/>
              </a:ext>
            </a:extLst>
          </p:cNvPr>
          <p:cNvPicPr>
            <a:picLocks noChangeAspect="1"/>
          </p:cNvPicPr>
          <p:nvPr/>
        </p:nvPicPr>
        <p:blipFill>
          <a:blip r:embed="rId5"/>
          <a:stretch>
            <a:fillRect/>
          </a:stretch>
        </p:blipFill>
        <p:spPr>
          <a:xfrm>
            <a:off x="5702808" y="1547904"/>
            <a:ext cx="5496341" cy="4354928"/>
          </a:xfrm>
          <a:prstGeom prst="rect">
            <a:avLst/>
          </a:prstGeom>
        </p:spPr>
      </p:pic>
    </p:spTree>
    <p:extLst>
      <p:ext uri="{BB962C8B-B14F-4D97-AF65-F5344CB8AC3E}">
        <p14:creationId xmlns:p14="http://schemas.microsoft.com/office/powerpoint/2010/main" val="23363707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5E4B1-637E-8E9E-EF83-C6218D146C5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C00C580-7F05-5D58-B129-15D4F999521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3A72AB40-B254-A1B7-58DB-4CEA19BAA13C}"/>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8365EB1D-8AA5-443F-5F4B-DEA28CFBE21C}"/>
              </a:ext>
            </a:extLst>
          </p:cNvPr>
          <p:cNvSpPr>
            <a:spLocks noGrp="1"/>
          </p:cNvSpPr>
          <p:nvPr>
            <p:ph type="sldNum" sz="quarter" idx="12"/>
          </p:nvPr>
        </p:nvSpPr>
        <p:spPr/>
        <p:txBody>
          <a:bodyPr/>
          <a:lstStyle/>
          <a:p>
            <a:fld id="{5D474BC6-09C9-4ED8-ADF6-087D6F25D5BC}" type="slidenum">
              <a:rPr lang="en-US" smtClean="0"/>
              <a:t>79</a:t>
            </a:fld>
            <a:endParaRPr lang="en-US"/>
          </a:p>
        </p:txBody>
      </p:sp>
      <p:sp>
        <p:nvSpPr>
          <p:cNvPr id="9" name="TextBox 8">
            <a:extLst>
              <a:ext uri="{FF2B5EF4-FFF2-40B4-BE49-F238E27FC236}">
                <a16:creationId xmlns:a16="http://schemas.microsoft.com/office/drawing/2014/main" id="{4D4C3DCA-7A16-BA46-BF17-58BD9C1D095E}"/>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8C41E50-C9C7-BE49-1B3C-6FABE03E8D88}"/>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98C41E50-C9C7-BE49-1B3C-6FABE03E8D88}"/>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DAFC1CA-4611-11D4-AB48-F73548871654}"/>
                  </a:ext>
                </a:extLst>
              </p:cNvPr>
              <p:cNvSpPr txBox="1"/>
              <p:nvPr/>
            </p:nvSpPr>
            <p:spPr>
              <a:xfrm>
                <a:off x="3890772" y="1087877"/>
                <a:ext cx="60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=5</m:t>
                      </m:r>
                    </m:oMath>
                  </m:oMathPara>
                </a14:m>
                <a:endParaRPr lang="en-US" dirty="0"/>
              </a:p>
            </p:txBody>
          </p:sp>
        </mc:Choice>
        <mc:Fallback xmlns="">
          <p:sp>
            <p:nvSpPr>
              <p:cNvPr id="3" name="TextBox 2">
                <a:extLst>
                  <a:ext uri="{FF2B5EF4-FFF2-40B4-BE49-F238E27FC236}">
                    <a16:creationId xmlns:a16="http://schemas.microsoft.com/office/drawing/2014/main" id="{0DAFC1CA-4611-11D4-AB48-F73548871654}"/>
                  </a:ext>
                </a:extLst>
              </p:cNvPr>
              <p:cNvSpPr txBox="1">
                <a:spLocks noRot="1" noChangeAspect="1" noMove="1" noResize="1" noEditPoints="1" noAdjustHandles="1" noChangeArrowheads="1" noChangeShapeType="1" noTextEdit="1"/>
              </p:cNvSpPr>
              <p:nvPr/>
            </p:nvSpPr>
            <p:spPr>
              <a:xfrm>
                <a:off x="3890772" y="1087877"/>
                <a:ext cx="604653" cy="276999"/>
              </a:xfrm>
              <a:prstGeom prst="rect">
                <a:avLst/>
              </a:prstGeom>
              <a:blipFill>
                <a:blip r:embed="rId3"/>
                <a:stretch>
                  <a:fillRect l="-10101" r="-10101"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8CC2C4E-DC52-B1DB-7520-9A028083AA63}"/>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0A4F8D97-12AF-0A2E-FCF0-C07B4E175365}"/>
              </a:ext>
            </a:extLst>
          </p:cNvPr>
          <p:cNvSpPr txBox="1"/>
          <p:nvPr/>
        </p:nvSpPr>
        <p:spPr>
          <a:xfrm>
            <a:off x="7763256" y="5987018"/>
            <a:ext cx="3246120" cy="369332"/>
          </a:xfrm>
          <a:prstGeom prst="rect">
            <a:avLst/>
          </a:prstGeom>
          <a:noFill/>
        </p:spPr>
        <p:txBody>
          <a:bodyPr wrap="square" rtlCol="0">
            <a:spAutoFit/>
          </a:bodyPr>
          <a:lstStyle/>
          <a:p>
            <a:r>
              <a:rPr lang="en-US" dirty="0"/>
              <a:t>Worst ppm = 3.5 for z = 1.75</a:t>
            </a:r>
          </a:p>
        </p:txBody>
      </p:sp>
      <p:pic>
        <p:nvPicPr>
          <p:cNvPr id="10" name="Picture 9">
            <a:extLst>
              <a:ext uri="{FF2B5EF4-FFF2-40B4-BE49-F238E27FC236}">
                <a16:creationId xmlns:a16="http://schemas.microsoft.com/office/drawing/2014/main" id="{AD4229EC-6625-E29C-AD9B-059E343C0A5D}"/>
              </a:ext>
            </a:extLst>
          </p:cNvPr>
          <p:cNvPicPr>
            <a:picLocks noChangeAspect="1"/>
          </p:cNvPicPr>
          <p:nvPr/>
        </p:nvPicPr>
        <p:blipFill>
          <a:blip r:embed="rId4"/>
          <a:srcRect l="2563" b="2114"/>
          <a:stretch>
            <a:fillRect/>
          </a:stretch>
        </p:blipFill>
        <p:spPr>
          <a:xfrm>
            <a:off x="79248" y="1437604"/>
            <a:ext cx="5821680" cy="4575529"/>
          </a:xfrm>
          <a:prstGeom prst="rect">
            <a:avLst/>
          </a:prstGeom>
        </p:spPr>
      </p:pic>
      <p:pic>
        <p:nvPicPr>
          <p:cNvPr id="12" name="Picture 11">
            <a:extLst>
              <a:ext uri="{FF2B5EF4-FFF2-40B4-BE49-F238E27FC236}">
                <a16:creationId xmlns:a16="http://schemas.microsoft.com/office/drawing/2014/main" id="{C7B4C069-1410-00DC-E106-FAC2AECF03FF}"/>
              </a:ext>
            </a:extLst>
          </p:cNvPr>
          <p:cNvPicPr>
            <a:picLocks noChangeAspect="1"/>
          </p:cNvPicPr>
          <p:nvPr/>
        </p:nvPicPr>
        <p:blipFill>
          <a:blip r:embed="rId5"/>
          <a:srcRect b="1932"/>
          <a:stretch>
            <a:fillRect/>
          </a:stretch>
        </p:blipFill>
        <p:spPr>
          <a:xfrm>
            <a:off x="5900928" y="1653508"/>
            <a:ext cx="5417093" cy="4162335"/>
          </a:xfrm>
          <a:prstGeom prst="rect">
            <a:avLst/>
          </a:prstGeom>
        </p:spPr>
      </p:pic>
    </p:spTree>
    <p:extLst>
      <p:ext uri="{BB962C8B-B14F-4D97-AF65-F5344CB8AC3E}">
        <p14:creationId xmlns:p14="http://schemas.microsoft.com/office/powerpoint/2010/main" val="4640282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C0B64-0AE8-DE10-71BA-8210768266D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648053C-1C05-3056-B6CA-77BAB7814AF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C5ACFDAE-9BA3-1800-7428-654924ED8DBC}"/>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E02B3F86-8DDE-2353-A462-561005A120B9}"/>
              </a:ext>
            </a:extLst>
          </p:cNvPr>
          <p:cNvSpPr>
            <a:spLocks noGrp="1"/>
          </p:cNvSpPr>
          <p:nvPr>
            <p:ph type="sldNum" sz="quarter" idx="12"/>
          </p:nvPr>
        </p:nvSpPr>
        <p:spPr/>
        <p:txBody>
          <a:bodyPr/>
          <a:lstStyle/>
          <a:p>
            <a:fld id="{5D474BC6-09C9-4ED8-ADF6-087D6F25D5BC}" type="slidenum">
              <a:rPr lang="en-US" smtClean="0"/>
              <a:t>80</a:t>
            </a:fld>
            <a:endParaRPr lang="en-US"/>
          </a:p>
        </p:txBody>
      </p:sp>
      <p:sp>
        <p:nvSpPr>
          <p:cNvPr id="9" name="TextBox 8">
            <a:extLst>
              <a:ext uri="{FF2B5EF4-FFF2-40B4-BE49-F238E27FC236}">
                <a16:creationId xmlns:a16="http://schemas.microsoft.com/office/drawing/2014/main" id="{3C5A0194-C9DF-28BD-2A47-AEEEA4C5D5EC}"/>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4FACEDE-147B-AD3D-7AE4-74E7C816F343}"/>
                  </a:ext>
                </a:extLst>
              </p:cNvPr>
              <p:cNvSpPr txBox="1"/>
              <p:nvPr/>
            </p:nvSpPr>
            <p:spPr>
              <a:xfrm>
                <a:off x="1843278" y="102929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84FACEDE-147B-AD3D-7AE4-74E7C816F343}"/>
                  </a:ext>
                </a:extLst>
              </p:cNvPr>
              <p:cNvSpPr txBox="1">
                <a:spLocks noRot="1" noChangeAspect="1" noMove="1" noResize="1" noEditPoints="1" noAdjustHandles="1" noChangeArrowheads="1" noChangeShapeType="1" noTextEdit="1"/>
              </p:cNvSpPr>
              <p:nvPr/>
            </p:nvSpPr>
            <p:spPr>
              <a:xfrm>
                <a:off x="1843278" y="102929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E7F8553-F579-A739-231E-98FC7832DBE2}"/>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BE7F8553-F579-A739-231E-98FC7832DBE2}"/>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136DC8F-074A-AB2B-1411-E8E78D1C8349}"/>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6C55667D-113E-C1A8-959C-9976E6FB6CAC}"/>
              </a:ext>
            </a:extLst>
          </p:cNvPr>
          <p:cNvSpPr txBox="1"/>
          <p:nvPr/>
        </p:nvSpPr>
        <p:spPr>
          <a:xfrm>
            <a:off x="6364224" y="6086778"/>
            <a:ext cx="4498848" cy="646331"/>
          </a:xfrm>
          <a:prstGeom prst="rect">
            <a:avLst/>
          </a:prstGeom>
          <a:noFill/>
        </p:spPr>
        <p:txBody>
          <a:bodyPr wrap="square" rtlCol="0">
            <a:spAutoFit/>
          </a:bodyPr>
          <a:lstStyle/>
          <a:p>
            <a:r>
              <a:rPr lang="en-US" dirty="0"/>
              <a:t>Worst ppm = 1.077 for z = 1.75, and 0.095 for z = 1.50</a:t>
            </a:r>
          </a:p>
        </p:txBody>
      </p:sp>
      <p:pic>
        <p:nvPicPr>
          <p:cNvPr id="8" name="Picture 7">
            <a:extLst>
              <a:ext uri="{FF2B5EF4-FFF2-40B4-BE49-F238E27FC236}">
                <a16:creationId xmlns:a16="http://schemas.microsoft.com/office/drawing/2014/main" id="{1382FEB0-885C-3C8F-0174-AFA8C7EB6CA9}"/>
              </a:ext>
            </a:extLst>
          </p:cNvPr>
          <p:cNvPicPr>
            <a:picLocks noChangeAspect="1"/>
          </p:cNvPicPr>
          <p:nvPr/>
        </p:nvPicPr>
        <p:blipFill>
          <a:blip r:embed="rId4"/>
          <a:stretch>
            <a:fillRect/>
          </a:stretch>
        </p:blipFill>
        <p:spPr>
          <a:xfrm>
            <a:off x="52471" y="1650183"/>
            <a:ext cx="5848457" cy="4513193"/>
          </a:xfrm>
          <a:prstGeom prst="rect">
            <a:avLst/>
          </a:prstGeom>
        </p:spPr>
      </p:pic>
      <p:pic>
        <p:nvPicPr>
          <p:cNvPr id="13" name="Picture 12">
            <a:extLst>
              <a:ext uri="{FF2B5EF4-FFF2-40B4-BE49-F238E27FC236}">
                <a16:creationId xmlns:a16="http://schemas.microsoft.com/office/drawing/2014/main" id="{74FF6963-E498-2851-07FD-891B506E5296}"/>
              </a:ext>
            </a:extLst>
          </p:cNvPr>
          <p:cNvPicPr>
            <a:picLocks noChangeAspect="1"/>
          </p:cNvPicPr>
          <p:nvPr/>
        </p:nvPicPr>
        <p:blipFill>
          <a:blip r:embed="rId5"/>
          <a:srcRect l="1359"/>
          <a:stretch>
            <a:fillRect/>
          </a:stretch>
        </p:blipFill>
        <p:spPr>
          <a:xfrm>
            <a:off x="5900928" y="1509877"/>
            <a:ext cx="5980177" cy="4653499"/>
          </a:xfrm>
          <a:prstGeom prst="rect">
            <a:avLst/>
          </a:prstGeom>
        </p:spPr>
      </p:pic>
    </p:spTree>
    <p:extLst>
      <p:ext uri="{BB962C8B-B14F-4D97-AF65-F5344CB8AC3E}">
        <p14:creationId xmlns:p14="http://schemas.microsoft.com/office/powerpoint/2010/main" val="33903074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786E8-A685-D991-21D7-37DA4C59D36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1D09A2F-F5B6-345E-FD27-6FA6429BD22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801203D-CDB9-50D4-0F4C-03C2C70E410E}"/>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38825A36-CD65-2FB0-325A-AA34E85B49F5}"/>
              </a:ext>
            </a:extLst>
          </p:cNvPr>
          <p:cNvSpPr>
            <a:spLocks noGrp="1"/>
          </p:cNvSpPr>
          <p:nvPr>
            <p:ph type="sldNum" sz="quarter" idx="12"/>
          </p:nvPr>
        </p:nvSpPr>
        <p:spPr/>
        <p:txBody>
          <a:bodyPr/>
          <a:lstStyle/>
          <a:p>
            <a:fld id="{5D474BC6-09C9-4ED8-ADF6-087D6F25D5BC}" type="slidenum">
              <a:rPr lang="en-US" smtClean="0"/>
              <a:t>81</a:t>
            </a:fld>
            <a:endParaRPr lang="en-US"/>
          </a:p>
        </p:txBody>
      </p:sp>
      <p:sp>
        <p:nvSpPr>
          <p:cNvPr id="9" name="TextBox 8">
            <a:extLst>
              <a:ext uri="{FF2B5EF4-FFF2-40B4-BE49-F238E27FC236}">
                <a16:creationId xmlns:a16="http://schemas.microsoft.com/office/drawing/2014/main" id="{2DAD4ADF-75B3-F9CE-3F77-CB072ADF8314}"/>
              </a:ext>
            </a:extLst>
          </p:cNvPr>
          <p:cNvSpPr txBox="1"/>
          <p:nvPr/>
        </p:nvSpPr>
        <p:spPr>
          <a:xfrm>
            <a:off x="685800" y="448056"/>
            <a:ext cx="10177272" cy="646331"/>
          </a:xfrm>
          <a:prstGeom prst="rect">
            <a:avLst/>
          </a:prstGeom>
          <a:noFill/>
        </p:spPr>
        <p:txBody>
          <a:bodyPr wrap="square" rtlCol="0">
            <a:spAutoFit/>
          </a:bodyPr>
          <a:lstStyle/>
          <a:p>
            <a:r>
              <a:rPr lang="en-US" b="1" dirty="0"/>
              <a:t>For n = 54 coils (including 6 side coils ID 50 cm each side), d ~ 92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93C5F23-4E45-1F3B-3A43-ED4AFAE8DDB3}"/>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293C5F23-4E45-1F3B-3A43-ED4AFAE8DDB3}"/>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E4C9166-1B9B-83CD-827B-39E19508CB69}"/>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DE4C9166-1B9B-83CD-827B-39E19508CB69}"/>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248DABB-A2BF-0BE1-7F79-1BCE649233D8}"/>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4873E99B-B56B-C5CC-AB83-891AB1F215A1}"/>
              </a:ext>
            </a:extLst>
          </p:cNvPr>
          <p:cNvSpPr txBox="1"/>
          <p:nvPr/>
        </p:nvSpPr>
        <p:spPr>
          <a:xfrm>
            <a:off x="6364224" y="6086778"/>
            <a:ext cx="4498848" cy="646331"/>
          </a:xfrm>
          <a:prstGeom prst="rect">
            <a:avLst/>
          </a:prstGeom>
          <a:noFill/>
        </p:spPr>
        <p:txBody>
          <a:bodyPr wrap="square" rtlCol="0">
            <a:spAutoFit/>
          </a:bodyPr>
          <a:lstStyle/>
          <a:p>
            <a:r>
              <a:rPr lang="en-US" dirty="0"/>
              <a:t>Worst ppm = 1.027 for z = 1.75, and 0.019 for z = 1.56</a:t>
            </a:r>
          </a:p>
        </p:txBody>
      </p:sp>
      <p:pic>
        <p:nvPicPr>
          <p:cNvPr id="10" name="Picture 9">
            <a:extLst>
              <a:ext uri="{FF2B5EF4-FFF2-40B4-BE49-F238E27FC236}">
                <a16:creationId xmlns:a16="http://schemas.microsoft.com/office/drawing/2014/main" id="{9A9FBCD5-B872-4D32-9784-CE2888CDA16E}"/>
              </a:ext>
            </a:extLst>
          </p:cNvPr>
          <p:cNvPicPr>
            <a:picLocks noChangeAspect="1"/>
          </p:cNvPicPr>
          <p:nvPr/>
        </p:nvPicPr>
        <p:blipFill>
          <a:blip r:embed="rId4"/>
          <a:stretch>
            <a:fillRect/>
          </a:stretch>
        </p:blipFill>
        <p:spPr>
          <a:xfrm>
            <a:off x="5900928" y="1765088"/>
            <a:ext cx="5531792" cy="4225203"/>
          </a:xfrm>
          <a:prstGeom prst="rect">
            <a:avLst/>
          </a:prstGeom>
        </p:spPr>
      </p:pic>
      <p:pic>
        <p:nvPicPr>
          <p:cNvPr id="16" name="Picture 15">
            <a:extLst>
              <a:ext uri="{FF2B5EF4-FFF2-40B4-BE49-F238E27FC236}">
                <a16:creationId xmlns:a16="http://schemas.microsoft.com/office/drawing/2014/main" id="{12E6F4F8-CF87-8209-3000-678EC91641ED}"/>
              </a:ext>
            </a:extLst>
          </p:cNvPr>
          <p:cNvPicPr>
            <a:picLocks noChangeAspect="1"/>
          </p:cNvPicPr>
          <p:nvPr/>
        </p:nvPicPr>
        <p:blipFill>
          <a:blip r:embed="rId5"/>
          <a:srcRect t="8267"/>
          <a:stretch>
            <a:fillRect/>
          </a:stretch>
        </p:blipFill>
        <p:spPr>
          <a:xfrm>
            <a:off x="0" y="1730935"/>
            <a:ext cx="6211167" cy="4474225"/>
          </a:xfrm>
          <a:prstGeom prst="rect">
            <a:avLst/>
          </a:prstGeom>
        </p:spPr>
      </p:pic>
    </p:spTree>
    <p:extLst>
      <p:ext uri="{BB962C8B-B14F-4D97-AF65-F5344CB8AC3E}">
        <p14:creationId xmlns:p14="http://schemas.microsoft.com/office/powerpoint/2010/main" val="19580932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027A63F-DA28-41F0-1E16-24A160B97F5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73E4B8E-FDD9-257A-299C-E59393B6C711}"/>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F1254C67-01E5-333A-952D-63D9AC73D99C}"/>
              </a:ext>
            </a:extLst>
          </p:cNvPr>
          <p:cNvSpPr>
            <a:spLocks noGrp="1"/>
          </p:cNvSpPr>
          <p:nvPr>
            <p:ph type="sldNum" sz="quarter" idx="12"/>
          </p:nvPr>
        </p:nvSpPr>
        <p:spPr/>
        <p:txBody>
          <a:bodyPr/>
          <a:lstStyle/>
          <a:p>
            <a:fld id="{5D474BC6-09C9-4ED8-ADF6-087D6F25D5BC}" type="slidenum">
              <a:rPr lang="en-US" smtClean="0"/>
              <a:t>82</a:t>
            </a:fld>
            <a:endParaRPr lang="en-US"/>
          </a:p>
        </p:txBody>
      </p:sp>
      <p:sp>
        <p:nvSpPr>
          <p:cNvPr id="7" name="TextBox 6">
            <a:extLst>
              <a:ext uri="{FF2B5EF4-FFF2-40B4-BE49-F238E27FC236}">
                <a16:creationId xmlns:a16="http://schemas.microsoft.com/office/drawing/2014/main" id="{1E68BE24-361B-3807-6702-F146484E4911}"/>
              </a:ext>
            </a:extLst>
          </p:cNvPr>
          <p:cNvSpPr txBox="1"/>
          <p:nvPr/>
        </p:nvSpPr>
        <p:spPr>
          <a:xfrm>
            <a:off x="1005840" y="1362456"/>
            <a:ext cx="9820656" cy="3693319"/>
          </a:xfrm>
          <a:prstGeom prst="rect">
            <a:avLst/>
          </a:prstGeom>
          <a:noFill/>
        </p:spPr>
        <p:txBody>
          <a:bodyPr wrap="square" rtlCol="0">
            <a:spAutoFit/>
          </a:bodyPr>
          <a:lstStyle/>
          <a:p>
            <a:r>
              <a:rPr lang="en-US" dirty="0"/>
              <a:t>Observations</a:t>
            </a:r>
          </a:p>
          <a:p>
            <a:endParaRPr lang="en-US" dirty="0"/>
          </a:p>
          <a:p>
            <a:pPr marL="342900" indent="-342900">
              <a:buAutoNum type="arabicPeriod"/>
            </a:pPr>
            <a:r>
              <a:rPr lang="en-US" dirty="0"/>
              <a:t>Decreasing number of coils seem to improve the results</a:t>
            </a:r>
          </a:p>
          <a:p>
            <a:pPr marL="342900" indent="-342900">
              <a:buAutoNum type="arabicPeriod"/>
            </a:pPr>
            <a:endParaRPr lang="en-US" dirty="0"/>
          </a:p>
          <a:p>
            <a:pPr marL="342900" indent="-342900">
              <a:buAutoNum type="arabicPeriod"/>
            </a:pPr>
            <a:r>
              <a:rPr lang="en-US" dirty="0"/>
              <a:t>Significant improvement is seen when endcaps coils are added</a:t>
            </a:r>
          </a:p>
          <a:p>
            <a:pPr marL="342900" indent="-342900">
              <a:buAutoNum type="arabicPeriod"/>
            </a:pPr>
            <a:endParaRPr lang="en-US" dirty="0"/>
          </a:p>
          <a:p>
            <a:pPr marL="342900" indent="-342900">
              <a:buAutoNum type="arabicPeriod"/>
            </a:pPr>
            <a:r>
              <a:rPr lang="en-US" dirty="0"/>
              <a:t>Oscillations in the currents can be suppressed by penalizing slope of the currents, but it has a tradeoff with uniformity</a:t>
            </a:r>
          </a:p>
          <a:p>
            <a:pPr marL="342900" indent="-342900">
              <a:buAutoNum type="arabicPeriod"/>
            </a:pPr>
            <a:endParaRPr lang="en-US" dirty="0"/>
          </a:p>
          <a:p>
            <a:pPr marL="342900" indent="-342900">
              <a:buAutoNum type="arabicPeriod"/>
            </a:pPr>
            <a:endParaRPr lang="en-US" dirty="0"/>
          </a:p>
          <a:p>
            <a:endParaRPr lang="en-US" dirty="0"/>
          </a:p>
          <a:p>
            <a:pPr marL="342900" indent="-342900">
              <a:buAutoNum type="arabicPeriod"/>
            </a:pPr>
            <a:endParaRPr lang="en-US" dirty="0"/>
          </a:p>
          <a:p>
            <a:pPr marL="342900" indent="-342900">
              <a:buAutoNum type="arabicPeriod"/>
            </a:pPr>
            <a:endParaRPr lang="en-US" dirty="0"/>
          </a:p>
        </p:txBody>
      </p:sp>
    </p:spTree>
    <p:extLst>
      <p:ext uri="{BB962C8B-B14F-4D97-AF65-F5344CB8AC3E}">
        <p14:creationId xmlns:p14="http://schemas.microsoft.com/office/powerpoint/2010/main" val="20111433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BEA76-47CA-09E9-3F88-AAFF928329D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2CB5F5A-4A0E-CB73-F518-DBDBE01C6E2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503DC7A-5233-FFF3-CC77-B20CB689212A}"/>
              </a:ext>
            </a:extLst>
          </p:cNvPr>
          <p:cNvSpPr>
            <a:spLocks noGrp="1"/>
          </p:cNvSpPr>
          <p:nvPr>
            <p:ph type="ftr" sz="quarter" idx="11"/>
          </p:nvPr>
        </p:nvSpPr>
        <p:spPr/>
        <p:txBody>
          <a:bodyPr/>
          <a:lstStyle/>
          <a:p>
            <a:r>
              <a:rPr lang="en-US" dirty="0"/>
              <a:t>Jan 28</a:t>
            </a:r>
          </a:p>
        </p:txBody>
      </p:sp>
      <p:sp>
        <p:nvSpPr>
          <p:cNvPr id="6" name="Slide Number Placeholder 5">
            <a:extLst>
              <a:ext uri="{FF2B5EF4-FFF2-40B4-BE49-F238E27FC236}">
                <a16:creationId xmlns:a16="http://schemas.microsoft.com/office/drawing/2014/main" id="{E46B7E16-913F-6CC7-5026-E0AB71BDBC41}"/>
              </a:ext>
            </a:extLst>
          </p:cNvPr>
          <p:cNvSpPr>
            <a:spLocks noGrp="1"/>
          </p:cNvSpPr>
          <p:nvPr>
            <p:ph type="sldNum" sz="quarter" idx="12"/>
          </p:nvPr>
        </p:nvSpPr>
        <p:spPr/>
        <p:txBody>
          <a:bodyPr/>
          <a:lstStyle/>
          <a:p>
            <a:fld id="{5D474BC6-09C9-4ED8-ADF6-087D6F25D5BC}" type="slidenum">
              <a:rPr lang="en-US" smtClean="0"/>
              <a:t>83</a:t>
            </a:fld>
            <a:endParaRPr lang="en-US"/>
          </a:p>
        </p:txBody>
      </p:sp>
      <p:sp>
        <p:nvSpPr>
          <p:cNvPr id="9" name="TextBox 8">
            <a:extLst>
              <a:ext uri="{FF2B5EF4-FFF2-40B4-BE49-F238E27FC236}">
                <a16:creationId xmlns:a16="http://schemas.microsoft.com/office/drawing/2014/main" id="{EDF017E4-DAE9-E5CE-529F-460487940974}"/>
              </a:ext>
            </a:extLst>
          </p:cNvPr>
          <p:cNvSpPr txBox="1"/>
          <p:nvPr/>
        </p:nvSpPr>
        <p:spPr>
          <a:xfrm>
            <a:off x="685800" y="448056"/>
            <a:ext cx="10177272" cy="646331"/>
          </a:xfrm>
          <a:prstGeom prst="rect">
            <a:avLst/>
          </a:prstGeom>
          <a:noFill/>
        </p:spPr>
        <p:txBody>
          <a:bodyPr wrap="square" rtlCol="0">
            <a:spAutoFit/>
          </a:bodyPr>
          <a:lstStyle/>
          <a:p>
            <a:r>
              <a:rPr lang="en-US" b="1" dirty="0"/>
              <a:t>For n = 52 coils ( 4 side coils ID 50 cm each side), currents and ppm levels (penalizing fluctuation in currents + Chebyshev distribution)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6434943-45E3-7D23-308E-33A06AA61C00}"/>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=1.4</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C6434943-45E3-7D23-308E-33A06AA61C00}"/>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BAFF88B-F367-41A5-3B30-E386189A5209}"/>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4BAFF88B-F367-41A5-3B30-E386189A5209}"/>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D133C24-AA84-5427-C7B7-F3B366B8A9F7}"/>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8" name="Picture 7">
            <a:extLst>
              <a:ext uri="{FF2B5EF4-FFF2-40B4-BE49-F238E27FC236}">
                <a16:creationId xmlns:a16="http://schemas.microsoft.com/office/drawing/2014/main" id="{65F6DD52-F344-7328-A0C6-B330982084D8}"/>
              </a:ext>
            </a:extLst>
          </p:cNvPr>
          <p:cNvPicPr>
            <a:picLocks noChangeAspect="1"/>
          </p:cNvPicPr>
          <p:nvPr/>
        </p:nvPicPr>
        <p:blipFill>
          <a:blip r:embed="rId4"/>
          <a:stretch>
            <a:fillRect/>
          </a:stretch>
        </p:blipFill>
        <p:spPr>
          <a:xfrm>
            <a:off x="121867" y="1688042"/>
            <a:ext cx="5250130" cy="3980867"/>
          </a:xfrm>
          <a:prstGeom prst="rect">
            <a:avLst/>
          </a:prstGeom>
        </p:spPr>
      </p:pic>
      <p:pic>
        <p:nvPicPr>
          <p:cNvPr id="12" name="Picture 11">
            <a:extLst>
              <a:ext uri="{FF2B5EF4-FFF2-40B4-BE49-F238E27FC236}">
                <a16:creationId xmlns:a16="http://schemas.microsoft.com/office/drawing/2014/main" id="{ED2CED2E-E3E7-C8F8-CE88-C9FCA8084347}"/>
              </a:ext>
            </a:extLst>
          </p:cNvPr>
          <p:cNvPicPr>
            <a:picLocks noChangeAspect="1"/>
          </p:cNvPicPr>
          <p:nvPr/>
        </p:nvPicPr>
        <p:blipFill>
          <a:blip r:embed="rId5"/>
          <a:srcRect l="1715"/>
          <a:stretch>
            <a:fillRect/>
          </a:stretch>
        </p:blipFill>
        <p:spPr>
          <a:xfrm>
            <a:off x="5371997" y="1825980"/>
            <a:ext cx="4776167" cy="3704990"/>
          </a:xfrm>
          <a:prstGeom prst="rect">
            <a:avLst/>
          </a:prstGeom>
        </p:spPr>
      </p:pic>
      <p:pic>
        <p:nvPicPr>
          <p:cNvPr id="15" name="Picture 14">
            <a:extLst>
              <a:ext uri="{FF2B5EF4-FFF2-40B4-BE49-F238E27FC236}">
                <a16:creationId xmlns:a16="http://schemas.microsoft.com/office/drawing/2014/main" id="{9BAB5ED9-F8B5-CEB3-7898-C8384EEA2A83}"/>
              </a:ext>
            </a:extLst>
          </p:cNvPr>
          <p:cNvPicPr>
            <a:picLocks noChangeAspect="1"/>
          </p:cNvPicPr>
          <p:nvPr/>
        </p:nvPicPr>
        <p:blipFill>
          <a:blip r:embed="rId6"/>
          <a:stretch>
            <a:fillRect/>
          </a:stretch>
        </p:blipFill>
        <p:spPr>
          <a:xfrm>
            <a:off x="5571784" y="5815843"/>
            <a:ext cx="4877481" cy="371527"/>
          </a:xfrm>
          <a:prstGeom prst="rect">
            <a:avLst/>
          </a:prstGeom>
        </p:spPr>
      </p:pic>
    </p:spTree>
    <p:extLst>
      <p:ext uri="{BB962C8B-B14F-4D97-AF65-F5344CB8AC3E}">
        <p14:creationId xmlns:p14="http://schemas.microsoft.com/office/powerpoint/2010/main" val="26328958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216CA-1D14-B5E6-7ECB-92BA8E675CC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B136C90-4E35-8AA5-262C-2368F56C1AD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F42CBEC-B90C-D0BC-3345-84746CF6F07B}"/>
              </a:ext>
            </a:extLst>
          </p:cNvPr>
          <p:cNvSpPr>
            <a:spLocks noGrp="1"/>
          </p:cNvSpPr>
          <p:nvPr>
            <p:ph type="ftr" sz="quarter" idx="11"/>
          </p:nvPr>
        </p:nvSpPr>
        <p:spPr/>
        <p:txBody>
          <a:bodyPr/>
          <a:lstStyle/>
          <a:p>
            <a:r>
              <a:rPr lang="en-US" dirty="0"/>
              <a:t>Jan 28</a:t>
            </a:r>
          </a:p>
        </p:txBody>
      </p:sp>
      <p:sp>
        <p:nvSpPr>
          <p:cNvPr id="6" name="Slide Number Placeholder 5">
            <a:extLst>
              <a:ext uri="{FF2B5EF4-FFF2-40B4-BE49-F238E27FC236}">
                <a16:creationId xmlns:a16="http://schemas.microsoft.com/office/drawing/2014/main" id="{FABDEAE8-CB7C-61F6-4943-1FF50331CBCF}"/>
              </a:ext>
            </a:extLst>
          </p:cNvPr>
          <p:cNvSpPr>
            <a:spLocks noGrp="1"/>
          </p:cNvSpPr>
          <p:nvPr>
            <p:ph type="sldNum" sz="quarter" idx="12"/>
          </p:nvPr>
        </p:nvSpPr>
        <p:spPr/>
        <p:txBody>
          <a:bodyPr/>
          <a:lstStyle/>
          <a:p>
            <a:fld id="{5D474BC6-09C9-4ED8-ADF6-087D6F25D5BC}" type="slidenum">
              <a:rPr lang="en-US" smtClean="0"/>
              <a:t>84</a:t>
            </a:fld>
            <a:endParaRPr lang="en-US"/>
          </a:p>
        </p:txBody>
      </p:sp>
      <p:sp>
        <p:nvSpPr>
          <p:cNvPr id="9" name="TextBox 8">
            <a:extLst>
              <a:ext uri="{FF2B5EF4-FFF2-40B4-BE49-F238E27FC236}">
                <a16:creationId xmlns:a16="http://schemas.microsoft.com/office/drawing/2014/main" id="{CFA0DD88-7D4D-6A23-1A50-2DF26A6AAA00}"/>
              </a:ext>
            </a:extLst>
          </p:cNvPr>
          <p:cNvSpPr txBox="1"/>
          <p:nvPr/>
        </p:nvSpPr>
        <p:spPr>
          <a:xfrm>
            <a:off x="685800" y="448056"/>
            <a:ext cx="10177272" cy="646331"/>
          </a:xfrm>
          <a:prstGeom prst="rect">
            <a:avLst/>
          </a:prstGeom>
          <a:noFill/>
        </p:spPr>
        <p:txBody>
          <a:bodyPr wrap="square" rtlCol="0">
            <a:spAutoFit/>
          </a:bodyPr>
          <a:lstStyle/>
          <a:p>
            <a:r>
              <a:rPr lang="en-US" b="1" dirty="0"/>
              <a:t>For n = 52 coils (including 4 side coils ID 50 cm each side), currents and ppm levels (penalizing fluctuation in currents + Chebyshev distribution)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28D8ED-0715-2652-EA28-6ABF7808C32C}"/>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=1.4</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3D28D8ED-0715-2652-EA28-6ABF7808C32C}"/>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A5A8FB-C02D-0AD6-33CA-288CF1E31369}"/>
                  </a:ext>
                </a:extLst>
              </p:cNvPr>
              <p:cNvSpPr txBox="1"/>
              <p:nvPr/>
            </p:nvSpPr>
            <p:spPr>
              <a:xfrm>
                <a:off x="3890772" y="1087877"/>
                <a:ext cx="60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m:t>
                      </m:r>
                    </m:oMath>
                  </m:oMathPara>
                </a14:m>
                <a:endParaRPr lang="en-US" dirty="0"/>
              </a:p>
            </p:txBody>
          </p:sp>
        </mc:Choice>
        <mc:Fallback xmlns="">
          <p:sp>
            <p:nvSpPr>
              <p:cNvPr id="3" name="TextBox 2">
                <a:extLst>
                  <a:ext uri="{FF2B5EF4-FFF2-40B4-BE49-F238E27FC236}">
                    <a16:creationId xmlns:a16="http://schemas.microsoft.com/office/drawing/2014/main" id="{C0A5A8FB-C02D-0AD6-33CA-288CF1E31369}"/>
                  </a:ext>
                </a:extLst>
              </p:cNvPr>
              <p:cNvSpPr txBox="1">
                <a:spLocks noRot="1" noChangeAspect="1" noMove="1" noResize="1" noEditPoints="1" noAdjustHandles="1" noChangeArrowheads="1" noChangeShapeType="1" noTextEdit="1"/>
              </p:cNvSpPr>
              <p:nvPr/>
            </p:nvSpPr>
            <p:spPr>
              <a:xfrm>
                <a:off x="3890772" y="1087877"/>
                <a:ext cx="604653" cy="276999"/>
              </a:xfrm>
              <a:prstGeom prst="rect">
                <a:avLst/>
              </a:prstGeom>
              <a:blipFill>
                <a:blip r:embed="rId3"/>
                <a:stretch>
                  <a:fillRect l="-10101" r="-10101"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4BE8BF0-14E2-C1E8-A9B8-6860BF07C7DE}"/>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10" name="Picture 9">
            <a:extLst>
              <a:ext uri="{FF2B5EF4-FFF2-40B4-BE49-F238E27FC236}">
                <a16:creationId xmlns:a16="http://schemas.microsoft.com/office/drawing/2014/main" id="{C949D58C-2966-A611-7FF8-EEC173896D7C}"/>
              </a:ext>
            </a:extLst>
          </p:cNvPr>
          <p:cNvPicPr>
            <a:picLocks noChangeAspect="1"/>
          </p:cNvPicPr>
          <p:nvPr/>
        </p:nvPicPr>
        <p:blipFill>
          <a:blip r:embed="rId4"/>
          <a:stretch>
            <a:fillRect/>
          </a:stretch>
        </p:blipFill>
        <p:spPr>
          <a:xfrm>
            <a:off x="685800" y="1734208"/>
            <a:ext cx="4770825" cy="3754955"/>
          </a:xfrm>
          <a:prstGeom prst="rect">
            <a:avLst/>
          </a:prstGeom>
        </p:spPr>
      </p:pic>
      <p:pic>
        <p:nvPicPr>
          <p:cNvPr id="13" name="Picture 12">
            <a:extLst>
              <a:ext uri="{FF2B5EF4-FFF2-40B4-BE49-F238E27FC236}">
                <a16:creationId xmlns:a16="http://schemas.microsoft.com/office/drawing/2014/main" id="{34EA9292-362D-63A8-E5F4-0C4751380FAA}"/>
              </a:ext>
            </a:extLst>
          </p:cNvPr>
          <p:cNvPicPr>
            <a:picLocks noChangeAspect="1"/>
          </p:cNvPicPr>
          <p:nvPr/>
        </p:nvPicPr>
        <p:blipFill>
          <a:blip r:embed="rId5"/>
          <a:stretch>
            <a:fillRect/>
          </a:stretch>
        </p:blipFill>
        <p:spPr>
          <a:xfrm>
            <a:off x="5538175" y="1364876"/>
            <a:ext cx="5324897" cy="4216243"/>
          </a:xfrm>
          <a:prstGeom prst="rect">
            <a:avLst/>
          </a:prstGeom>
        </p:spPr>
      </p:pic>
      <p:pic>
        <p:nvPicPr>
          <p:cNvPr id="16" name="Picture 15">
            <a:extLst>
              <a:ext uri="{FF2B5EF4-FFF2-40B4-BE49-F238E27FC236}">
                <a16:creationId xmlns:a16="http://schemas.microsoft.com/office/drawing/2014/main" id="{24AB1591-718E-30D4-AE20-3BED31F2EF08}"/>
              </a:ext>
            </a:extLst>
          </p:cNvPr>
          <p:cNvPicPr>
            <a:picLocks noChangeAspect="1"/>
          </p:cNvPicPr>
          <p:nvPr/>
        </p:nvPicPr>
        <p:blipFill>
          <a:blip r:embed="rId6"/>
          <a:stretch>
            <a:fillRect/>
          </a:stretch>
        </p:blipFill>
        <p:spPr>
          <a:xfrm>
            <a:off x="6080855" y="5715350"/>
            <a:ext cx="4782217" cy="342948"/>
          </a:xfrm>
          <a:prstGeom prst="rect">
            <a:avLst/>
          </a:prstGeom>
        </p:spPr>
      </p:pic>
    </p:spTree>
    <p:extLst>
      <p:ext uri="{BB962C8B-B14F-4D97-AF65-F5344CB8AC3E}">
        <p14:creationId xmlns:p14="http://schemas.microsoft.com/office/powerpoint/2010/main" val="17127408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FC31B-B8A5-2F1D-BFA2-99ADE0DE967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9B8DC56-AFE0-6271-6096-ED004777439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3E122555-7395-44AD-7B91-AE7CFC8E66D4}"/>
              </a:ext>
            </a:extLst>
          </p:cNvPr>
          <p:cNvSpPr>
            <a:spLocks noGrp="1"/>
          </p:cNvSpPr>
          <p:nvPr>
            <p:ph type="ftr" sz="quarter" idx="11"/>
          </p:nvPr>
        </p:nvSpPr>
        <p:spPr/>
        <p:txBody>
          <a:bodyPr/>
          <a:lstStyle/>
          <a:p>
            <a:r>
              <a:rPr lang="en-US" dirty="0"/>
              <a:t>Jan 28</a:t>
            </a:r>
          </a:p>
        </p:txBody>
      </p:sp>
      <p:sp>
        <p:nvSpPr>
          <p:cNvPr id="6" name="Slide Number Placeholder 5">
            <a:extLst>
              <a:ext uri="{FF2B5EF4-FFF2-40B4-BE49-F238E27FC236}">
                <a16:creationId xmlns:a16="http://schemas.microsoft.com/office/drawing/2014/main" id="{BD071559-29C5-F7B7-BC52-A98AD0BCAB81}"/>
              </a:ext>
            </a:extLst>
          </p:cNvPr>
          <p:cNvSpPr>
            <a:spLocks noGrp="1"/>
          </p:cNvSpPr>
          <p:nvPr>
            <p:ph type="sldNum" sz="quarter" idx="12"/>
          </p:nvPr>
        </p:nvSpPr>
        <p:spPr/>
        <p:txBody>
          <a:bodyPr/>
          <a:lstStyle/>
          <a:p>
            <a:fld id="{5D474BC6-09C9-4ED8-ADF6-087D6F25D5BC}" type="slidenum">
              <a:rPr lang="en-US" smtClean="0"/>
              <a:t>85</a:t>
            </a:fld>
            <a:endParaRPr lang="en-US"/>
          </a:p>
        </p:txBody>
      </p:sp>
      <p:sp>
        <p:nvSpPr>
          <p:cNvPr id="9" name="TextBox 8">
            <a:extLst>
              <a:ext uri="{FF2B5EF4-FFF2-40B4-BE49-F238E27FC236}">
                <a16:creationId xmlns:a16="http://schemas.microsoft.com/office/drawing/2014/main" id="{422FF37A-91E3-97D9-410B-BEC526DEAEF1}"/>
              </a:ext>
            </a:extLst>
          </p:cNvPr>
          <p:cNvSpPr txBox="1"/>
          <p:nvPr/>
        </p:nvSpPr>
        <p:spPr>
          <a:xfrm>
            <a:off x="685800" y="448056"/>
            <a:ext cx="10177272" cy="646331"/>
          </a:xfrm>
          <a:prstGeom prst="rect">
            <a:avLst/>
          </a:prstGeom>
          <a:noFill/>
        </p:spPr>
        <p:txBody>
          <a:bodyPr wrap="square" rtlCol="0">
            <a:spAutoFit/>
          </a:bodyPr>
          <a:lstStyle/>
          <a:p>
            <a:r>
              <a:rPr lang="en-US" b="1" dirty="0"/>
              <a:t>For n = 44 coils (including 0 side coils ID 50 cm each side), currents and ppm levels (penalizing fluctuation in currents + Chebyshev distribution)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60A03E9-3B0D-F14B-D6CC-BFB40B931856}"/>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=1.4</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260A03E9-3B0D-F14B-D6CC-BFB40B931856}"/>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02D6263-7557-D779-77C0-0EB2948D77B2}"/>
                  </a:ext>
                </a:extLst>
              </p:cNvPr>
              <p:cNvSpPr txBox="1"/>
              <p:nvPr/>
            </p:nvSpPr>
            <p:spPr>
              <a:xfrm>
                <a:off x="3890772" y="1087877"/>
                <a:ext cx="60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m:t>
                      </m:r>
                    </m:oMath>
                  </m:oMathPara>
                </a14:m>
                <a:endParaRPr lang="en-US" dirty="0"/>
              </a:p>
            </p:txBody>
          </p:sp>
        </mc:Choice>
        <mc:Fallback xmlns="">
          <p:sp>
            <p:nvSpPr>
              <p:cNvPr id="3" name="TextBox 2">
                <a:extLst>
                  <a:ext uri="{FF2B5EF4-FFF2-40B4-BE49-F238E27FC236}">
                    <a16:creationId xmlns:a16="http://schemas.microsoft.com/office/drawing/2014/main" id="{E02D6263-7557-D779-77C0-0EB2948D77B2}"/>
                  </a:ext>
                </a:extLst>
              </p:cNvPr>
              <p:cNvSpPr txBox="1">
                <a:spLocks noRot="1" noChangeAspect="1" noMove="1" noResize="1" noEditPoints="1" noAdjustHandles="1" noChangeArrowheads="1" noChangeShapeType="1" noTextEdit="1"/>
              </p:cNvSpPr>
              <p:nvPr/>
            </p:nvSpPr>
            <p:spPr>
              <a:xfrm>
                <a:off x="3890772" y="1087877"/>
                <a:ext cx="604653" cy="276999"/>
              </a:xfrm>
              <a:prstGeom prst="rect">
                <a:avLst/>
              </a:prstGeom>
              <a:blipFill>
                <a:blip r:embed="rId3"/>
                <a:stretch>
                  <a:fillRect l="-10101" r="-10101"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6D75A0E-5F4B-B0C8-589F-FA563EA8DDFB}"/>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8" name="Picture 7">
            <a:extLst>
              <a:ext uri="{FF2B5EF4-FFF2-40B4-BE49-F238E27FC236}">
                <a16:creationId xmlns:a16="http://schemas.microsoft.com/office/drawing/2014/main" id="{29204369-C1C4-DB94-6BCF-BAF2EDB6AEB0}"/>
              </a:ext>
            </a:extLst>
          </p:cNvPr>
          <p:cNvPicPr>
            <a:picLocks noChangeAspect="1"/>
          </p:cNvPicPr>
          <p:nvPr/>
        </p:nvPicPr>
        <p:blipFill>
          <a:blip r:embed="rId4"/>
          <a:stretch>
            <a:fillRect/>
          </a:stretch>
        </p:blipFill>
        <p:spPr>
          <a:xfrm>
            <a:off x="409145" y="1822090"/>
            <a:ext cx="5207146" cy="3993753"/>
          </a:xfrm>
          <a:prstGeom prst="rect">
            <a:avLst/>
          </a:prstGeom>
        </p:spPr>
      </p:pic>
      <p:pic>
        <p:nvPicPr>
          <p:cNvPr id="12" name="Picture 11">
            <a:extLst>
              <a:ext uri="{FF2B5EF4-FFF2-40B4-BE49-F238E27FC236}">
                <a16:creationId xmlns:a16="http://schemas.microsoft.com/office/drawing/2014/main" id="{88355420-D071-384D-2146-6FAE941F13C9}"/>
              </a:ext>
            </a:extLst>
          </p:cNvPr>
          <p:cNvPicPr>
            <a:picLocks noChangeAspect="1"/>
          </p:cNvPicPr>
          <p:nvPr/>
        </p:nvPicPr>
        <p:blipFill>
          <a:blip r:embed="rId5"/>
          <a:stretch>
            <a:fillRect/>
          </a:stretch>
        </p:blipFill>
        <p:spPr>
          <a:xfrm>
            <a:off x="6381339" y="1555895"/>
            <a:ext cx="4724811" cy="3746209"/>
          </a:xfrm>
          <a:prstGeom prst="rect">
            <a:avLst/>
          </a:prstGeom>
        </p:spPr>
      </p:pic>
      <p:pic>
        <p:nvPicPr>
          <p:cNvPr id="15" name="Picture 14">
            <a:extLst>
              <a:ext uri="{FF2B5EF4-FFF2-40B4-BE49-F238E27FC236}">
                <a16:creationId xmlns:a16="http://schemas.microsoft.com/office/drawing/2014/main" id="{EB225607-BC11-9A0F-543F-82A2023A4102}"/>
              </a:ext>
            </a:extLst>
          </p:cNvPr>
          <p:cNvPicPr>
            <a:picLocks noChangeAspect="1"/>
          </p:cNvPicPr>
          <p:nvPr/>
        </p:nvPicPr>
        <p:blipFill>
          <a:blip r:embed="rId6"/>
          <a:stretch>
            <a:fillRect/>
          </a:stretch>
        </p:blipFill>
        <p:spPr>
          <a:xfrm>
            <a:off x="6381339" y="5572022"/>
            <a:ext cx="4848902" cy="419158"/>
          </a:xfrm>
          <a:prstGeom prst="rect">
            <a:avLst/>
          </a:prstGeom>
        </p:spPr>
      </p:pic>
    </p:spTree>
    <p:extLst>
      <p:ext uri="{BB962C8B-B14F-4D97-AF65-F5344CB8AC3E}">
        <p14:creationId xmlns:p14="http://schemas.microsoft.com/office/powerpoint/2010/main" val="20604296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2232F-9603-45E6-4EC9-079394F8BEC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438B3F9-D7A0-BAE3-31BD-BB160A1BD3E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B33BCE5-6041-1006-5809-89E28AC4E9E3}"/>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2FEB9808-A21D-5B93-9DB2-97FB49A0FB98}"/>
              </a:ext>
            </a:extLst>
          </p:cNvPr>
          <p:cNvSpPr>
            <a:spLocks noGrp="1"/>
          </p:cNvSpPr>
          <p:nvPr>
            <p:ph type="sldNum" sz="quarter" idx="12"/>
          </p:nvPr>
        </p:nvSpPr>
        <p:spPr/>
        <p:txBody>
          <a:bodyPr/>
          <a:lstStyle/>
          <a:p>
            <a:fld id="{5D474BC6-09C9-4ED8-ADF6-087D6F25D5BC}" type="slidenum">
              <a:rPr lang="en-US" smtClean="0"/>
              <a:t>86</a:t>
            </a:fld>
            <a:endParaRPr lang="en-US"/>
          </a:p>
        </p:txBody>
      </p:sp>
      <p:sp>
        <p:nvSpPr>
          <p:cNvPr id="9" name="TextBox 8">
            <a:extLst>
              <a:ext uri="{FF2B5EF4-FFF2-40B4-BE49-F238E27FC236}">
                <a16:creationId xmlns:a16="http://schemas.microsoft.com/office/drawing/2014/main" id="{50D24C60-439E-BD6F-D9A3-67DE5C4940DE}"/>
              </a:ext>
            </a:extLst>
          </p:cNvPr>
          <p:cNvSpPr txBox="1"/>
          <p:nvPr/>
        </p:nvSpPr>
        <p:spPr>
          <a:xfrm>
            <a:off x="685800" y="448056"/>
            <a:ext cx="10177272" cy="646331"/>
          </a:xfrm>
          <a:prstGeom prst="rect">
            <a:avLst/>
          </a:prstGeom>
          <a:noFill/>
        </p:spPr>
        <p:txBody>
          <a:bodyPr wrap="square" rtlCol="0">
            <a:spAutoFit/>
          </a:bodyPr>
          <a:lstStyle/>
          <a:p>
            <a:r>
              <a:rPr lang="en-US" b="1" dirty="0"/>
              <a:t>For n = 44 coils – 3 to 3 m (including 0 side coils), currents and ppm levels (penalizing fluctuation in currents + Chebyshev distribution)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94FF46D-F56E-9ED9-99E0-12EC5D6C64E0}"/>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394FF46D-F56E-9ED9-99E0-12EC5D6C64E0}"/>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E5240FE-7BDB-CBE1-907E-0DBD5AA8E13B}"/>
                  </a:ext>
                </a:extLst>
              </p:cNvPr>
              <p:cNvSpPr txBox="1"/>
              <p:nvPr/>
            </p:nvSpPr>
            <p:spPr>
              <a:xfrm>
                <a:off x="3890772" y="1087877"/>
                <a:ext cx="60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m:t>
                      </m:r>
                    </m:oMath>
                  </m:oMathPara>
                </a14:m>
                <a:endParaRPr lang="en-US" dirty="0"/>
              </a:p>
            </p:txBody>
          </p:sp>
        </mc:Choice>
        <mc:Fallback xmlns="">
          <p:sp>
            <p:nvSpPr>
              <p:cNvPr id="3" name="TextBox 2">
                <a:extLst>
                  <a:ext uri="{FF2B5EF4-FFF2-40B4-BE49-F238E27FC236}">
                    <a16:creationId xmlns:a16="http://schemas.microsoft.com/office/drawing/2014/main" id="{8E5240FE-7BDB-CBE1-907E-0DBD5AA8E13B}"/>
                  </a:ext>
                </a:extLst>
              </p:cNvPr>
              <p:cNvSpPr txBox="1">
                <a:spLocks noRot="1" noChangeAspect="1" noMove="1" noResize="1" noEditPoints="1" noAdjustHandles="1" noChangeArrowheads="1" noChangeShapeType="1" noTextEdit="1"/>
              </p:cNvSpPr>
              <p:nvPr/>
            </p:nvSpPr>
            <p:spPr>
              <a:xfrm>
                <a:off x="3890772" y="1087877"/>
                <a:ext cx="604653" cy="276999"/>
              </a:xfrm>
              <a:prstGeom prst="rect">
                <a:avLst/>
              </a:prstGeom>
              <a:blipFill>
                <a:blip r:embed="rId3"/>
                <a:stretch>
                  <a:fillRect l="-10101" r="-10101"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21EA6BC-DAA5-F8AF-1CC2-6FB3C307AE35}"/>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10" name="Picture 9">
            <a:extLst>
              <a:ext uri="{FF2B5EF4-FFF2-40B4-BE49-F238E27FC236}">
                <a16:creationId xmlns:a16="http://schemas.microsoft.com/office/drawing/2014/main" id="{0093E9C2-526A-D0B4-D54F-FF5466888613}"/>
              </a:ext>
            </a:extLst>
          </p:cNvPr>
          <p:cNvPicPr>
            <a:picLocks noChangeAspect="1"/>
          </p:cNvPicPr>
          <p:nvPr/>
        </p:nvPicPr>
        <p:blipFill>
          <a:blip r:embed="rId4"/>
          <a:stretch>
            <a:fillRect/>
          </a:stretch>
        </p:blipFill>
        <p:spPr>
          <a:xfrm>
            <a:off x="6136728" y="1311535"/>
            <a:ext cx="5217072" cy="4077902"/>
          </a:xfrm>
          <a:prstGeom prst="rect">
            <a:avLst/>
          </a:prstGeom>
        </p:spPr>
      </p:pic>
      <p:pic>
        <p:nvPicPr>
          <p:cNvPr id="13" name="Picture 12">
            <a:extLst>
              <a:ext uri="{FF2B5EF4-FFF2-40B4-BE49-F238E27FC236}">
                <a16:creationId xmlns:a16="http://schemas.microsoft.com/office/drawing/2014/main" id="{A4179630-85D4-60C4-6BCC-0167AF826FD0}"/>
              </a:ext>
            </a:extLst>
          </p:cNvPr>
          <p:cNvPicPr>
            <a:picLocks noChangeAspect="1"/>
          </p:cNvPicPr>
          <p:nvPr/>
        </p:nvPicPr>
        <p:blipFill>
          <a:blip r:embed="rId5"/>
          <a:stretch>
            <a:fillRect/>
          </a:stretch>
        </p:blipFill>
        <p:spPr>
          <a:xfrm>
            <a:off x="6466793" y="5686774"/>
            <a:ext cx="4887007" cy="352474"/>
          </a:xfrm>
          <a:prstGeom prst="rect">
            <a:avLst/>
          </a:prstGeom>
        </p:spPr>
      </p:pic>
      <p:pic>
        <p:nvPicPr>
          <p:cNvPr id="16" name="Picture 15">
            <a:extLst>
              <a:ext uri="{FF2B5EF4-FFF2-40B4-BE49-F238E27FC236}">
                <a16:creationId xmlns:a16="http://schemas.microsoft.com/office/drawing/2014/main" id="{9C9F6A33-C12B-8D70-99F4-ED1F5E89CD09}"/>
              </a:ext>
            </a:extLst>
          </p:cNvPr>
          <p:cNvPicPr>
            <a:picLocks noChangeAspect="1"/>
          </p:cNvPicPr>
          <p:nvPr/>
        </p:nvPicPr>
        <p:blipFill>
          <a:blip r:embed="rId6"/>
          <a:stretch>
            <a:fillRect/>
          </a:stretch>
        </p:blipFill>
        <p:spPr>
          <a:xfrm>
            <a:off x="135140" y="1479030"/>
            <a:ext cx="6001588" cy="4763165"/>
          </a:xfrm>
          <a:prstGeom prst="rect">
            <a:avLst/>
          </a:prstGeom>
        </p:spPr>
      </p:pic>
    </p:spTree>
    <p:extLst>
      <p:ext uri="{BB962C8B-B14F-4D97-AF65-F5344CB8AC3E}">
        <p14:creationId xmlns:p14="http://schemas.microsoft.com/office/powerpoint/2010/main" val="17243570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6B9D3-4D33-FA1D-CA57-86E0CA48AA3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24D2527-B8AF-CDC1-762C-D66346CD96E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4F1B534-BF3E-968A-6961-A1C8784E6FB3}"/>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D2455973-FF85-18A5-8A2B-9CCAA6B5559F}"/>
              </a:ext>
            </a:extLst>
          </p:cNvPr>
          <p:cNvSpPr>
            <a:spLocks noGrp="1"/>
          </p:cNvSpPr>
          <p:nvPr>
            <p:ph type="sldNum" sz="quarter" idx="12"/>
          </p:nvPr>
        </p:nvSpPr>
        <p:spPr/>
        <p:txBody>
          <a:bodyPr/>
          <a:lstStyle/>
          <a:p>
            <a:fld id="{5D474BC6-09C9-4ED8-ADF6-087D6F25D5BC}" type="slidenum">
              <a:rPr lang="en-US" smtClean="0"/>
              <a:t>87</a:t>
            </a:fld>
            <a:endParaRPr lang="en-US"/>
          </a:p>
        </p:txBody>
      </p:sp>
      <p:sp>
        <p:nvSpPr>
          <p:cNvPr id="9" name="TextBox 8">
            <a:extLst>
              <a:ext uri="{FF2B5EF4-FFF2-40B4-BE49-F238E27FC236}">
                <a16:creationId xmlns:a16="http://schemas.microsoft.com/office/drawing/2014/main" id="{8044CFBB-7C66-9A30-117B-D15000B127AA}"/>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(including 4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235FB5D-80FC-8AFC-FC72-BAFD9D96DCDF}"/>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D235FB5D-80FC-8AFC-FC72-BAFD9D96DCDF}"/>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A417943-EAB0-FC54-02DC-4E586E84BC4D}"/>
                  </a:ext>
                </a:extLst>
              </p:cNvPr>
              <p:cNvSpPr txBox="1"/>
              <p:nvPr/>
            </p:nvSpPr>
            <p:spPr>
              <a:xfrm>
                <a:off x="3890772" y="1087877"/>
                <a:ext cx="156914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=0.01)</m:t>
                      </m:r>
                    </m:oMath>
                  </m:oMathPara>
                </a14:m>
                <a:endParaRPr lang="en-US" dirty="0"/>
              </a:p>
            </p:txBody>
          </p:sp>
        </mc:Choice>
        <mc:Fallback xmlns="">
          <p:sp>
            <p:nvSpPr>
              <p:cNvPr id="3" name="TextBox 2">
                <a:extLst>
                  <a:ext uri="{FF2B5EF4-FFF2-40B4-BE49-F238E27FC236}">
                    <a16:creationId xmlns:a16="http://schemas.microsoft.com/office/drawing/2014/main" id="{BA417943-EAB0-FC54-02DC-4E586E84BC4D}"/>
                  </a:ext>
                </a:extLst>
              </p:cNvPr>
              <p:cNvSpPr txBox="1">
                <a:spLocks noRot="1" noChangeAspect="1" noMove="1" noResize="1" noEditPoints="1" noAdjustHandles="1" noChangeArrowheads="1" noChangeShapeType="1" noTextEdit="1"/>
              </p:cNvSpPr>
              <p:nvPr/>
            </p:nvSpPr>
            <p:spPr>
              <a:xfrm>
                <a:off x="3890772" y="1087877"/>
                <a:ext cx="1569148" cy="276999"/>
              </a:xfrm>
              <a:prstGeom prst="rect">
                <a:avLst/>
              </a:prstGeom>
              <a:blipFill>
                <a:blip r:embed="rId3"/>
                <a:stretch>
                  <a:fillRect l="-3488" t="-2174" r="-503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25484F46-383D-1FCF-46F2-222C752FF83C}"/>
              </a:ext>
            </a:extLst>
          </p:cNvPr>
          <p:cNvSpPr txBox="1"/>
          <p:nvPr/>
        </p:nvSpPr>
        <p:spPr>
          <a:xfrm>
            <a:off x="5363739" y="1033787"/>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B2271965-AAA6-AA87-3BF2-01366F463AF8}"/>
              </a:ext>
            </a:extLst>
          </p:cNvPr>
          <p:cNvPicPr>
            <a:picLocks noChangeAspect="1"/>
          </p:cNvPicPr>
          <p:nvPr/>
        </p:nvPicPr>
        <p:blipFill>
          <a:blip r:embed="rId4"/>
          <a:stretch>
            <a:fillRect/>
          </a:stretch>
        </p:blipFill>
        <p:spPr>
          <a:xfrm>
            <a:off x="7273775" y="841743"/>
            <a:ext cx="4715533" cy="228632"/>
          </a:xfrm>
          <a:prstGeom prst="rect">
            <a:avLst/>
          </a:prstGeom>
        </p:spPr>
      </p:pic>
      <p:pic>
        <p:nvPicPr>
          <p:cNvPr id="21" name="Picture 20">
            <a:extLst>
              <a:ext uri="{FF2B5EF4-FFF2-40B4-BE49-F238E27FC236}">
                <a16:creationId xmlns:a16="http://schemas.microsoft.com/office/drawing/2014/main" id="{75CCC5CB-8D7B-83ED-DA51-ED8EB9537511}"/>
              </a:ext>
            </a:extLst>
          </p:cNvPr>
          <p:cNvPicPr>
            <a:picLocks noChangeAspect="1"/>
          </p:cNvPicPr>
          <p:nvPr/>
        </p:nvPicPr>
        <p:blipFill>
          <a:blip r:embed="rId5"/>
          <a:stretch>
            <a:fillRect/>
          </a:stretch>
        </p:blipFill>
        <p:spPr>
          <a:xfrm>
            <a:off x="298614" y="1364876"/>
            <a:ext cx="6039693" cy="4667901"/>
          </a:xfrm>
          <a:prstGeom prst="rect">
            <a:avLst/>
          </a:prstGeom>
        </p:spPr>
      </p:pic>
      <p:pic>
        <p:nvPicPr>
          <p:cNvPr id="23" name="Picture 22">
            <a:extLst>
              <a:ext uri="{FF2B5EF4-FFF2-40B4-BE49-F238E27FC236}">
                <a16:creationId xmlns:a16="http://schemas.microsoft.com/office/drawing/2014/main" id="{0D0FC3A2-2E2D-36D1-3996-09FB9DE7B6BE}"/>
              </a:ext>
            </a:extLst>
          </p:cNvPr>
          <p:cNvPicPr>
            <a:picLocks noChangeAspect="1"/>
          </p:cNvPicPr>
          <p:nvPr/>
        </p:nvPicPr>
        <p:blipFill>
          <a:blip r:embed="rId6"/>
          <a:stretch>
            <a:fillRect/>
          </a:stretch>
        </p:blipFill>
        <p:spPr>
          <a:xfrm>
            <a:off x="6338307" y="1428526"/>
            <a:ext cx="5456348" cy="4154834"/>
          </a:xfrm>
          <a:prstGeom prst="rect">
            <a:avLst/>
          </a:prstGeom>
        </p:spPr>
      </p:pic>
      <p:pic>
        <p:nvPicPr>
          <p:cNvPr id="25" name="Picture 24">
            <a:extLst>
              <a:ext uri="{FF2B5EF4-FFF2-40B4-BE49-F238E27FC236}">
                <a16:creationId xmlns:a16="http://schemas.microsoft.com/office/drawing/2014/main" id="{38210515-F277-0449-22B7-B559A5B2D84C}"/>
              </a:ext>
            </a:extLst>
          </p:cNvPr>
          <p:cNvPicPr>
            <a:picLocks noChangeAspect="1"/>
          </p:cNvPicPr>
          <p:nvPr/>
        </p:nvPicPr>
        <p:blipFill>
          <a:blip r:embed="rId7"/>
          <a:stretch>
            <a:fillRect/>
          </a:stretch>
        </p:blipFill>
        <p:spPr>
          <a:xfrm>
            <a:off x="7062473" y="5906933"/>
            <a:ext cx="4505954" cy="362001"/>
          </a:xfrm>
          <a:prstGeom prst="rect">
            <a:avLst/>
          </a:prstGeom>
        </p:spPr>
      </p:pic>
    </p:spTree>
    <p:extLst>
      <p:ext uri="{BB962C8B-B14F-4D97-AF65-F5344CB8AC3E}">
        <p14:creationId xmlns:p14="http://schemas.microsoft.com/office/powerpoint/2010/main" val="28111720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8479-84E5-B130-1416-87D7334AF15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FCD89EE-E6EE-763E-C708-B2BCC24324C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F93F432-4C1F-5DFA-D053-C3C47AED2714}"/>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449FA8D9-7E92-8313-75BE-630E653A0BDE}"/>
              </a:ext>
            </a:extLst>
          </p:cNvPr>
          <p:cNvSpPr>
            <a:spLocks noGrp="1"/>
          </p:cNvSpPr>
          <p:nvPr>
            <p:ph type="sldNum" sz="quarter" idx="12"/>
          </p:nvPr>
        </p:nvSpPr>
        <p:spPr/>
        <p:txBody>
          <a:bodyPr/>
          <a:lstStyle/>
          <a:p>
            <a:fld id="{5D474BC6-09C9-4ED8-ADF6-087D6F25D5BC}" type="slidenum">
              <a:rPr lang="en-US" smtClean="0"/>
              <a:t>88</a:t>
            </a:fld>
            <a:endParaRPr lang="en-US"/>
          </a:p>
        </p:txBody>
      </p:sp>
      <p:sp>
        <p:nvSpPr>
          <p:cNvPr id="9" name="TextBox 8">
            <a:extLst>
              <a:ext uri="{FF2B5EF4-FFF2-40B4-BE49-F238E27FC236}">
                <a16:creationId xmlns:a16="http://schemas.microsoft.com/office/drawing/2014/main" id="{E1DB94E4-9E73-A490-EF69-7E223180C587}"/>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C57872E-322F-75AA-36E7-31C6683FEE19}"/>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9C57872E-322F-75AA-36E7-31C6683FEE19}"/>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7ABD36-ED13-BBD4-1BDD-5ECF236506D2}"/>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A07ABD36-ED13-BBD4-1BDD-5ECF236506D2}"/>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9639C8E-EF7E-A7FE-F49A-39F47CA766DF}"/>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37FC9028-71F8-9D7F-C495-56B4FEF1D8DD}"/>
              </a:ext>
            </a:extLst>
          </p:cNvPr>
          <p:cNvPicPr>
            <a:picLocks noChangeAspect="1"/>
          </p:cNvPicPr>
          <p:nvPr/>
        </p:nvPicPr>
        <p:blipFill>
          <a:blip r:embed="rId5"/>
          <a:stretch>
            <a:fillRect/>
          </a:stretch>
        </p:blipFill>
        <p:spPr>
          <a:xfrm>
            <a:off x="7035650" y="827094"/>
            <a:ext cx="4715533" cy="228632"/>
          </a:xfrm>
          <a:prstGeom prst="rect">
            <a:avLst/>
          </a:prstGeom>
        </p:spPr>
      </p:pic>
      <p:pic>
        <p:nvPicPr>
          <p:cNvPr id="10" name="Picture 9">
            <a:extLst>
              <a:ext uri="{FF2B5EF4-FFF2-40B4-BE49-F238E27FC236}">
                <a16:creationId xmlns:a16="http://schemas.microsoft.com/office/drawing/2014/main" id="{9E8C7726-DB07-C1E4-FDE4-B246B453A9C8}"/>
              </a:ext>
            </a:extLst>
          </p:cNvPr>
          <p:cNvPicPr>
            <a:picLocks noChangeAspect="1"/>
          </p:cNvPicPr>
          <p:nvPr/>
        </p:nvPicPr>
        <p:blipFill>
          <a:blip r:embed="rId6"/>
          <a:stretch>
            <a:fillRect/>
          </a:stretch>
        </p:blipFill>
        <p:spPr>
          <a:xfrm>
            <a:off x="0" y="1452292"/>
            <a:ext cx="6115904" cy="4715533"/>
          </a:xfrm>
          <a:prstGeom prst="rect">
            <a:avLst/>
          </a:prstGeom>
        </p:spPr>
      </p:pic>
      <p:pic>
        <p:nvPicPr>
          <p:cNvPr id="12" name="Picture 11">
            <a:extLst>
              <a:ext uri="{FF2B5EF4-FFF2-40B4-BE49-F238E27FC236}">
                <a16:creationId xmlns:a16="http://schemas.microsoft.com/office/drawing/2014/main" id="{C81EB61C-758A-69DA-7CA3-46659F3A5205}"/>
              </a:ext>
            </a:extLst>
          </p:cNvPr>
          <p:cNvPicPr>
            <a:picLocks noChangeAspect="1"/>
          </p:cNvPicPr>
          <p:nvPr/>
        </p:nvPicPr>
        <p:blipFill>
          <a:blip r:embed="rId7"/>
          <a:stretch>
            <a:fillRect/>
          </a:stretch>
        </p:blipFill>
        <p:spPr>
          <a:xfrm>
            <a:off x="6115904" y="1488074"/>
            <a:ext cx="5526628" cy="4292695"/>
          </a:xfrm>
          <a:prstGeom prst="rect">
            <a:avLst/>
          </a:prstGeom>
        </p:spPr>
      </p:pic>
      <p:pic>
        <p:nvPicPr>
          <p:cNvPr id="14" name="Picture 13">
            <a:extLst>
              <a:ext uri="{FF2B5EF4-FFF2-40B4-BE49-F238E27FC236}">
                <a16:creationId xmlns:a16="http://schemas.microsoft.com/office/drawing/2014/main" id="{195A58A5-3851-E926-797B-41699AA276A2}"/>
              </a:ext>
            </a:extLst>
          </p:cNvPr>
          <p:cNvPicPr>
            <a:picLocks noChangeAspect="1"/>
          </p:cNvPicPr>
          <p:nvPr/>
        </p:nvPicPr>
        <p:blipFill>
          <a:blip r:embed="rId8"/>
          <a:stretch>
            <a:fillRect/>
          </a:stretch>
        </p:blipFill>
        <p:spPr>
          <a:xfrm>
            <a:off x="6857679" y="5969294"/>
            <a:ext cx="4591691" cy="352474"/>
          </a:xfrm>
          <a:prstGeom prst="rect">
            <a:avLst/>
          </a:prstGeom>
        </p:spPr>
      </p:pic>
    </p:spTree>
    <p:extLst>
      <p:ext uri="{BB962C8B-B14F-4D97-AF65-F5344CB8AC3E}">
        <p14:creationId xmlns:p14="http://schemas.microsoft.com/office/powerpoint/2010/main" val="34168567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3F524-162E-F276-685B-D84B0167F56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4923A48-EB74-459B-C2BA-92C7AE7CD8C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6E10D72-A075-97C0-DC7A-879173C1E8E5}"/>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DE55041A-D670-D6A6-3752-670CEDFF7251}"/>
              </a:ext>
            </a:extLst>
          </p:cNvPr>
          <p:cNvSpPr>
            <a:spLocks noGrp="1"/>
          </p:cNvSpPr>
          <p:nvPr>
            <p:ph type="sldNum" sz="quarter" idx="12"/>
          </p:nvPr>
        </p:nvSpPr>
        <p:spPr/>
        <p:txBody>
          <a:bodyPr/>
          <a:lstStyle/>
          <a:p>
            <a:fld id="{5D474BC6-09C9-4ED8-ADF6-087D6F25D5BC}" type="slidenum">
              <a:rPr lang="en-US" smtClean="0"/>
              <a:t>89</a:t>
            </a:fld>
            <a:endParaRPr lang="en-US"/>
          </a:p>
        </p:txBody>
      </p:sp>
      <p:sp>
        <p:nvSpPr>
          <p:cNvPr id="9" name="TextBox 8">
            <a:extLst>
              <a:ext uri="{FF2B5EF4-FFF2-40B4-BE49-F238E27FC236}">
                <a16:creationId xmlns:a16="http://schemas.microsoft.com/office/drawing/2014/main" id="{9B3DF141-8B8D-F869-68B1-497611412130}"/>
              </a:ext>
            </a:extLst>
          </p:cNvPr>
          <p:cNvSpPr txBox="1"/>
          <p:nvPr/>
        </p:nvSpPr>
        <p:spPr>
          <a:xfrm>
            <a:off x="685800" y="448056"/>
            <a:ext cx="10177272" cy="646331"/>
          </a:xfrm>
          <a:prstGeom prst="rect">
            <a:avLst/>
          </a:prstGeom>
          <a:noFill/>
        </p:spPr>
        <p:txBody>
          <a:bodyPr wrap="square" rtlCol="0">
            <a:spAutoFit/>
          </a:bodyPr>
          <a:lstStyle/>
          <a:p>
            <a:r>
              <a:rPr lang="en-US" b="1" dirty="0"/>
              <a:t>For n = 44 coils –3 to 3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A6BEC48-5B81-5865-AF13-1203FA506111}"/>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=5.2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2A6BEC48-5B81-5865-AF13-1203FA506111}"/>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2FD30CC-F476-3C6B-2D62-6BEA639FD5A7}"/>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42FD30CC-F476-3C6B-2D62-6BEA639FD5A7}"/>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57C431F-77EF-FECA-63CB-BC4648973AF2}"/>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7002B326-4653-8925-6BE1-2F8EA1CAECE0}"/>
              </a:ext>
            </a:extLst>
          </p:cNvPr>
          <p:cNvPicPr>
            <a:picLocks noChangeAspect="1"/>
          </p:cNvPicPr>
          <p:nvPr/>
        </p:nvPicPr>
        <p:blipFill>
          <a:blip r:embed="rId5"/>
          <a:stretch>
            <a:fillRect/>
          </a:stretch>
        </p:blipFill>
        <p:spPr>
          <a:xfrm>
            <a:off x="7035650" y="827094"/>
            <a:ext cx="4715533" cy="228632"/>
          </a:xfrm>
          <a:prstGeom prst="rect">
            <a:avLst/>
          </a:prstGeom>
        </p:spPr>
      </p:pic>
      <p:pic>
        <p:nvPicPr>
          <p:cNvPr id="11" name="Picture 10">
            <a:extLst>
              <a:ext uri="{FF2B5EF4-FFF2-40B4-BE49-F238E27FC236}">
                <a16:creationId xmlns:a16="http://schemas.microsoft.com/office/drawing/2014/main" id="{FABC8BE3-01EF-6EBF-11D3-14FCE1E03EC7}"/>
              </a:ext>
            </a:extLst>
          </p:cNvPr>
          <p:cNvPicPr>
            <a:picLocks noChangeAspect="1"/>
          </p:cNvPicPr>
          <p:nvPr/>
        </p:nvPicPr>
        <p:blipFill>
          <a:blip r:embed="rId6"/>
          <a:stretch>
            <a:fillRect/>
          </a:stretch>
        </p:blipFill>
        <p:spPr>
          <a:xfrm>
            <a:off x="133350" y="1619610"/>
            <a:ext cx="5715000" cy="4211516"/>
          </a:xfrm>
          <a:prstGeom prst="rect">
            <a:avLst/>
          </a:prstGeom>
        </p:spPr>
      </p:pic>
      <p:pic>
        <p:nvPicPr>
          <p:cNvPr id="15" name="Picture 14">
            <a:extLst>
              <a:ext uri="{FF2B5EF4-FFF2-40B4-BE49-F238E27FC236}">
                <a16:creationId xmlns:a16="http://schemas.microsoft.com/office/drawing/2014/main" id="{62E07E3F-0690-5243-6BEC-8FF5E51CC2C2}"/>
              </a:ext>
            </a:extLst>
          </p:cNvPr>
          <p:cNvPicPr>
            <a:picLocks noChangeAspect="1"/>
          </p:cNvPicPr>
          <p:nvPr/>
        </p:nvPicPr>
        <p:blipFill>
          <a:blip r:embed="rId7"/>
          <a:stretch>
            <a:fillRect/>
          </a:stretch>
        </p:blipFill>
        <p:spPr>
          <a:xfrm>
            <a:off x="5848350" y="1535864"/>
            <a:ext cx="5715001" cy="4206995"/>
          </a:xfrm>
          <a:prstGeom prst="rect">
            <a:avLst/>
          </a:prstGeom>
        </p:spPr>
      </p:pic>
      <p:pic>
        <p:nvPicPr>
          <p:cNvPr id="17" name="Picture 16">
            <a:extLst>
              <a:ext uri="{FF2B5EF4-FFF2-40B4-BE49-F238E27FC236}">
                <a16:creationId xmlns:a16="http://schemas.microsoft.com/office/drawing/2014/main" id="{DA626DF3-2CA7-CDA4-33DA-1B6D887575C7}"/>
              </a:ext>
            </a:extLst>
          </p:cNvPr>
          <p:cNvPicPr>
            <a:picLocks noChangeAspect="1"/>
          </p:cNvPicPr>
          <p:nvPr/>
        </p:nvPicPr>
        <p:blipFill>
          <a:blip r:embed="rId8"/>
          <a:stretch>
            <a:fillRect/>
          </a:stretch>
        </p:blipFill>
        <p:spPr>
          <a:xfrm>
            <a:off x="6595743" y="5944182"/>
            <a:ext cx="4582164" cy="362001"/>
          </a:xfrm>
          <a:prstGeom prst="rect">
            <a:avLst/>
          </a:prstGeom>
        </p:spPr>
      </p:pic>
    </p:spTree>
    <p:extLst>
      <p:ext uri="{BB962C8B-B14F-4D97-AF65-F5344CB8AC3E}">
        <p14:creationId xmlns:p14="http://schemas.microsoft.com/office/powerpoint/2010/main" val="24250715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84096-9908-A21D-1CB6-F14F4D86ACF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F4B5802-23D2-8C1C-C0F1-6F1B931EB09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839F8209-BC3D-774C-1BF1-044C02AFE6C4}"/>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F5DFBAA1-C638-D75E-E3DC-16A2CB0D7B7F}"/>
              </a:ext>
            </a:extLst>
          </p:cNvPr>
          <p:cNvSpPr>
            <a:spLocks noGrp="1"/>
          </p:cNvSpPr>
          <p:nvPr>
            <p:ph type="sldNum" sz="quarter" idx="12"/>
          </p:nvPr>
        </p:nvSpPr>
        <p:spPr/>
        <p:txBody>
          <a:bodyPr/>
          <a:lstStyle/>
          <a:p>
            <a:fld id="{5D474BC6-09C9-4ED8-ADF6-087D6F25D5BC}" type="slidenum">
              <a:rPr lang="en-US" smtClean="0"/>
              <a:t>90</a:t>
            </a:fld>
            <a:endParaRPr lang="en-US"/>
          </a:p>
        </p:txBody>
      </p:sp>
      <p:sp>
        <p:nvSpPr>
          <p:cNvPr id="9" name="TextBox 8">
            <a:extLst>
              <a:ext uri="{FF2B5EF4-FFF2-40B4-BE49-F238E27FC236}">
                <a16:creationId xmlns:a16="http://schemas.microsoft.com/office/drawing/2014/main" id="{6669C02E-BF5A-AE21-5262-C80D60474BBF}"/>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D968E30-7E75-B177-98F2-93FD3AD439D6}"/>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AD968E30-7E75-B177-98F2-93FD3AD439D6}"/>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6E20CF4-7BA5-52EC-FBFA-D6BB1D4130E0}"/>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06E20CF4-7BA5-52EC-FBFA-D6BB1D4130E0}"/>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3"/>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19DD3E1-5845-C5DC-3F01-C99EDBA82C0E}"/>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D1DAE60D-1153-CFBE-92C3-0196D8EE773A}"/>
              </a:ext>
            </a:extLst>
          </p:cNvPr>
          <p:cNvPicPr>
            <a:picLocks noChangeAspect="1"/>
          </p:cNvPicPr>
          <p:nvPr/>
        </p:nvPicPr>
        <p:blipFill>
          <a:blip r:embed="rId4"/>
          <a:stretch>
            <a:fillRect/>
          </a:stretch>
        </p:blipFill>
        <p:spPr>
          <a:xfrm>
            <a:off x="7273775" y="841743"/>
            <a:ext cx="4715533" cy="228632"/>
          </a:xfrm>
          <a:prstGeom prst="rect">
            <a:avLst/>
          </a:prstGeom>
        </p:spPr>
      </p:pic>
      <p:pic>
        <p:nvPicPr>
          <p:cNvPr id="11" name="Picture 10">
            <a:extLst>
              <a:ext uri="{FF2B5EF4-FFF2-40B4-BE49-F238E27FC236}">
                <a16:creationId xmlns:a16="http://schemas.microsoft.com/office/drawing/2014/main" id="{261C0380-6FC8-E2F7-1923-29FBD2732BE3}"/>
              </a:ext>
            </a:extLst>
          </p:cNvPr>
          <p:cNvPicPr>
            <a:picLocks noChangeAspect="1"/>
          </p:cNvPicPr>
          <p:nvPr/>
        </p:nvPicPr>
        <p:blipFill>
          <a:blip r:embed="rId5"/>
          <a:stretch>
            <a:fillRect/>
          </a:stretch>
        </p:blipFill>
        <p:spPr>
          <a:xfrm>
            <a:off x="685800" y="1825286"/>
            <a:ext cx="4905123" cy="3800164"/>
          </a:xfrm>
          <a:prstGeom prst="rect">
            <a:avLst/>
          </a:prstGeom>
        </p:spPr>
      </p:pic>
      <p:pic>
        <p:nvPicPr>
          <p:cNvPr id="15" name="Picture 14">
            <a:extLst>
              <a:ext uri="{FF2B5EF4-FFF2-40B4-BE49-F238E27FC236}">
                <a16:creationId xmlns:a16="http://schemas.microsoft.com/office/drawing/2014/main" id="{54DEA421-182C-3F4B-010E-A4BF873E71C8}"/>
              </a:ext>
            </a:extLst>
          </p:cNvPr>
          <p:cNvPicPr>
            <a:picLocks noChangeAspect="1"/>
          </p:cNvPicPr>
          <p:nvPr/>
        </p:nvPicPr>
        <p:blipFill>
          <a:blip r:embed="rId6"/>
          <a:stretch>
            <a:fillRect/>
          </a:stretch>
        </p:blipFill>
        <p:spPr>
          <a:xfrm>
            <a:off x="5845746" y="1598933"/>
            <a:ext cx="5529707" cy="4306394"/>
          </a:xfrm>
          <a:prstGeom prst="rect">
            <a:avLst/>
          </a:prstGeom>
        </p:spPr>
      </p:pic>
    </p:spTree>
    <p:extLst>
      <p:ext uri="{BB962C8B-B14F-4D97-AF65-F5344CB8AC3E}">
        <p14:creationId xmlns:p14="http://schemas.microsoft.com/office/powerpoint/2010/main" val="36643567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D0788A-B664-768C-BCC0-0F46A91B2B3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AF458E5-18B3-1ADD-AE88-07754528F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E20D7-72D7-45DF-917F-E1A40419977C}"/>
              </a:ext>
            </a:extLst>
          </p:cNvPr>
          <p:cNvSpPr>
            <a:spLocks noGrp="1"/>
          </p:cNvSpPr>
          <p:nvPr>
            <p:ph type="sldNum" sz="quarter" idx="12"/>
          </p:nvPr>
        </p:nvSpPr>
        <p:spPr/>
        <p:txBody>
          <a:bodyPr/>
          <a:lstStyle/>
          <a:p>
            <a:fld id="{5D474BC6-09C9-4ED8-ADF6-087D6F25D5BC}" type="slidenum">
              <a:rPr lang="en-US" smtClean="0"/>
              <a:t>91</a:t>
            </a:fld>
            <a:endParaRPr lang="en-US"/>
          </a:p>
        </p:txBody>
      </p:sp>
    </p:spTree>
    <p:extLst>
      <p:ext uri="{BB962C8B-B14F-4D97-AF65-F5344CB8AC3E}">
        <p14:creationId xmlns:p14="http://schemas.microsoft.com/office/powerpoint/2010/main" val="40092133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4C04-B74C-8323-EB00-730D29869E8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7489034-0E4E-4303-8CD9-6FA38593376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910B0EC-0C98-6B7E-7B01-63E02921D693}"/>
              </a:ext>
            </a:extLst>
          </p:cNvPr>
          <p:cNvSpPr>
            <a:spLocks noGrp="1"/>
          </p:cNvSpPr>
          <p:nvPr>
            <p:ph type="ftr" sz="quarter" idx="11"/>
          </p:nvPr>
        </p:nvSpPr>
        <p:spPr/>
        <p:txBody>
          <a:bodyPr/>
          <a:lstStyle/>
          <a:p>
            <a:r>
              <a:rPr lang="en-US" dirty="0"/>
              <a:t>Jan 30</a:t>
            </a:r>
          </a:p>
        </p:txBody>
      </p:sp>
      <p:sp>
        <p:nvSpPr>
          <p:cNvPr id="6" name="Slide Number Placeholder 5">
            <a:extLst>
              <a:ext uri="{FF2B5EF4-FFF2-40B4-BE49-F238E27FC236}">
                <a16:creationId xmlns:a16="http://schemas.microsoft.com/office/drawing/2014/main" id="{6BB42B76-567F-E4FD-7180-61ADD5236B88}"/>
              </a:ext>
            </a:extLst>
          </p:cNvPr>
          <p:cNvSpPr>
            <a:spLocks noGrp="1"/>
          </p:cNvSpPr>
          <p:nvPr>
            <p:ph type="sldNum" sz="quarter" idx="12"/>
          </p:nvPr>
        </p:nvSpPr>
        <p:spPr/>
        <p:txBody>
          <a:bodyPr/>
          <a:lstStyle/>
          <a:p>
            <a:fld id="{5D474BC6-09C9-4ED8-ADF6-087D6F25D5BC}" type="slidenum">
              <a:rPr lang="en-US" smtClean="0"/>
              <a:t>92</a:t>
            </a:fld>
            <a:endParaRPr lang="en-US"/>
          </a:p>
        </p:txBody>
      </p:sp>
      <p:pic>
        <p:nvPicPr>
          <p:cNvPr id="3" name="Picture 2">
            <a:extLst>
              <a:ext uri="{FF2B5EF4-FFF2-40B4-BE49-F238E27FC236}">
                <a16:creationId xmlns:a16="http://schemas.microsoft.com/office/drawing/2014/main" id="{55DA46F8-13AE-894C-9EE6-BBB1366196C9}"/>
              </a:ext>
            </a:extLst>
          </p:cNvPr>
          <p:cNvPicPr>
            <a:picLocks noChangeAspect="1"/>
          </p:cNvPicPr>
          <p:nvPr/>
        </p:nvPicPr>
        <p:blipFill>
          <a:blip r:embed="rId2"/>
          <a:srcRect l="37581" r="24714"/>
          <a:stretch>
            <a:fillRect/>
          </a:stretch>
        </p:blipFill>
        <p:spPr>
          <a:xfrm>
            <a:off x="7687867" y="1133049"/>
            <a:ext cx="2485565" cy="4001058"/>
          </a:xfrm>
          <a:prstGeom prst="rect">
            <a:avLst/>
          </a:prstGeom>
        </p:spPr>
      </p:pic>
      <p:pic>
        <p:nvPicPr>
          <p:cNvPr id="8" name="Picture 7">
            <a:extLst>
              <a:ext uri="{FF2B5EF4-FFF2-40B4-BE49-F238E27FC236}">
                <a16:creationId xmlns:a16="http://schemas.microsoft.com/office/drawing/2014/main" id="{09234B5B-08E4-4801-6C23-F06402BC4C18}"/>
              </a:ext>
            </a:extLst>
          </p:cNvPr>
          <p:cNvPicPr>
            <a:picLocks noChangeAspect="1"/>
          </p:cNvPicPr>
          <p:nvPr/>
        </p:nvPicPr>
        <p:blipFill>
          <a:blip r:embed="rId3"/>
          <a:stretch>
            <a:fillRect/>
          </a:stretch>
        </p:blipFill>
        <p:spPr>
          <a:xfrm>
            <a:off x="1589985" y="337601"/>
            <a:ext cx="3581900" cy="5591955"/>
          </a:xfrm>
          <a:prstGeom prst="rect">
            <a:avLst/>
          </a:prstGeom>
        </p:spPr>
      </p:pic>
      <p:cxnSp>
        <p:nvCxnSpPr>
          <p:cNvPr id="10" name="Straight Arrow Connector 9">
            <a:extLst>
              <a:ext uri="{FF2B5EF4-FFF2-40B4-BE49-F238E27FC236}">
                <a16:creationId xmlns:a16="http://schemas.microsoft.com/office/drawing/2014/main" id="{33A042A3-4468-75C0-FA2D-31516BC0BA5F}"/>
              </a:ext>
            </a:extLst>
          </p:cNvPr>
          <p:cNvCxnSpPr>
            <a:endCxn id="3" idx="1"/>
          </p:cNvCxnSpPr>
          <p:nvPr/>
        </p:nvCxnSpPr>
        <p:spPr>
          <a:xfrm>
            <a:off x="5749290" y="3133578"/>
            <a:ext cx="19385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93730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75A4-BF7E-5C6C-63C8-66AE603867F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0C0C626-9A67-CD34-A11B-2B1E18E7ABD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3B4ECF4-3A97-C51F-E686-CC2E49E0DBB7}"/>
              </a:ext>
            </a:extLst>
          </p:cNvPr>
          <p:cNvSpPr>
            <a:spLocks noGrp="1"/>
          </p:cNvSpPr>
          <p:nvPr>
            <p:ph type="ftr" sz="quarter" idx="11"/>
          </p:nvPr>
        </p:nvSpPr>
        <p:spPr/>
        <p:txBody>
          <a:bodyPr/>
          <a:lstStyle/>
          <a:p>
            <a:r>
              <a:rPr lang="en-US" dirty="0"/>
              <a:t>Feb 2</a:t>
            </a:r>
          </a:p>
        </p:txBody>
      </p:sp>
      <p:sp>
        <p:nvSpPr>
          <p:cNvPr id="6" name="Slide Number Placeholder 5">
            <a:extLst>
              <a:ext uri="{FF2B5EF4-FFF2-40B4-BE49-F238E27FC236}">
                <a16:creationId xmlns:a16="http://schemas.microsoft.com/office/drawing/2014/main" id="{993EE225-BF17-4EAA-A21A-F03B3B652339}"/>
              </a:ext>
            </a:extLst>
          </p:cNvPr>
          <p:cNvSpPr>
            <a:spLocks noGrp="1"/>
          </p:cNvSpPr>
          <p:nvPr>
            <p:ph type="sldNum" sz="quarter" idx="12"/>
          </p:nvPr>
        </p:nvSpPr>
        <p:spPr/>
        <p:txBody>
          <a:bodyPr/>
          <a:lstStyle/>
          <a:p>
            <a:fld id="{5D474BC6-09C9-4ED8-ADF6-087D6F25D5BC}" type="slidenum">
              <a:rPr lang="en-US" smtClean="0"/>
              <a:t>93</a:t>
            </a:fld>
            <a:endParaRPr lang="en-US"/>
          </a:p>
        </p:txBody>
      </p:sp>
      <p:pic>
        <p:nvPicPr>
          <p:cNvPr id="7" name="Picture 6">
            <a:extLst>
              <a:ext uri="{FF2B5EF4-FFF2-40B4-BE49-F238E27FC236}">
                <a16:creationId xmlns:a16="http://schemas.microsoft.com/office/drawing/2014/main" id="{A45B2862-533C-FC79-38FD-77615D5D96BF}"/>
              </a:ext>
            </a:extLst>
          </p:cNvPr>
          <p:cNvPicPr>
            <a:picLocks noChangeAspect="1"/>
          </p:cNvPicPr>
          <p:nvPr/>
        </p:nvPicPr>
        <p:blipFill>
          <a:blip r:embed="rId2"/>
          <a:stretch>
            <a:fillRect/>
          </a:stretch>
        </p:blipFill>
        <p:spPr>
          <a:xfrm>
            <a:off x="134440" y="1127428"/>
            <a:ext cx="4789766" cy="2964844"/>
          </a:xfrm>
          <a:prstGeom prst="rect">
            <a:avLst/>
          </a:prstGeom>
        </p:spPr>
      </p:pic>
      <p:pic>
        <p:nvPicPr>
          <p:cNvPr id="11" name="Picture 10">
            <a:extLst>
              <a:ext uri="{FF2B5EF4-FFF2-40B4-BE49-F238E27FC236}">
                <a16:creationId xmlns:a16="http://schemas.microsoft.com/office/drawing/2014/main" id="{E672D395-DFE4-F9B1-031F-EF217B2D8621}"/>
              </a:ext>
            </a:extLst>
          </p:cNvPr>
          <p:cNvPicPr>
            <a:picLocks noChangeAspect="1"/>
          </p:cNvPicPr>
          <p:nvPr/>
        </p:nvPicPr>
        <p:blipFill>
          <a:blip r:embed="rId3"/>
          <a:stretch>
            <a:fillRect/>
          </a:stretch>
        </p:blipFill>
        <p:spPr>
          <a:xfrm>
            <a:off x="5228135" y="491371"/>
            <a:ext cx="6591300" cy="3956217"/>
          </a:xfrm>
          <a:prstGeom prst="rect">
            <a:avLst/>
          </a:prstGeom>
        </p:spPr>
      </p:pic>
      <p:pic>
        <p:nvPicPr>
          <p:cNvPr id="13" name="Picture 12">
            <a:extLst>
              <a:ext uri="{FF2B5EF4-FFF2-40B4-BE49-F238E27FC236}">
                <a16:creationId xmlns:a16="http://schemas.microsoft.com/office/drawing/2014/main" id="{91ADAC8C-1BB6-275E-B3BC-C7545B4DDEBF}"/>
              </a:ext>
            </a:extLst>
          </p:cNvPr>
          <p:cNvPicPr>
            <a:picLocks noChangeAspect="1"/>
          </p:cNvPicPr>
          <p:nvPr/>
        </p:nvPicPr>
        <p:blipFill>
          <a:blip r:embed="rId4"/>
          <a:stretch>
            <a:fillRect/>
          </a:stretch>
        </p:blipFill>
        <p:spPr>
          <a:xfrm>
            <a:off x="1314134" y="4871837"/>
            <a:ext cx="2267266" cy="704948"/>
          </a:xfrm>
          <a:prstGeom prst="rect">
            <a:avLst/>
          </a:prstGeom>
        </p:spPr>
      </p:pic>
      <p:pic>
        <p:nvPicPr>
          <p:cNvPr id="15" name="Picture 14">
            <a:extLst>
              <a:ext uri="{FF2B5EF4-FFF2-40B4-BE49-F238E27FC236}">
                <a16:creationId xmlns:a16="http://schemas.microsoft.com/office/drawing/2014/main" id="{672A861C-70C6-6E30-ED4E-3BA0701A49E6}"/>
              </a:ext>
            </a:extLst>
          </p:cNvPr>
          <p:cNvPicPr>
            <a:picLocks noChangeAspect="1"/>
          </p:cNvPicPr>
          <p:nvPr/>
        </p:nvPicPr>
        <p:blipFill>
          <a:blip r:embed="rId5"/>
          <a:stretch>
            <a:fillRect/>
          </a:stretch>
        </p:blipFill>
        <p:spPr>
          <a:xfrm>
            <a:off x="5105238" y="4957574"/>
            <a:ext cx="2324424" cy="533474"/>
          </a:xfrm>
          <a:prstGeom prst="rect">
            <a:avLst/>
          </a:prstGeom>
        </p:spPr>
      </p:pic>
      <p:pic>
        <p:nvPicPr>
          <p:cNvPr id="17" name="Picture 16">
            <a:extLst>
              <a:ext uri="{FF2B5EF4-FFF2-40B4-BE49-F238E27FC236}">
                <a16:creationId xmlns:a16="http://schemas.microsoft.com/office/drawing/2014/main" id="{9A4948C5-143F-8923-8AE1-DBDA670B47B1}"/>
              </a:ext>
            </a:extLst>
          </p:cNvPr>
          <p:cNvPicPr>
            <a:picLocks noChangeAspect="1"/>
          </p:cNvPicPr>
          <p:nvPr/>
        </p:nvPicPr>
        <p:blipFill>
          <a:blip r:embed="rId6"/>
          <a:stretch>
            <a:fillRect/>
          </a:stretch>
        </p:blipFill>
        <p:spPr>
          <a:xfrm>
            <a:off x="8953500" y="4909942"/>
            <a:ext cx="2476846" cy="628738"/>
          </a:xfrm>
          <a:prstGeom prst="rect">
            <a:avLst/>
          </a:prstGeom>
        </p:spPr>
      </p:pic>
      <p:sp>
        <p:nvSpPr>
          <p:cNvPr id="18" name="TextBox 17">
            <a:extLst>
              <a:ext uri="{FF2B5EF4-FFF2-40B4-BE49-F238E27FC236}">
                <a16:creationId xmlns:a16="http://schemas.microsoft.com/office/drawing/2014/main" id="{D3E585C7-EC94-0AF9-4290-EF125210C748}"/>
              </a:ext>
            </a:extLst>
          </p:cNvPr>
          <p:cNvSpPr txBox="1"/>
          <p:nvPr/>
        </p:nvSpPr>
        <p:spPr>
          <a:xfrm>
            <a:off x="1314134" y="5781675"/>
            <a:ext cx="2267266" cy="369332"/>
          </a:xfrm>
          <a:prstGeom prst="rect">
            <a:avLst/>
          </a:prstGeom>
          <a:noFill/>
        </p:spPr>
        <p:txBody>
          <a:bodyPr wrap="square" rtlCol="0">
            <a:spAutoFit/>
          </a:bodyPr>
          <a:lstStyle/>
          <a:p>
            <a:r>
              <a:rPr lang="en-US" dirty="0"/>
              <a:t>average</a:t>
            </a:r>
          </a:p>
        </p:txBody>
      </p:sp>
      <p:sp>
        <p:nvSpPr>
          <p:cNvPr id="19" name="TextBox 18">
            <a:extLst>
              <a:ext uri="{FF2B5EF4-FFF2-40B4-BE49-F238E27FC236}">
                <a16:creationId xmlns:a16="http://schemas.microsoft.com/office/drawing/2014/main" id="{A97882FF-3733-7577-4730-28CBF1938E7E}"/>
              </a:ext>
            </a:extLst>
          </p:cNvPr>
          <p:cNvSpPr txBox="1"/>
          <p:nvPr/>
        </p:nvSpPr>
        <p:spPr>
          <a:xfrm>
            <a:off x="5105238" y="5631702"/>
            <a:ext cx="2267266" cy="369332"/>
          </a:xfrm>
          <a:prstGeom prst="rect">
            <a:avLst/>
          </a:prstGeom>
          <a:noFill/>
        </p:spPr>
        <p:txBody>
          <a:bodyPr wrap="square" rtlCol="0">
            <a:spAutoFit/>
          </a:bodyPr>
          <a:lstStyle/>
          <a:p>
            <a:r>
              <a:rPr lang="en-US" dirty="0"/>
              <a:t>maximum</a:t>
            </a:r>
          </a:p>
        </p:txBody>
      </p:sp>
      <p:sp>
        <p:nvSpPr>
          <p:cNvPr id="20" name="TextBox 19">
            <a:extLst>
              <a:ext uri="{FF2B5EF4-FFF2-40B4-BE49-F238E27FC236}">
                <a16:creationId xmlns:a16="http://schemas.microsoft.com/office/drawing/2014/main" id="{A28AA1CE-6725-C336-59A4-95F3221EE130}"/>
              </a:ext>
            </a:extLst>
          </p:cNvPr>
          <p:cNvSpPr txBox="1"/>
          <p:nvPr/>
        </p:nvSpPr>
        <p:spPr>
          <a:xfrm>
            <a:off x="8953500" y="5631986"/>
            <a:ext cx="2267266" cy="369332"/>
          </a:xfrm>
          <a:prstGeom prst="rect">
            <a:avLst/>
          </a:prstGeom>
          <a:noFill/>
        </p:spPr>
        <p:txBody>
          <a:bodyPr wrap="square" rtlCol="0">
            <a:spAutoFit/>
          </a:bodyPr>
          <a:lstStyle/>
          <a:p>
            <a:r>
              <a:rPr lang="en-US" dirty="0"/>
              <a:t>minimum</a:t>
            </a:r>
          </a:p>
        </p:txBody>
      </p:sp>
    </p:spTree>
    <p:extLst>
      <p:ext uri="{BB962C8B-B14F-4D97-AF65-F5344CB8AC3E}">
        <p14:creationId xmlns:p14="http://schemas.microsoft.com/office/powerpoint/2010/main" val="24388341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60210-22DB-94C4-780A-20688E22FA3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8EB9CD4-E4AA-741D-F685-D90B240E7A0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071EF75-AD7C-47AA-3619-C64431CF46B7}"/>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780E051C-0189-4664-FAC7-5D5EB2E30FCD}"/>
              </a:ext>
            </a:extLst>
          </p:cNvPr>
          <p:cNvSpPr>
            <a:spLocks noGrp="1"/>
          </p:cNvSpPr>
          <p:nvPr>
            <p:ph type="sldNum" sz="quarter" idx="12"/>
          </p:nvPr>
        </p:nvSpPr>
        <p:spPr/>
        <p:txBody>
          <a:bodyPr/>
          <a:lstStyle/>
          <a:p>
            <a:fld id="{5D474BC6-09C9-4ED8-ADF6-087D6F25D5BC}" type="slidenum">
              <a:rPr lang="en-US" smtClean="0"/>
              <a:t>94</a:t>
            </a:fld>
            <a:endParaRPr lang="en-US"/>
          </a:p>
        </p:txBody>
      </p:sp>
      <p:sp>
        <p:nvSpPr>
          <p:cNvPr id="9" name="TextBox 8">
            <a:extLst>
              <a:ext uri="{FF2B5EF4-FFF2-40B4-BE49-F238E27FC236}">
                <a16:creationId xmlns:a16="http://schemas.microsoft.com/office/drawing/2014/main" id="{9764508D-69C7-C2A5-9E55-730BD19E1226}"/>
              </a:ext>
            </a:extLst>
          </p:cNvPr>
          <p:cNvSpPr txBox="1"/>
          <p:nvPr/>
        </p:nvSpPr>
        <p:spPr>
          <a:xfrm>
            <a:off x="685800" y="448056"/>
            <a:ext cx="10177272" cy="646331"/>
          </a:xfrm>
          <a:prstGeom prst="rect">
            <a:avLst/>
          </a:prstGeom>
          <a:noFill/>
        </p:spPr>
        <p:txBody>
          <a:bodyPr wrap="square" rtlCol="0">
            <a:spAutoFit/>
          </a:bodyPr>
          <a:lstStyle/>
          <a:p>
            <a:r>
              <a:rPr lang="en-US" b="1" dirty="0"/>
              <a:t>For n = 44 coils –3 to 3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B08174C-24F6-9143-E6B4-0C90FD04DF42}"/>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=5.2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5B08174C-24F6-9143-E6B4-0C90FD04DF42}"/>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C8C80ED-8717-D828-B04A-FBA236277BDA}"/>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EC8C80ED-8717-D828-B04A-FBA236277BDA}"/>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638D4FE-5BC4-B89E-C10C-876BB062D5ED}"/>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66C5BAC6-5DF1-82C5-236D-915E01A72489}"/>
              </a:ext>
            </a:extLst>
          </p:cNvPr>
          <p:cNvPicPr>
            <a:picLocks noChangeAspect="1"/>
          </p:cNvPicPr>
          <p:nvPr/>
        </p:nvPicPr>
        <p:blipFill>
          <a:blip r:embed="rId5"/>
          <a:stretch>
            <a:fillRect/>
          </a:stretch>
        </p:blipFill>
        <p:spPr>
          <a:xfrm>
            <a:off x="7035650" y="827094"/>
            <a:ext cx="4715533" cy="228632"/>
          </a:xfrm>
          <a:prstGeom prst="rect">
            <a:avLst/>
          </a:prstGeom>
        </p:spPr>
      </p:pic>
      <p:pic>
        <p:nvPicPr>
          <p:cNvPr id="11" name="Picture 10">
            <a:extLst>
              <a:ext uri="{FF2B5EF4-FFF2-40B4-BE49-F238E27FC236}">
                <a16:creationId xmlns:a16="http://schemas.microsoft.com/office/drawing/2014/main" id="{5A02A405-1A1F-5F43-C68B-F271AAFDF8A9}"/>
              </a:ext>
            </a:extLst>
          </p:cNvPr>
          <p:cNvPicPr>
            <a:picLocks noChangeAspect="1"/>
          </p:cNvPicPr>
          <p:nvPr/>
        </p:nvPicPr>
        <p:blipFill>
          <a:blip r:embed="rId6"/>
          <a:stretch>
            <a:fillRect/>
          </a:stretch>
        </p:blipFill>
        <p:spPr>
          <a:xfrm>
            <a:off x="133350" y="1619610"/>
            <a:ext cx="5715000" cy="4211516"/>
          </a:xfrm>
          <a:prstGeom prst="rect">
            <a:avLst/>
          </a:prstGeom>
        </p:spPr>
      </p:pic>
      <p:pic>
        <p:nvPicPr>
          <p:cNvPr id="15" name="Picture 14">
            <a:extLst>
              <a:ext uri="{FF2B5EF4-FFF2-40B4-BE49-F238E27FC236}">
                <a16:creationId xmlns:a16="http://schemas.microsoft.com/office/drawing/2014/main" id="{FC094D71-F00A-290A-EDCB-3FE29C25CC5F}"/>
              </a:ext>
            </a:extLst>
          </p:cNvPr>
          <p:cNvPicPr>
            <a:picLocks noChangeAspect="1"/>
          </p:cNvPicPr>
          <p:nvPr/>
        </p:nvPicPr>
        <p:blipFill>
          <a:blip r:embed="rId7"/>
          <a:stretch>
            <a:fillRect/>
          </a:stretch>
        </p:blipFill>
        <p:spPr>
          <a:xfrm>
            <a:off x="5848350" y="1535864"/>
            <a:ext cx="5715001" cy="4206995"/>
          </a:xfrm>
          <a:prstGeom prst="rect">
            <a:avLst/>
          </a:prstGeom>
        </p:spPr>
      </p:pic>
      <p:pic>
        <p:nvPicPr>
          <p:cNvPr id="17" name="Picture 16">
            <a:extLst>
              <a:ext uri="{FF2B5EF4-FFF2-40B4-BE49-F238E27FC236}">
                <a16:creationId xmlns:a16="http://schemas.microsoft.com/office/drawing/2014/main" id="{1EB10CD2-86A9-DF6D-5D2D-6C2F4A3C6AD0}"/>
              </a:ext>
            </a:extLst>
          </p:cNvPr>
          <p:cNvPicPr>
            <a:picLocks noChangeAspect="1"/>
          </p:cNvPicPr>
          <p:nvPr/>
        </p:nvPicPr>
        <p:blipFill>
          <a:blip r:embed="rId8"/>
          <a:stretch>
            <a:fillRect/>
          </a:stretch>
        </p:blipFill>
        <p:spPr>
          <a:xfrm>
            <a:off x="6595743" y="5944182"/>
            <a:ext cx="4582164" cy="362001"/>
          </a:xfrm>
          <a:prstGeom prst="rect">
            <a:avLst/>
          </a:prstGeom>
        </p:spPr>
      </p:pic>
    </p:spTree>
    <p:extLst>
      <p:ext uri="{BB962C8B-B14F-4D97-AF65-F5344CB8AC3E}">
        <p14:creationId xmlns:p14="http://schemas.microsoft.com/office/powerpoint/2010/main" val="28265871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0A1F-3FEB-7EDB-B5B1-AD5593805A5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C5B3E1A-02AA-E194-34F3-DB728804755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0DC475D-8768-960D-6189-68DA637CCDA2}"/>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E695086F-D17B-5292-06E0-50AE3233C7F2}"/>
              </a:ext>
            </a:extLst>
          </p:cNvPr>
          <p:cNvSpPr>
            <a:spLocks noGrp="1"/>
          </p:cNvSpPr>
          <p:nvPr>
            <p:ph type="sldNum" sz="quarter" idx="12"/>
          </p:nvPr>
        </p:nvSpPr>
        <p:spPr/>
        <p:txBody>
          <a:bodyPr/>
          <a:lstStyle/>
          <a:p>
            <a:fld id="{5D474BC6-09C9-4ED8-ADF6-087D6F25D5BC}" type="slidenum">
              <a:rPr lang="en-US" smtClean="0"/>
              <a:t>95</a:t>
            </a:fld>
            <a:endParaRPr lang="en-US"/>
          </a:p>
        </p:txBody>
      </p:sp>
      <p:sp>
        <p:nvSpPr>
          <p:cNvPr id="9" name="TextBox 8">
            <a:extLst>
              <a:ext uri="{FF2B5EF4-FFF2-40B4-BE49-F238E27FC236}">
                <a16:creationId xmlns:a16="http://schemas.microsoft.com/office/drawing/2014/main" id="{763C91A3-73EC-56A8-C2B7-5E0240648801}"/>
              </a:ext>
            </a:extLst>
          </p:cNvPr>
          <p:cNvSpPr txBox="1"/>
          <p:nvPr/>
        </p:nvSpPr>
        <p:spPr>
          <a:xfrm>
            <a:off x="685800" y="448056"/>
            <a:ext cx="10177272" cy="646331"/>
          </a:xfrm>
          <a:prstGeom prst="rect">
            <a:avLst/>
          </a:prstGeom>
          <a:noFill/>
        </p:spPr>
        <p:txBody>
          <a:bodyPr wrap="square" rtlCol="0">
            <a:spAutoFit/>
          </a:bodyPr>
          <a:lstStyle/>
          <a:p>
            <a:r>
              <a:rPr lang="en-US" b="1" dirty="0"/>
              <a:t>For n = 64 coils –3 to 3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BD7E58A-1288-AC1E-D5CB-1732D792C00C}"/>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=7.2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1BD7E58A-1288-AC1E-D5CB-1732D792C00C}"/>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267FE0-A549-C398-08BC-76D2743CCD20}"/>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3A267FE0-A549-C398-08BC-76D2743CCD20}"/>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BDF1B6C-635A-29F8-BC76-2EA26128BA30}"/>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89240402-B797-5292-4B9F-1F5DBBEC36A8}"/>
              </a:ext>
            </a:extLst>
          </p:cNvPr>
          <p:cNvPicPr>
            <a:picLocks noChangeAspect="1"/>
          </p:cNvPicPr>
          <p:nvPr/>
        </p:nvPicPr>
        <p:blipFill>
          <a:blip r:embed="rId5"/>
          <a:stretch>
            <a:fillRect/>
          </a:stretch>
        </p:blipFill>
        <p:spPr>
          <a:xfrm>
            <a:off x="7035650" y="827094"/>
            <a:ext cx="4715533" cy="228632"/>
          </a:xfrm>
          <a:prstGeom prst="rect">
            <a:avLst/>
          </a:prstGeom>
        </p:spPr>
      </p:pic>
      <p:pic>
        <p:nvPicPr>
          <p:cNvPr id="10" name="Picture 9">
            <a:extLst>
              <a:ext uri="{FF2B5EF4-FFF2-40B4-BE49-F238E27FC236}">
                <a16:creationId xmlns:a16="http://schemas.microsoft.com/office/drawing/2014/main" id="{013C19EF-4001-DABB-01B0-42EC01A5334C}"/>
              </a:ext>
            </a:extLst>
          </p:cNvPr>
          <p:cNvPicPr>
            <a:picLocks noChangeAspect="1"/>
          </p:cNvPicPr>
          <p:nvPr/>
        </p:nvPicPr>
        <p:blipFill>
          <a:blip r:embed="rId6"/>
          <a:stretch>
            <a:fillRect/>
          </a:stretch>
        </p:blipFill>
        <p:spPr>
          <a:xfrm>
            <a:off x="85726" y="1587662"/>
            <a:ext cx="5657850" cy="4273667"/>
          </a:xfrm>
          <a:prstGeom prst="rect">
            <a:avLst/>
          </a:prstGeom>
        </p:spPr>
      </p:pic>
      <p:pic>
        <p:nvPicPr>
          <p:cNvPr id="13" name="Picture 12">
            <a:extLst>
              <a:ext uri="{FF2B5EF4-FFF2-40B4-BE49-F238E27FC236}">
                <a16:creationId xmlns:a16="http://schemas.microsoft.com/office/drawing/2014/main" id="{98C0538E-0E12-79D0-1861-E2E527C01C9E}"/>
              </a:ext>
            </a:extLst>
          </p:cNvPr>
          <p:cNvPicPr>
            <a:picLocks noChangeAspect="1"/>
          </p:cNvPicPr>
          <p:nvPr/>
        </p:nvPicPr>
        <p:blipFill>
          <a:blip r:embed="rId7"/>
          <a:stretch>
            <a:fillRect/>
          </a:stretch>
        </p:blipFill>
        <p:spPr>
          <a:xfrm>
            <a:off x="5921884" y="1405004"/>
            <a:ext cx="5829299" cy="4443941"/>
          </a:xfrm>
          <a:prstGeom prst="rect">
            <a:avLst/>
          </a:prstGeom>
        </p:spPr>
      </p:pic>
      <p:pic>
        <p:nvPicPr>
          <p:cNvPr id="16" name="Picture 15">
            <a:extLst>
              <a:ext uri="{FF2B5EF4-FFF2-40B4-BE49-F238E27FC236}">
                <a16:creationId xmlns:a16="http://schemas.microsoft.com/office/drawing/2014/main" id="{F8D39EC6-1E6F-F0B1-124D-BC2A9D08922D}"/>
              </a:ext>
            </a:extLst>
          </p:cNvPr>
          <p:cNvPicPr>
            <a:picLocks noChangeAspect="1"/>
          </p:cNvPicPr>
          <p:nvPr/>
        </p:nvPicPr>
        <p:blipFill>
          <a:blip r:embed="rId8"/>
          <a:stretch>
            <a:fillRect/>
          </a:stretch>
        </p:blipFill>
        <p:spPr>
          <a:xfrm>
            <a:off x="6809741" y="6030906"/>
            <a:ext cx="4544059" cy="409632"/>
          </a:xfrm>
          <a:prstGeom prst="rect">
            <a:avLst/>
          </a:prstGeom>
        </p:spPr>
      </p:pic>
    </p:spTree>
    <p:extLst>
      <p:ext uri="{BB962C8B-B14F-4D97-AF65-F5344CB8AC3E}">
        <p14:creationId xmlns:p14="http://schemas.microsoft.com/office/powerpoint/2010/main" val="10501021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82C2C-75CD-3791-46F4-EB00FD65C69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C2D43AA-882A-3145-75CE-72076EDF3C7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E2F8FBA5-158D-51BD-3E6D-AE7A90632F50}"/>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BC0EA866-40EC-DB4B-BCDD-50CE5119EDA7}"/>
              </a:ext>
            </a:extLst>
          </p:cNvPr>
          <p:cNvSpPr>
            <a:spLocks noGrp="1"/>
          </p:cNvSpPr>
          <p:nvPr>
            <p:ph type="sldNum" sz="quarter" idx="12"/>
          </p:nvPr>
        </p:nvSpPr>
        <p:spPr/>
        <p:txBody>
          <a:bodyPr/>
          <a:lstStyle/>
          <a:p>
            <a:fld id="{5D474BC6-09C9-4ED8-ADF6-087D6F25D5BC}" type="slidenum">
              <a:rPr lang="en-US" smtClean="0"/>
              <a:t>96</a:t>
            </a:fld>
            <a:endParaRPr lang="en-US"/>
          </a:p>
        </p:txBody>
      </p:sp>
      <p:sp>
        <p:nvSpPr>
          <p:cNvPr id="9" name="TextBox 8">
            <a:extLst>
              <a:ext uri="{FF2B5EF4-FFF2-40B4-BE49-F238E27FC236}">
                <a16:creationId xmlns:a16="http://schemas.microsoft.com/office/drawing/2014/main" id="{173444FB-D3DB-9CA4-ABE1-93E024EFC100}"/>
              </a:ext>
            </a:extLst>
          </p:cNvPr>
          <p:cNvSpPr txBox="1"/>
          <p:nvPr/>
        </p:nvSpPr>
        <p:spPr>
          <a:xfrm>
            <a:off x="685800" y="448056"/>
            <a:ext cx="10177272" cy="646331"/>
          </a:xfrm>
          <a:prstGeom prst="rect">
            <a:avLst/>
          </a:prstGeom>
          <a:noFill/>
        </p:spPr>
        <p:txBody>
          <a:bodyPr wrap="square" rtlCol="0">
            <a:spAutoFit/>
          </a:bodyPr>
          <a:lstStyle/>
          <a:p>
            <a:r>
              <a:rPr lang="en-US" b="1" dirty="0"/>
              <a:t>For n = 64 coils – 3 to 3 m (including 0 side coils),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36ED31F-94F8-8B84-F2BE-AEECDCF65F94}"/>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E36ED31F-94F8-8B84-F2BE-AEECDCF65F94}"/>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277A310-DDB1-D683-7515-2C67D6D80C69}"/>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1277A310-DDB1-D683-7515-2C67D6D80C69}"/>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EA72199-8AE7-AAAC-9BA8-7C56E6C80101}"/>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8" name="Picture 7">
            <a:extLst>
              <a:ext uri="{FF2B5EF4-FFF2-40B4-BE49-F238E27FC236}">
                <a16:creationId xmlns:a16="http://schemas.microsoft.com/office/drawing/2014/main" id="{06256472-9BF9-1E0A-18B4-37C8CE29B820}"/>
              </a:ext>
            </a:extLst>
          </p:cNvPr>
          <p:cNvPicPr>
            <a:picLocks noChangeAspect="1"/>
          </p:cNvPicPr>
          <p:nvPr/>
        </p:nvPicPr>
        <p:blipFill>
          <a:blip r:embed="rId4"/>
          <a:stretch>
            <a:fillRect/>
          </a:stretch>
        </p:blipFill>
        <p:spPr>
          <a:xfrm>
            <a:off x="123856" y="1551046"/>
            <a:ext cx="5650580" cy="4348644"/>
          </a:xfrm>
          <a:prstGeom prst="rect">
            <a:avLst/>
          </a:prstGeom>
        </p:spPr>
      </p:pic>
      <p:pic>
        <p:nvPicPr>
          <p:cNvPr id="12" name="Picture 11">
            <a:extLst>
              <a:ext uri="{FF2B5EF4-FFF2-40B4-BE49-F238E27FC236}">
                <a16:creationId xmlns:a16="http://schemas.microsoft.com/office/drawing/2014/main" id="{A1E9270A-4D1F-8E60-4D73-E3EE4D3BB03B}"/>
              </a:ext>
            </a:extLst>
          </p:cNvPr>
          <p:cNvPicPr>
            <a:picLocks noChangeAspect="1"/>
          </p:cNvPicPr>
          <p:nvPr/>
        </p:nvPicPr>
        <p:blipFill>
          <a:blip r:embed="rId5"/>
          <a:stretch>
            <a:fillRect/>
          </a:stretch>
        </p:blipFill>
        <p:spPr>
          <a:xfrm>
            <a:off x="6252748" y="1316669"/>
            <a:ext cx="5101052" cy="4053003"/>
          </a:xfrm>
          <a:prstGeom prst="rect">
            <a:avLst/>
          </a:prstGeom>
        </p:spPr>
      </p:pic>
      <p:pic>
        <p:nvPicPr>
          <p:cNvPr id="15" name="Picture 14">
            <a:extLst>
              <a:ext uri="{FF2B5EF4-FFF2-40B4-BE49-F238E27FC236}">
                <a16:creationId xmlns:a16="http://schemas.microsoft.com/office/drawing/2014/main" id="{63C62218-81C5-36FE-7E15-70264F7F1827}"/>
              </a:ext>
            </a:extLst>
          </p:cNvPr>
          <p:cNvPicPr>
            <a:picLocks noChangeAspect="1"/>
          </p:cNvPicPr>
          <p:nvPr/>
        </p:nvPicPr>
        <p:blipFill>
          <a:blip r:embed="rId6"/>
          <a:stretch>
            <a:fillRect/>
          </a:stretch>
        </p:blipFill>
        <p:spPr>
          <a:xfrm>
            <a:off x="6790688" y="5672484"/>
            <a:ext cx="4563112" cy="381053"/>
          </a:xfrm>
          <a:prstGeom prst="rect">
            <a:avLst/>
          </a:prstGeom>
        </p:spPr>
      </p:pic>
    </p:spTree>
    <p:extLst>
      <p:ext uri="{BB962C8B-B14F-4D97-AF65-F5344CB8AC3E}">
        <p14:creationId xmlns:p14="http://schemas.microsoft.com/office/powerpoint/2010/main" val="12040259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035C1-4CA6-15B4-5ADC-900A6677CD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DD7A019-698C-1215-ED94-86EEEDFFF2F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48DC639-3101-EE0C-E617-B4E82965686C}"/>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2EAB1722-E150-BEDE-7132-4EF07F33A042}"/>
              </a:ext>
            </a:extLst>
          </p:cNvPr>
          <p:cNvSpPr>
            <a:spLocks noGrp="1"/>
          </p:cNvSpPr>
          <p:nvPr>
            <p:ph type="sldNum" sz="quarter" idx="12"/>
          </p:nvPr>
        </p:nvSpPr>
        <p:spPr/>
        <p:txBody>
          <a:bodyPr/>
          <a:lstStyle/>
          <a:p>
            <a:fld id="{5D474BC6-09C9-4ED8-ADF6-087D6F25D5BC}" type="slidenum">
              <a:rPr lang="en-US" smtClean="0"/>
              <a:t>97</a:t>
            </a:fld>
            <a:endParaRPr lang="en-US"/>
          </a:p>
        </p:txBody>
      </p:sp>
      <p:sp>
        <p:nvSpPr>
          <p:cNvPr id="9" name="TextBox 8">
            <a:extLst>
              <a:ext uri="{FF2B5EF4-FFF2-40B4-BE49-F238E27FC236}">
                <a16:creationId xmlns:a16="http://schemas.microsoft.com/office/drawing/2014/main" id="{5F5D42A4-95EC-A295-AE3C-CC126FA43073}"/>
              </a:ext>
            </a:extLst>
          </p:cNvPr>
          <p:cNvSpPr txBox="1"/>
          <p:nvPr/>
        </p:nvSpPr>
        <p:spPr>
          <a:xfrm>
            <a:off x="685800" y="448056"/>
            <a:ext cx="10177272" cy="646331"/>
          </a:xfrm>
          <a:prstGeom prst="rect">
            <a:avLst/>
          </a:prstGeom>
          <a:noFill/>
        </p:spPr>
        <p:txBody>
          <a:bodyPr wrap="square" rtlCol="0">
            <a:spAutoFit/>
          </a:bodyPr>
          <a:lstStyle/>
          <a:p>
            <a:r>
              <a:rPr lang="en-US" b="1" dirty="0"/>
              <a:t>For n = 64 coils – 3.5 to 3.5 m (including 0 side coils),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4A8FD7-3522-B988-9F48-59FD8C0E760C}"/>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=1.35</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CF4A8FD7-3522-B988-9F48-59FD8C0E760C}"/>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5329F7-1788-E3ED-8C00-546F67018E36}"/>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9B5329F7-1788-E3ED-8C00-546F67018E36}"/>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66A8096-A380-2ABE-B7BF-EF7630E2E71F}"/>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10" name="Picture 9">
            <a:extLst>
              <a:ext uri="{FF2B5EF4-FFF2-40B4-BE49-F238E27FC236}">
                <a16:creationId xmlns:a16="http://schemas.microsoft.com/office/drawing/2014/main" id="{5C5CAE4F-107B-A8A2-1C01-2F5EE91E4CC5}"/>
              </a:ext>
            </a:extLst>
          </p:cNvPr>
          <p:cNvPicPr>
            <a:picLocks noChangeAspect="1"/>
          </p:cNvPicPr>
          <p:nvPr/>
        </p:nvPicPr>
        <p:blipFill>
          <a:blip r:embed="rId4"/>
          <a:srcRect l="1254" t="1437"/>
          <a:stretch>
            <a:fillRect/>
          </a:stretch>
        </p:blipFill>
        <p:spPr>
          <a:xfrm>
            <a:off x="5895975" y="1410596"/>
            <a:ext cx="6001597" cy="4582039"/>
          </a:xfrm>
          <a:prstGeom prst="rect">
            <a:avLst/>
          </a:prstGeom>
        </p:spPr>
      </p:pic>
      <p:pic>
        <p:nvPicPr>
          <p:cNvPr id="13" name="Picture 12">
            <a:extLst>
              <a:ext uri="{FF2B5EF4-FFF2-40B4-BE49-F238E27FC236}">
                <a16:creationId xmlns:a16="http://schemas.microsoft.com/office/drawing/2014/main" id="{E3799998-1915-4535-57DB-BA7092E4C173}"/>
              </a:ext>
            </a:extLst>
          </p:cNvPr>
          <p:cNvPicPr>
            <a:picLocks noChangeAspect="1"/>
          </p:cNvPicPr>
          <p:nvPr/>
        </p:nvPicPr>
        <p:blipFill>
          <a:blip r:embed="rId5"/>
          <a:stretch>
            <a:fillRect/>
          </a:stretch>
        </p:blipFill>
        <p:spPr>
          <a:xfrm>
            <a:off x="0" y="1410596"/>
            <a:ext cx="5895975" cy="4691422"/>
          </a:xfrm>
          <a:prstGeom prst="rect">
            <a:avLst/>
          </a:prstGeom>
        </p:spPr>
      </p:pic>
      <p:pic>
        <p:nvPicPr>
          <p:cNvPr id="16" name="Picture 15">
            <a:extLst>
              <a:ext uri="{FF2B5EF4-FFF2-40B4-BE49-F238E27FC236}">
                <a16:creationId xmlns:a16="http://schemas.microsoft.com/office/drawing/2014/main" id="{D7211637-EF42-A8DB-DFEA-C535ECDA7922}"/>
              </a:ext>
            </a:extLst>
          </p:cNvPr>
          <p:cNvPicPr>
            <a:picLocks noChangeAspect="1"/>
          </p:cNvPicPr>
          <p:nvPr/>
        </p:nvPicPr>
        <p:blipFill>
          <a:blip r:embed="rId6"/>
          <a:stretch>
            <a:fillRect/>
          </a:stretch>
        </p:blipFill>
        <p:spPr>
          <a:xfrm>
            <a:off x="6677128" y="6061203"/>
            <a:ext cx="4591691" cy="371527"/>
          </a:xfrm>
          <a:prstGeom prst="rect">
            <a:avLst/>
          </a:prstGeom>
        </p:spPr>
      </p:pic>
    </p:spTree>
    <p:extLst>
      <p:ext uri="{BB962C8B-B14F-4D97-AF65-F5344CB8AC3E}">
        <p14:creationId xmlns:p14="http://schemas.microsoft.com/office/powerpoint/2010/main" val="13174318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30A66-D371-FEE0-C7D0-959B96FFFF4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3B7C88D-0198-9410-F466-EA50266B075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E6EAC88A-86DE-B223-BAAB-11744882B4CF}"/>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679EC76F-83D6-CF5D-0139-A5D650DB82F2}"/>
              </a:ext>
            </a:extLst>
          </p:cNvPr>
          <p:cNvSpPr>
            <a:spLocks noGrp="1"/>
          </p:cNvSpPr>
          <p:nvPr>
            <p:ph type="sldNum" sz="quarter" idx="12"/>
          </p:nvPr>
        </p:nvSpPr>
        <p:spPr/>
        <p:txBody>
          <a:bodyPr/>
          <a:lstStyle/>
          <a:p>
            <a:fld id="{5D474BC6-09C9-4ED8-ADF6-087D6F25D5BC}" type="slidenum">
              <a:rPr lang="en-US" smtClean="0"/>
              <a:t>98</a:t>
            </a:fld>
            <a:endParaRPr lang="en-US"/>
          </a:p>
        </p:txBody>
      </p:sp>
      <p:sp>
        <p:nvSpPr>
          <p:cNvPr id="9" name="TextBox 8">
            <a:extLst>
              <a:ext uri="{FF2B5EF4-FFF2-40B4-BE49-F238E27FC236}">
                <a16:creationId xmlns:a16="http://schemas.microsoft.com/office/drawing/2014/main" id="{05EFD9B6-4E82-DBE1-041F-73A32C1E80FF}"/>
              </a:ext>
            </a:extLst>
          </p:cNvPr>
          <p:cNvSpPr txBox="1"/>
          <p:nvPr/>
        </p:nvSpPr>
        <p:spPr>
          <a:xfrm>
            <a:off x="685800" y="448056"/>
            <a:ext cx="10177272" cy="646331"/>
          </a:xfrm>
          <a:prstGeom prst="rect">
            <a:avLst/>
          </a:prstGeom>
          <a:noFill/>
        </p:spPr>
        <p:txBody>
          <a:bodyPr wrap="square" rtlCol="0">
            <a:spAutoFit/>
          </a:bodyPr>
          <a:lstStyle/>
          <a:p>
            <a:r>
              <a:rPr lang="en-US" b="1" dirty="0"/>
              <a:t>For n = 64 coils – 4 to 4 m (including 0 side coils),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B933A10-0306-2544-CB1F-0DD78E14436C}"/>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=1.18</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2B933A10-0306-2544-CB1F-0DD78E14436C}"/>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0B7FB76-B07F-05DE-F40D-4DAC43A74037}"/>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70B7FB76-B07F-05DE-F40D-4DAC43A74037}"/>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B1AE5D1-2706-DEC2-C469-710061931ED6}"/>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8" name="Picture 7">
            <a:extLst>
              <a:ext uri="{FF2B5EF4-FFF2-40B4-BE49-F238E27FC236}">
                <a16:creationId xmlns:a16="http://schemas.microsoft.com/office/drawing/2014/main" id="{62C87FD4-12A1-DDB9-41D5-8A6FF598430B}"/>
              </a:ext>
            </a:extLst>
          </p:cNvPr>
          <p:cNvPicPr>
            <a:picLocks noChangeAspect="1"/>
          </p:cNvPicPr>
          <p:nvPr/>
        </p:nvPicPr>
        <p:blipFill>
          <a:blip r:embed="rId4"/>
          <a:stretch>
            <a:fillRect/>
          </a:stretch>
        </p:blipFill>
        <p:spPr>
          <a:xfrm>
            <a:off x="5890786" y="1502337"/>
            <a:ext cx="6106377" cy="4763165"/>
          </a:xfrm>
          <a:prstGeom prst="rect">
            <a:avLst/>
          </a:prstGeom>
        </p:spPr>
      </p:pic>
    </p:spTree>
    <p:extLst>
      <p:ext uri="{BB962C8B-B14F-4D97-AF65-F5344CB8AC3E}">
        <p14:creationId xmlns:p14="http://schemas.microsoft.com/office/powerpoint/2010/main" val="41445795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C327A-0582-A353-5B45-45F12A3E31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E795CC-E17B-EAF5-2E40-EDD629930EE6}"/>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0A59CE9C-D2E7-CB88-0DE4-686B9453BCB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B11D26D-D491-73FE-5507-A8B80B94A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D8C466-EF9D-2DA3-A7B6-3811CCD13E5E}"/>
              </a:ext>
            </a:extLst>
          </p:cNvPr>
          <p:cNvSpPr>
            <a:spLocks noGrp="1"/>
          </p:cNvSpPr>
          <p:nvPr>
            <p:ph type="sldNum" sz="quarter" idx="12"/>
          </p:nvPr>
        </p:nvSpPr>
        <p:spPr/>
        <p:txBody>
          <a:bodyPr/>
          <a:lstStyle/>
          <a:p>
            <a:fld id="{5D474BC6-09C9-4ED8-ADF6-087D6F25D5BC}" type="slidenum">
              <a:rPr lang="en-US" smtClean="0"/>
              <a:t>99</a:t>
            </a:fld>
            <a:endParaRPr lang="en-US"/>
          </a:p>
        </p:txBody>
      </p:sp>
    </p:spTree>
    <p:extLst>
      <p:ext uri="{BB962C8B-B14F-4D97-AF65-F5344CB8AC3E}">
        <p14:creationId xmlns:p14="http://schemas.microsoft.com/office/powerpoint/2010/main" val="15895597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B0A5E-E5EF-3565-A9D7-6FE0DF1EB46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7142498-54A8-8FF8-4387-C3523348844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A440592-9ED8-F84D-E5F9-7E11CCAE0090}"/>
              </a:ext>
            </a:extLst>
          </p:cNvPr>
          <p:cNvSpPr>
            <a:spLocks noGrp="1"/>
          </p:cNvSpPr>
          <p:nvPr>
            <p:ph type="ftr" sz="quarter" idx="11"/>
          </p:nvPr>
        </p:nvSpPr>
        <p:spPr/>
        <p:txBody>
          <a:bodyPr/>
          <a:lstStyle/>
          <a:p>
            <a:r>
              <a:rPr lang="en-US" dirty="0"/>
              <a:t>Feb 2</a:t>
            </a:r>
          </a:p>
        </p:txBody>
      </p:sp>
      <p:sp>
        <p:nvSpPr>
          <p:cNvPr id="6" name="Slide Number Placeholder 5">
            <a:extLst>
              <a:ext uri="{FF2B5EF4-FFF2-40B4-BE49-F238E27FC236}">
                <a16:creationId xmlns:a16="http://schemas.microsoft.com/office/drawing/2014/main" id="{76D36205-5F7C-B4F1-5200-1C3B3733F62E}"/>
              </a:ext>
            </a:extLst>
          </p:cNvPr>
          <p:cNvSpPr>
            <a:spLocks noGrp="1"/>
          </p:cNvSpPr>
          <p:nvPr>
            <p:ph type="sldNum" sz="quarter" idx="12"/>
          </p:nvPr>
        </p:nvSpPr>
        <p:spPr/>
        <p:txBody>
          <a:bodyPr/>
          <a:lstStyle/>
          <a:p>
            <a:fld id="{5D474BC6-09C9-4ED8-ADF6-087D6F25D5BC}" type="slidenum">
              <a:rPr lang="en-US" smtClean="0"/>
              <a:t>100</a:t>
            </a:fld>
            <a:endParaRPr lang="en-US"/>
          </a:p>
        </p:txBody>
      </p:sp>
    </p:spTree>
    <p:extLst>
      <p:ext uri="{BB962C8B-B14F-4D97-AF65-F5344CB8AC3E}">
        <p14:creationId xmlns:p14="http://schemas.microsoft.com/office/powerpoint/2010/main" val="3237368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E8449-05D9-F9BC-DF45-DB23771FE21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105E42D-05E7-25EF-9889-6CE87CB35BE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0942233-1CBF-3E07-A287-FBCC21621149}"/>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93FBC6E0-A67F-AA7B-FA2B-02A26BF2B9B0}"/>
              </a:ext>
            </a:extLst>
          </p:cNvPr>
          <p:cNvSpPr>
            <a:spLocks noGrp="1"/>
          </p:cNvSpPr>
          <p:nvPr>
            <p:ph type="sldNum" sz="quarter" idx="12"/>
          </p:nvPr>
        </p:nvSpPr>
        <p:spPr/>
        <p:txBody>
          <a:bodyPr/>
          <a:lstStyle/>
          <a:p>
            <a:fld id="{5D474BC6-09C9-4ED8-ADF6-087D6F25D5BC}" type="slidenum">
              <a:rPr lang="en-US" smtClean="0"/>
              <a:t>101</a:t>
            </a:fld>
            <a:endParaRPr lang="en-US"/>
          </a:p>
        </p:txBody>
      </p:sp>
      <p:sp>
        <p:nvSpPr>
          <p:cNvPr id="9" name="TextBox 8">
            <a:extLst>
              <a:ext uri="{FF2B5EF4-FFF2-40B4-BE49-F238E27FC236}">
                <a16:creationId xmlns:a16="http://schemas.microsoft.com/office/drawing/2014/main" id="{AC52E34D-DFF6-4E16-7A0F-0479DAABC564}"/>
              </a:ext>
            </a:extLst>
          </p:cNvPr>
          <p:cNvSpPr txBox="1"/>
          <p:nvPr/>
        </p:nvSpPr>
        <p:spPr>
          <a:xfrm>
            <a:off x="685800" y="448056"/>
            <a:ext cx="10177272" cy="646331"/>
          </a:xfrm>
          <a:prstGeom prst="rect">
            <a:avLst/>
          </a:prstGeom>
          <a:noFill/>
        </p:spPr>
        <p:txBody>
          <a:bodyPr wrap="square" rtlCol="0">
            <a:spAutoFit/>
          </a:bodyPr>
          <a:lstStyle/>
          <a:p>
            <a:r>
              <a:rPr lang="en-US" b="1" dirty="0"/>
              <a:t>For n = 44 coils –3 to 3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17E0BB5-0DA8-850D-726E-6438BD11D7A1}"/>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=5.2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C17E0BB5-0DA8-850D-726E-6438BD11D7A1}"/>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C03AEC9-A0F4-D1F8-684E-60BCA74AF396}"/>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7C03AEC9-A0F4-D1F8-684E-60BCA74AF396}"/>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11C12DD9-C530-1668-6041-100F68F69E2F}"/>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0E731DB5-58E8-4451-FB2B-D55ED154FB27}"/>
              </a:ext>
            </a:extLst>
          </p:cNvPr>
          <p:cNvPicPr>
            <a:picLocks noChangeAspect="1"/>
          </p:cNvPicPr>
          <p:nvPr/>
        </p:nvPicPr>
        <p:blipFill>
          <a:blip r:embed="rId5"/>
          <a:stretch>
            <a:fillRect/>
          </a:stretch>
        </p:blipFill>
        <p:spPr>
          <a:xfrm>
            <a:off x="7035650" y="827094"/>
            <a:ext cx="4715533" cy="228632"/>
          </a:xfrm>
          <a:prstGeom prst="rect">
            <a:avLst/>
          </a:prstGeom>
        </p:spPr>
      </p:pic>
      <p:pic>
        <p:nvPicPr>
          <p:cNvPr id="11" name="Picture 10">
            <a:extLst>
              <a:ext uri="{FF2B5EF4-FFF2-40B4-BE49-F238E27FC236}">
                <a16:creationId xmlns:a16="http://schemas.microsoft.com/office/drawing/2014/main" id="{A3D333CD-ABF2-7D50-B908-18EA072D28A6}"/>
              </a:ext>
            </a:extLst>
          </p:cNvPr>
          <p:cNvPicPr>
            <a:picLocks noChangeAspect="1"/>
          </p:cNvPicPr>
          <p:nvPr/>
        </p:nvPicPr>
        <p:blipFill>
          <a:blip r:embed="rId6"/>
          <a:stretch>
            <a:fillRect/>
          </a:stretch>
        </p:blipFill>
        <p:spPr>
          <a:xfrm>
            <a:off x="133350" y="1619610"/>
            <a:ext cx="5715000" cy="4211516"/>
          </a:xfrm>
          <a:prstGeom prst="rect">
            <a:avLst/>
          </a:prstGeom>
        </p:spPr>
      </p:pic>
      <p:pic>
        <p:nvPicPr>
          <p:cNvPr id="15" name="Picture 14">
            <a:extLst>
              <a:ext uri="{FF2B5EF4-FFF2-40B4-BE49-F238E27FC236}">
                <a16:creationId xmlns:a16="http://schemas.microsoft.com/office/drawing/2014/main" id="{1AAB10D4-AB94-8C7B-9A1F-867B6493A862}"/>
              </a:ext>
            </a:extLst>
          </p:cNvPr>
          <p:cNvPicPr>
            <a:picLocks noChangeAspect="1"/>
          </p:cNvPicPr>
          <p:nvPr/>
        </p:nvPicPr>
        <p:blipFill>
          <a:blip r:embed="rId7"/>
          <a:stretch>
            <a:fillRect/>
          </a:stretch>
        </p:blipFill>
        <p:spPr>
          <a:xfrm>
            <a:off x="5848350" y="1535864"/>
            <a:ext cx="5715001" cy="4206995"/>
          </a:xfrm>
          <a:prstGeom prst="rect">
            <a:avLst/>
          </a:prstGeom>
        </p:spPr>
      </p:pic>
      <p:pic>
        <p:nvPicPr>
          <p:cNvPr id="17" name="Picture 16">
            <a:extLst>
              <a:ext uri="{FF2B5EF4-FFF2-40B4-BE49-F238E27FC236}">
                <a16:creationId xmlns:a16="http://schemas.microsoft.com/office/drawing/2014/main" id="{D28A3D0E-092F-7030-DFDC-E2DF7BAFCBE0}"/>
              </a:ext>
            </a:extLst>
          </p:cNvPr>
          <p:cNvPicPr>
            <a:picLocks noChangeAspect="1"/>
          </p:cNvPicPr>
          <p:nvPr/>
        </p:nvPicPr>
        <p:blipFill>
          <a:blip r:embed="rId8"/>
          <a:stretch>
            <a:fillRect/>
          </a:stretch>
        </p:blipFill>
        <p:spPr>
          <a:xfrm>
            <a:off x="6595743" y="5944182"/>
            <a:ext cx="4582164" cy="362001"/>
          </a:xfrm>
          <a:prstGeom prst="rect">
            <a:avLst/>
          </a:prstGeom>
        </p:spPr>
      </p:pic>
    </p:spTree>
    <p:extLst>
      <p:ext uri="{BB962C8B-B14F-4D97-AF65-F5344CB8AC3E}">
        <p14:creationId xmlns:p14="http://schemas.microsoft.com/office/powerpoint/2010/main" val="221724862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AF83-7840-1CD4-4212-9C193B6CC11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F99AF98-B48C-7BBE-9F8A-B6A049EF3CC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4785174-D22D-5758-C470-898150423C2C}"/>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0BE700C0-56A7-4EAB-651C-6045FCA545F6}"/>
              </a:ext>
            </a:extLst>
          </p:cNvPr>
          <p:cNvSpPr>
            <a:spLocks noGrp="1"/>
          </p:cNvSpPr>
          <p:nvPr>
            <p:ph type="sldNum" sz="quarter" idx="12"/>
          </p:nvPr>
        </p:nvSpPr>
        <p:spPr/>
        <p:txBody>
          <a:bodyPr/>
          <a:lstStyle/>
          <a:p>
            <a:fld id="{5D474BC6-09C9-4ED8-ADF6-087D6F25D5BC}" type="slidenum">
              <a:rPr lang="en-US" smtClean="0"/>
              <a:t>102</a:t>
            </a:fld>
            <a:endParaRPr lang="en-US"/>
          </a:p>
        </p:txBody>
      </p:sp>
      <p:sp>
        <p:nvSpPr>
          <p:cNvPr id="9" name="TextBox 8">
            <a:extLst>
              <a:ext uri="{FF2B5EF4-FFF2-40B4-BE49-F238E27FC236}">
                <a16:creationId xmlns:a16="http://schemas.microsoft.com/office/drawing/2014/main" id="{46239CD2-2616-CDB6-2E4D-4429887BA27B}"/>
              </a:ext>
            </a:extLst>
          </p:cNvPr>
          <p:cNvSpPr txBox="1"/>
          <p:nvPr/>
        </p:nvSpPr>
        <p:spPr>
          <a:xfrm>
            <a:off x="685800" y="448056"/>
            <a:ext cx="10177272" cy="646331"/>
          </a:xfrm>
          <a:prstGeom prst="rect">
            <a:avLst/>
          </a:prstGeom>
          <a:noFill/>
        </p:spPr>
        <p:txBody>
          <a:bodyPr wrap="square" rtlCol="0">
            <a:spAutoFit/>
          </a:bodyPr>
          <a:lstStyle/>
          <a:p>
            <a:r>
              <a:rPr lang="en-US" b="1" dirty="0"/>
              <a:t>For n = 44 coils –3 to 3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B92FE1B-8C31-AEE4-5C19-835A6ECEAD8B}"/>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=5.2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−12</m:t>
                      </m:r>
                    </m:oMath>
                  </m:oMathPara>
                </a14:m>
                <a:endParaRPr lang="en-US" dirty="0"/>
              </a:p>
            </p:txBody>
          </p:sp>
        </mc:Choice>
        <mc:Fallback xmlns="">
          <p:sp>
            <p:nvSpPr>
              <p:cNvPr id="18" name="TextBox 17">
                <a:extLst>
                  <a:ext uri="{FF2B5EF4-FFF2-40B4-BE49-F238E27FC236}">
                    <a16:creationId xmlns:a16="http://schemas.microsoft.com/office/drawing/2014/main" id="{9B92FE1B-8C31-AEE4-5C19-835A6ECEAD8B}"/>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D8E7B2A-8601-F115-7048-1A14DBD1AA41}"/>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1D8E7B2A-8601-F115-7048-1A14DBD1AA41}"/>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C3803BB-2329-87B0-546B-59D888958BFE}"/>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4FE602CC-F405-A000-061A-B9953757CF90}"/>
              </a:ext>
            </a:extLst>
          </p:cNvPr>
          <p:cNvPicPr>
            <a:picLocks noChangeAspect="1"/>
          </p:cNvPicPr>
          <p:nvPr/>
        </p:nvPicPr>
        <p:blipFill>
          <a:blip r:embed="rId5"/>
          <a:stretch>
            <a:fillRect/>
          </a:stretch>
        </p:blipFill>
        <p:spPr>
          <a:xfrm>
            <a:off x="7035650" y="827094"/>
            <a:ext cx="4715533" cy="228632"/>
          </a:xfrm>
          <a:prstGeom prst="rect">
            <a:avLst/>
          </a:prstGeom>
        </p:spPr>
      </p:pic>
      <p:pic>
        <p:nvPicPr>
          <p:cNvPr id="11" name="Picture 10">
            <a:extLst>
              <a:ext uri="{FF2B5EF4-FFF2-40B4-BE49-F238E27FC236}">
                <a16:creationId xmlns:a16="http://schemas.microsoft.com/office/drawing/2014/main" id="{C82EF29E-BAE9-4726-3A43-40D1E8C237ED}"/>
              </a:ext>
            </a:extLst>
          </p:cNvPr>
          <p:cNvPicPr>
            <a:picLocks noChangeAspect="1"/>
          </p:cNvPicPr>
          <p:nvPr/>
        </p:nvPicPr>
        <p:blipFill>
          <a:blip r:embed="rId6"/>
          <a:stretch>
            <a:fillRect/>
          </a:stretch>
        </p:blipFill>
        <p:spPr>
          <a:xfrm>
            <a:off x="133350" y="1619610"/>
            <a:ext cx="5715000" cy="4211516"/>
          </a:xfrm>
          <a:prstGeom prst="rect">
            <a:avLst/>
          </a:prstGeom>
        </p:spPr>
      </p:pic>
      <p:pic>
        <p:nvPicPr>
          <p:cNvPr id="15" name="Picture 14">
            <a:extLst>
              <a:ext uri="{FF2B5EF4-FFF2-40B4-BE49-F238E27FC236}">
                <a16:creationId xmlns:a16="http://schemas.microsoft.com/office/drawing/2014/main" id="{3B0603B7-4ADC-47B0-BCAA-8D00102B0BD0}"/>
              </a:ext>
            </a:extLst>
          </p:cNvPr>
          <p:cNvPicPr>
            <a:picLocks noChangeAspect="1"/>
          </p:cNvPicPr>
          <p:nvPr/>
        </p:nvPicPr>
        <p:blipFill>
          <a:blip r:embed="rId7"/>
          <a:stretch>
            <a:fillRect/>
          </a:stretch>
        </p:blipFill>
        <p:spPr>
          <a:xfrm>
            <a:off x="5848350" y="1535864"/>
            <a:ext cx="5715001" cy="4206995"/>
          </a:xfrm>
          <a:prstGeom prst="rect">
            <a:avLst/>
          </a:prstGeom>
        </p:spPr>
      </p:pic>
      <p:pic>
        <p:nvPicPr>
          <p:cNvPr id="17" name="Picture 16">
            <a:extLst>
              <a:ext uri="{FF2B5EF4-FFF2-40B4-BE49-F238E27FC236}">
                <a16:creationId xmlns:a16="http://schemas.microsoft.com/office/drawing/2014/main" id="{418F5C74-EC6F-4912-02D6-F579B4230D87}"/>
              </a:ext>
            </a:extLst>
          </p:cNvPr>
          <p:cNvPicPr>
            <a:picLocks noChangeAspect="1"/>
          </p:cNvPicPr>
          <p:nvPr/>
        </p:nvPicPr>
        <p:blipFill>
          <a:blip r:embed="rId8"/>
          <a:stretch>
            <a:fillRect/>
          </a:stretch>
        </p:blipFill>
        <p:spPr>
          <a:xfrm>
            <a:off x="6595743" y="5944182"/>
            <a:ext cx="4582164" cy="362001"/>
          </a:xfrm>
          <a:prstGeom prst="rect">
            <a:avLst/>
          </a:prstGeom>
        </p:spPr>
      </p:pic>
    </p:spTree>
    <p:extLst>
      <p:ext uri="{BB962C8B-B14F-4D97-AF65-F5344CB8AC3E}">
        <p14:creationId xmlns:p14="http://schemas.microsoft.com/office/powerpoint/2010/main" val="10720189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555E3-3AFF-B4B6-2F7A-226D1A69F9C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5BA52D3-F8CD-2616-64D0-57A8545233E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1486ADE-2AD0-A6DC-57CD-56B70DCE8222}"/>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C3EAAF3E-6D01-3F7A-F795-6B5D1E2058C5}"/>
              </a:ext>
            </a:extLst>
          </p:cNvPr>
          <p:cNvSpPr>
            <a:spLocks noGrp="1"/>
          </p:cNvSpPr>
          <p:nvPr>
            <p:ph type="sldNum" sz="quarter" idx="12"/>
          </p:nvPr>
        </p:nvSpPr>
        <p:spPr/>
        <p:txBody>
          <a:bodyPr/>
          <a:lstStyle/>
          <a:p>
            <a:fld id="{5D474BC6-09C9-4ED8-ADF6-087D6F25D5BC}" type="slidenum">
              <a:rPr lang="en-US" smtClean="0"/>
              <a:t>103</a:t>
            </a:fld>
            <a:endParaRPr lang="en-US"/>
          </a:p>
        </p:txBody>
      </p:sp>
      <p:sp>
        <p:nvSpPr>
          <p:cNvPr id="9" name="TextBox 8">
            <a:extLst>
              <a:ext uri="{FF2B5EF4-FFF2-40B4-BE49-F238E27FC236}">
                <a16:creationId xmlns:a16="http://schemas.microsoft.com/office/drawing/2014/main" id="{9E4DDA22-2444-72CB-993E-9F2EBE7F12DE}"/>
              </a:ext>
            </a:extLst>
          </p:cNvPr>
          <p:cNvSpPr txBox="1"/>
          <p:nvPr/>
        </p:nvSpPr>
        <p:spPr>
          <a:xfrm>
            <a:off x="685800" y="448056"/>
            <a:ext cx="10177272" cy="369332"/>
          </a:xfrm>
          <a:prstGeom prst="rect">
            <a:avLst/>
          </a:prstGeom>
          <a:noFill/>
        </p:spPr>
        <p:txBody>
          <a:bodyPr wrap="square" rtlCol="0">
            <a:spAutoFit/>
          </a:bodyPr>
          <a:lstStyle/>
          <a:p>
            <a:r>
              <a:rPr lang="en-US" b="1" dirty="0"/>
              <a:t>For n = 44 coils – 2.5 to 2.5 m </a:t>
            </a:r>
            <a:r>
              <a:rPr lang="en-US" b="1"/>
              <a:t>with 5 </a:t>
            </a:r>
            <a:r>
              <a:rPr lang="en-US" b="1" dirty="0"/>
              <a:t>cm width of coils (NO side coils</a:t>
            </a:r>
          </a:p>
        </p:txBody>
      </p:sp>
      <p:pic>
        <p:nvPicPr>
          <p:cNvPr id="11" name="Picture 10">
            <a:extLst>
              <a:ext uri="{FF2B5EF4-FFF2-40B4-BE49-F238E27FC236}">
                <a16:creationId xmlns:a16="http://schemas.microsoft.com/office/drawing/2014/main" id="{316615C1-ED54-B494-284E-A8CD9A80B6D7}"/>
              </a:ext>
            </a:extLst>
          </p:cNvPr>
          <p:cNvPicPr>
            <a:picLocks noChangeAspect="1"/>
          </p:cNvPicPr>
          <p:nvPr/>
        </p:nvPicPr>
        <p:blipFill>
          <a:blip r:embed="rId3"/>
          <a:srcRect t="1807" r="1470"/>
          <a:stretch>
            <a:fillRect/>
          </a:stretch>
        </p:blipFill>
        <p:spPr>
          <a:xfrm>
            <a:off x="2285455" y="1857139"/>
            <a:ext cx="7696745" cy="4041036"/>
          </a:xfrm>
          <a:prstGeom prst="rect">
            <a:avLst/>
          </a:prstGeom>
        </p:spPr>
      </p:pic>
    </p:spTree>
    <p:extLst>
      <p:ext uri="{BB962C8B-B14F-4D97-AF65-F5344CB8AC3E}">
        <p14:creationId xmlns:p14="http://schemas.microsoft.com/office/powerpoint/2010/main" val="22590089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9F7F1-7F24-24E1-E96C-C1C10BC82DD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B94E4E4-DAA4-02AD-056C-537DD3D3BFF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2C55FB3-FA07-AC38-A927-66E77CEAC01C}"/>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AE86E4A7-2699-D7C1-6B11-DFECD0BB800B}"/>
              </a:ext>
            </a:extLst>
          </p:cNvPr>
          <p:cNvSpPr>
            <a:spLocks noGrp="1"/>
          </p:cNvSpPr>
          <p:nvPr>
            <p:ph type="sldNum" sz="quarter" idx="12"/>
          </p:nvPr>
        </p:nvSpPr>
        <p:spPr/>
        <p:txBody>
          <a:bodyPr/>
          <a:lstStyle/>
          <a:p>
            <a:fld id="{5D474BC6-09C9-4ED8-ADF6-087D6F25D5BC}" type="slidenum">
              <a:rPr lang="en-US" smtClean="0"/>
              <a:t>104</a:t>
            </a:fld>
            <a:endParaRPr lang="en-US"/>
          </a:p>
        </p:txBody>
      </p:sp>
      <p:sp>
        <p:nvSpPr>
          <p:cNvPr id="9" name="TextBox 8">
            <a:extLst>
              <a:ext uri="{FF2B5EF4-FFF2-40B4-BE49-F238E27FC236}">
                <a16:creationId xmlns:a16="http://schemas.microsoft.com/office/drawing/2014/main" id="{E7A7085E-15ED-D106-D899-364C6BE4F29D}"/>
              </a:ext>
            </a:extLst>
          </p:cNvPr>
          <p:cNvSpPr txBox="1"/>
          <p:nvPr/>
        </p:nvSpPr>
        <p:spPr>
          <a:xfrm>
            <a:off x="685800" y="448056"/>
            <a:ext cx="10177272" cy="369332"/>
          </a:xfrm>
          <a:prstGeom prst="rect">
            <a:avLst/>
          </a:prstGeom>
          <a:noFill/>
        </p:spPr>
        <p:txBody>
          <a:bodyPr wrap="square" rtlCol="0">
            <a:spAutoFit/>
          </a:bodyPr>
          <a:lstStyle/>
          <a:p>
            <a:r>
              <a:rPr lang="en-US" b="1" dirty="0"/>
              <a:t>For n = 44 coils – 2.5 to 2.5 m with 10 cm width of coils (NO side coils</a:t>
            </a:r>
          </a:p>
        </p:txBody>
      </p:sp>
      <p:pic>
        <p:nvPicPr>
          <p:cNvPr id="11" name="Picture 10">
            <a:extLst>
              <a:ext uri="{FF2B5EF4-FFF2-40B4-BE49-F238E27FC236}">
                <a16:creationId xmlns:a16="http://schemas.microsoft.com/office/drawing/2014/main" id="{1671A73E-4210-BAC3-DD34-04700336C626}"/>
              </a:ext>
            </a:extLst>
          </p:cNvPr>
          <p:cNvPicPr>
            <a:picLocks noChangeAspect="1"/>
          </p:cNvPicPr>
          <p:nvPr/>
        </p:nvPicPr>
        <p:blipFill>
          <a:blip r:embed="rId3"/>
          <a:srcRect t="1807" r="1470"/>
          <a:stretch>
            <a:fillRect/>
          </a:stretch>
        </p:blipFill>
        <p:spPr>
          <a:xfrm>
            <a:off x="2285455" y="1857139"/>
            <a:ext cx="7696745" cy="4041036"/>
          </a:xfrm>
          <a:prstGeom prst="rect">
            <a:avLst/>
          </a:prstGeom>
        </p:spPr>
      </p:pic>
    </p:spTree>
    <p:extLst>
      <p:ext uri="{BB962C8B-B14F-4D97-AF65-F5344CB8AC3E}">
        <p14:creationId xmlns:p14="http://schemas.microsoft.com/office/powerpoint/2010/main" val="16551287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FB7F-7485-4655-BABC-1967BE9B7A7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8CD4D03-9FEE-E9AE-5EB2-DA3766647FC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5A0C263-98A3-12BD-DF1C-A50EBE507C4F}"/>
              </a:ext>
            </a:extLst>
          </p:cNvPr>
          <p:cNvSpPr>
            <a:spLocks noGrp="1"/>
          </p:cNvSpPr>
          <p:nvPr>
            <p:ph type="ftr" sz="quarter" idx="11"/>
          </p:nvPr>
        </p:nvSpPr>
        <p:spPr/>
        <p:txBody>
          <a:bodyPr/>
          <a:lstStyle/>
          <a:p>
            <a:r>
              <a:rPr lang="en-US" dirty="0"/>
              <a:t>Jan 24, 2026</a:t>
            </a:r>
          </a:p>
        </p:txBody>
      </p:sp>
      <p:sp>
        <p:nvSpPr>
          <p:cNvPr id="6" name="Slide Number Placeholder 5">
            <a:extLst>
              <a:ext uri="{FF2B5EF4-FFF2-40B4-BE49-F238E27FC236}">
                <a16:creationId xmlns:a16="http://schemas.microsoft.com/office/drawing/2014/main" id="{CA7BB6B7-FFBB-FDF4-3A2B-4E3C707E6ABE}"/>
              </a:ext>
            </a:extLst>
          </p:cNvPr>
          <p:cNvSpPr>
            <a:spLocks noGrp="1"/>
          </p:cNvSpPr>
          <p:nvPr>
            <p:ph type="sldNum" sz="quarter" idx="12"/>
          </p:nvPr>
        </p:nvSpPr>
        <p:spPr/>
        <p:txBody>
          <a:bodyPr/>
          <a:lstStyle/>
          <a:p>
            <a:fld id="{5D474BC6-09C9-4ED8-ADF6-087D6F25D5BC}" type="slidenum">
              <a:rPr lang="en-US" smtClean="0"/>
              <a:t>105</a:t>
            </a:fld>
            <a:endParaRPr lang="en-US"/>
          </a:p>
        </p:txBody>
      </p:sp>
      <p:sp>
        <p:nvSpPr>
          <p:cNvPr id="7" name="TextBox 6">
            <a:extLst>
              <a:ext uri="{FF2B5EF4-FFF2-40B4-BE49-F238E27FC236}">
                <a16:creationId xmlns:a16="http://schemas.microsoft.com/office/drawing/2014/main" id="{799FE4D7-2D2D-C3A7-3203-8D63C557C3B1}"/>
              </a:ext>
            </a:extLst>
          </p:cNvPr>
          <p:cNvSpPr txBox="1"/>
          <p:nvPr/>
        </p:nvSpPr>
        <p:spPr>
          <a:xfrm>
            <a:off x="2566416" y="3700087"/>
            <a:ext cx="7415784" cy="1754326"/>
          </a:xfrm>
          <a:prstGeom prst="rect">
            <a:avLst/>
          </a:prstGeom>
          <a:noFill/>
        </p:spPr>
        <p:txBody>
          <a:bodyPr wrap="square" rtlCol="0">
            <a:spAutoFit/>
          </a:bodyPr>
          <a:lstStyle/>
          <a:p>
            <a:pPr algn="ctr"/>
            <a:endParaRPr lang="en-US" dirty="0"/>
          </a:p>
          <a:p>
            <a:pPr algn="ctr"/>
            <a:r>
              <a:rPr lang="en-US" dirty="0"/>
              <a:t>Chris Crawford, Mubi Khan</a:t>
            </a:r>
          </a:p>
          <a:p>
            <a:pPr algn="ctr"/>
            <a:endParaRPr lang="en-US" dirty="0"/>
          </a:p>
          <a:p>
            <a:pPr algn="ctr"/>
            <a:r>
              <a:rPr lang="en-US" dirty="0"/>
              <a:t>University of Kentucky</a:t>
            </a:r>
          </a:p>
          <a:p>
            <a:pPr algn="ctr"/>
            <a:endParaRPr lang="en-US" dirty="0"/>
          </a:p>
          <a:p>
            <a:pPr algn="ctr"/>
            <a:r>
              <a:rPr lang="en-US" dirty="0"/>
              <a:t>Feb 9, 2026</a:t>
            </a:r>
          </a:p>
        </p:txBody>
      </p:sp>
      <p:sp>
        <p:nvSpPr>
          <p:cNvPr id="2" name="TextBox 1">
            <a:extLst>
              <a:ext uri="{FF2B5EF4-FFF2-40B4-BE49-F238E27FC236}">
                <a16:creationId xmlns:a16="http://schemas.microsoft.com/office/drawing/2014/main" id="{EA72BB6A-0C32-9D70-01B6-5D6373B95C6E}"/>
              </a:ext>
            </a:extLst>
          </p:cNvPr>
          <p:cNvSpPr txBox="1"/>
          <p:nvPr/>
        </p:nvSpPr>
        <p:spPr>
          <a:xfrm>
            <a:off x="2898648" y="1690156"/>
            <a:ext cx="6973824" cy="1200329"/>
          </a:xfrm>
          <a:prstGeom prst="rect">
            <a:avLst/>
          </a:prstGeom>
          <a:noFill/>
        </p:spPr>
        <p:txBody>
          <a:bodyPr wrap="square" rtlCol="0">
            <a:spAutoFit/>
          </a:bodyPr>
          <a:lstStyle/>
          <a:p>
            <a:pPr algn="ctr"/>
            <a:r>
              <a:rPr lang="en-US" sz="3600" dirty="0">
                <a:latin typeface="+mj-lt"/>
              </a:rPr>
              <a:t>Initial Optimization Results of the Stacked Coils Currents</a:t>
            </a:r>
          </a:p>
        </p:txBody>
      </p:sp>
    </p:spTree>
    <p:extLst>
      <p:ext uri="{BB962C8B-B14F-4D97-AF65-F5344CB8AC3E}">
        <p14:creationId xmlns:p14="http://schemas.microsoft.com/office/powerpoint/2010/main" val="35414448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23098-DED3-3108-EB45-09584310950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C81142C-2368-219B-17CE-C0D376EC67C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FB413BC-8BC4-CE67-F102-B780E20A82D7}"/>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B326E8C2-A843-4035-9F75-E2CE34FFFBB0}"/>
              </a:ext>
            </a:extLst>
          </p:cNvPr>
          <p:cNvSpPr>
            <a:spLocks noGrp="1"/>
          </p:cNvSpPr>
          <p:nvPr>
            <p:ph type="sldNum" sz="quarter" idx="12"/>
          </p:nvPr>
        </p:nvSpPr>
        <p:spPr/>
        <p:txBody>
          <a:bodyPr/>
          <a:lstStyle/>
          <a:p>
            <a:fld id="{5D474BC6-09C9-4ED8-ADF6-087D6F25D5BC}" type="slidenum">
              <a:rPr lang="en-US" smtClean="0"/>
              <a:t>106</a:t>
            </a:fld>
            <a:endParaRPr lang="en-US"/>
          </a:p>
        </p:txBody>
      </p:sp>
      <p:pic>
        <p:nvPicPr>
          <p:cNvPr id="8" name="Picture 7">
            <a:extLst>
              <a:ext uri="{FF2B5EF4-FFF2-40B4-BE49-F238E27FC236}">
                <a16:creationId xmlns:a16="http://schemas.microsoft.com/office/drawing/2014/main" id="{22081D31-3A49-D646-F039-710A92CD197E}"/>
              </a:ext>
            </a:extLst>
          </p:cNvPr>
          <p:cNvPicPr>
            <a:picLocks noChangeAspect="1"/>
          </p:cNvPicPr>
          <p:nvPr/>
        </p:nvPicPr>
        <p:blipFill>
          <a:blip r:embed="rId2"/>
          <a:srcRect l="12037" r="54879"/>
          <a:stretch>
            <a:fillRect/>
          </a:stretch>
        </p:blipFill>
        <p:spPr>
          <a:xfrm>
            <a:off x="8153400" y="575794"/>
            <a:ext cx="3369772" cy="5551678"/>
          </a:xfrm>
          <a:prstGeom prst="rect">
            <a:avLst/>
          </a:prstGeom>
        </p:spPr>
      </p:pic>
      <p:sp>
        <p:nvSpPr>
          <p:cNvPr id="12" name="TextBox 11">
            <a:extLst>
              <a:ext uri="{FF2B5EF4-FFF2-40B4-BE49-F238E27FC236}">
                <a16:creationId xmlns:a16="http://schemas.microsoft.com/office/drawing/2014/main" id="{AD4E79D8-46C7-B089-64C3-E4EA2EF4FE63}"/>
              </a:ext>
            </a:extLst>
          </p:cNvPr>
          <p:cNvSpPr txBox="1"/>
          <p:nvPr/>
        </p:nvSpPr>
        <p:spPr>
          <a:xfrm>
            <a:off x="1207008" y="1097280"/>
            <a:ext cx="3840480" cy="4801314"/>
          </a:xfrm>
          <a:prstGeom prst="rect">
            <a:avLst/>
          </a:prstGeom>
          <a:noFill/>
        </p:spPr>
        <p:txBody>
          <a:bodyPr wrap="square" rtlCol="0">
            <a:spAutoFit/>
          </a:bodyPr>
          <a:lstStyle/>
          <a:p>
            <a:r>
              <a:rPr lang="en-US" dirty="0">
                <a:latin typeface="+mj-lt"/>
                <a:ea typeface="Calibri" panose="020F0502020204030204" pitchFamily="34" charset="0"/>
                <a:cs typeface="Calibri" panose="020F0502020204030204" pitchFamily="34" charset="0"/>
              </a:rPr>
              <a:t>Target Volume:</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A cylinder of radius = 330 mm and length 3.5 m</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This was chosen by taking off the Ioffe bite distance of 41 mm from the ID of the Ioffe coil and rounding up, to be safe</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length of the electron trap = 3.5 m</a:t>
            </a:r>
          </a:p>
          <a:p>
            <a:endParaRPr lang="en-US" dirty="0">
              <a:latin typeface="+mj-lt"/>
              <a:ea typeface="Calibri" panose="020F0502020204030204" pitchFamily="34" charset="0"/>
              <a:cs typeface="Calibri" panose="020F0502020204030204" pitchFamily="34" charset="0"/>
            </a:endParaRPr>
          </a:p>
          <a:p>
            <a:r>
              <a:rPr lang="en-US" dirty="0">
                <a:latin typeface="+mj-lt"/>
                <a:ea typeface="Calibri" panose="020F0502020204030204" pitchFamily="34" charset="0"/>
                <a:cs typeface="Calibri" panose="020F0502020204030204" pitchFamily="34" charset="0"/>
              </a:rPr>
              <a:t>Uniformity requirements pertaining to the Target Volume</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Radial uniformity of </a:t>
            </a:r>
            <a:r>
              <a:rPr lang="en-US" dirty="0">
                <a:highlight>
                  <a:srgbClr val="FFFF00"/>
                </a:highlight>
                <a:latin typeface="+mj-lt"/>
                <a:ea typeface="Calibri" panose="020F0502020204030204" pitchFamily="34" charset="0"/>
                <a:cs typeface="Calibri" panose="020F0502020204030204" pitchFamily="34" charset="0"/>
              </a:rPr>
              <a:t>&lt;1e-6</a:t>
            </a:r>
          </a:p>
          <a:p>
            <a:pPr marL="285750" indent="-285750">
              <a:buFont typeface="Arial" panose="020B0604020202020204" pitchFamily="34" charset="0"/>
              <a:buChar char="•"/>
            </a:pPr>
            <a:r>
              <a:rPr lang="en-US" dirty="0">
                <a:latin typeface="+mj-lt"/>
                <a:ea typeface="Calibri" panose="020F0502020204030204" pitchFamily="34" charset="0"/>
                <a:cs typeface="Calibri" panose="020F0502020204030204" pitchFamily="34" charset="0"/>
              </a:rPr>
              <a:t>Azimuthal uniformity of &lt;1e-7</a:t>
            </a:r>
          </a:p>
          <a:p>
            <a:pPr marL="285750" indent="-285750">
              <a:buFont typeface="Arial" panose="020B0604020202020204" pitchFamily="34" charset="0"/>
              <a:buChar char="•"/>
            </a:pPr>
            <a:endParaRPr lang="en-US" dirty="0">
              <a:latin typeface="+mj-lt"/>
              <a:ea typeface="Calibri" panose="020F0502020204030204" pitchFamily="34" charset="0"/>
              <a:cs typeface="Calibri" panose="020F0502020204030204" pitchFamily="34" charset="0"/>
            </a:endParaRPr>
          </a:p>
          <a:p>
            <a:r>
              <a:rPr lang="en-US" dirty="0">
                <a:latin typeface="+mj-lt"/>
                <a:ea typeface="Calibri" panose="020F0502020204030204" pitchFamily="34" charset="0"/>
                <a:cs typeface="Calibri" panose="020F0502020204030204" pitchFamily="34" charset="0"/>
              </a:rPr>
              <a:t># Azimuthal uniformity is met in this analysis by design (rotational symmetry)</a:t>
            </a:r>
          </a:p>
        </p:txBody>
      </p:sp>
      <p:sp>
        <p:nvSpPr>
          <p:cNvPr id="15" name="TextBox 14">
            <a:extLst>
              <a:ext uri="{FF2B5EF4-FFF2-40B4-BE49-F238E27FC236}">
                <a16:creationId xmlns:a16="http://schemas.microsoft.com/office/drawing/2014/main" id="{B2AEA67A-66F4-0040-45E4-E2727BF31EDA}"/>
              </a:ext>
            </a:extLst>
          </p:cNvPr>
          <p:cNvSpPr txBox="1"/>
          <p:nvPr/>
        </p:nvSpPr>
        <p:spPr>
          <a:xfrm>
            <a:off x="10792968" y="5529262"/>
            <a:ext cx="1399032" cy="369332"/>
          </a:xfrm>
          <a:prstGeom prst="rect">
            <a:avLst/>
          </a:prstGeom>
          <a:noFill/>
        </p:spPr>
        <p:txBody>
          <a:bodyPr wrap="square" rtlCol="0">
            <a:spAutoFit/>
          </a:bodyPr>
          <a:lstStyle/>
          <a:p>
            <a:r>
              <a:rPr lang="en-US" dirty="0" err="1">
                <a:latin typeface="Calibri" panose="020F0502020204030204" pitchFamily="34" charset="0"/>
                <a:ea typeface="Calibri" panose="020F0502020204030204" pitchFamily="34" charset="0"/>
                <a:cs typeface="Calibri" panose="020F0502020204030204" pitchFamily="34" charset="0"/>
              </a:rPr>
              <a:t>PreCDR</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9F44321D-B4BF-265D-BCFB-A57B1AB3DAA3}"/>
              </a:ext>
            </a:extLst>
          </p:cNvPr>
          <p:cNvSpPr/>
          <p:nvPr/>
        </p:nvSpPr>
        <p:spPr>
          <a:xfrm rot="20380190">
            <a:off x="5486400" y="2980944"/>
            <a:ext cx="609600" cy="8412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D00A832-3B87-7A06-776B-5F4A2968FB8E}"/>
              </a:ext>
            </a:extLst>
          </p:cNvPr>
          <p:cNvSpPr/>
          <p:nvPr/>
        </p:nvSpPr>
        <p:spPr>
          <a:xfrm rot="20380190">
            <a:off x="6839714" y="1980307"/>
            <a:ext cx="609600" cy="8412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C1270801-AE4C-ADEC-8F0B-E770C0BCEB12}"/>
              </a:ext>
            </a:extLst>
          </p:cNvPr>
          <p:cNvCxnSpPr>
            <a:stCxn id="2" idx="0"/>
            <a:endCxn id="3" idx="0"/>
          </p:cNvCxnSpPr>
          <p:nvPr/>
        </p:nvCxnSpPr>
        <p:spPr>
          <a:xfrm flipV="1">
            <a:off x="5645063" y="2006509"/>
            <a:ext cx="1353314" cy="1000637"/>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522FA09-9619-5F86-1194-833112F347AB}"/>
              </a:ext>
            </a:extLst>
          </p:cNvPr>
          <p:cNvCxnSpPr/>
          <p:nvPr/>
        </p:nvCxnSpPr>
        <p:spPr>
          <a:xfrm flipV="1">
            <a:off x="6043736" y="2733422"/>
            <a:ext cx="1353314" cy="100063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7A954A6-D28D-32DD-31B4-5A71965BB72D}"/>
                  </a:ext>
                </a:extLst>
              </p:cNvPr>
              <p:cNvSpPr txBox="1"/>
              <p:nvPr/>
            </p:nvSpPr>
            <p:spPr>
              <a:xfrm>
                <a:off x="7808976" y="1490472"/>
                <a:ext cx="21031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  </m:t>
                      </m:r>
                    </m:oMath>
                  </m:oMathPara>
                </a14:m>
                <a:endParaRPr lang="en-US" dirty="0"/>
              </a:p>
            </p:txBody>
          </p:sp>
        </mc:Choice>
        <mc:Fallback xmlns="">
          <p:sp>
            <p:nvSpPr>
              <p:cNvPr id="14" name="TextBox 13">
                <a:extLst>
                  <a:ext uri="{FF2B5EF4-FFF2-40B4-BE49-F238E27FC236}">
                    <a16:creationId xmlns:a16="http://schemas.microsoft.com/office/drawing/2014/main" id="{7E883E31-8CBB-C409-E353-7C0AC8E8729E}"/>
                  </a:ext>
                </a:extLst>
              </p:cNvPr>
              <p:cNvSpPr txBox="1">
                <a:spLocks noRot="1" noChangeAspect="1" noMove="1" noResize="1" noEditPoints="1" noAdjustHandles="1" noChangeArrowheads="1" noChangeShapeType="1" noTextEdit="1"/>
              </p:cNvSpPr>
              <p:nvPr/>
            </p:nvSpPr>
            <p:spPr>
              <a:xfrm>
                <a:off x="7808976" y="1490472"/>
                <a:ext cx="210312" cy="369332"/>
              </a:xfrm>
              <a:prstGeom prst="rect">
                <a:avLst/>
              </a:prstGeom>
              <a:blipFill>
                <a:blip r:embed="rId3"/>
                <a:stretch>
                  <a:fillRect r="-125714"/>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0683DB04-E217-6CD1-49DA-C8A2E9EC33BE}"/>
              </a:ext>
            </a:extLst>
          </p:cNvPr>
          <p:cNvCxnSpPr>
            <a:cxnSpLocks/>
            <a:stCxn id="14" idx="2"/>
          </p:cNvCxnSpPr>
          <p:nvPr/>
        </p:nvCxnSpPr>
        <p:spPr>
          <a:xfrm flipH="1">
            <a:off x="5212080" y="1859804"/>
            <a:ext cx="2702052" cy="204208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B884688-8D54-2745-1515-D59244EE1A3B}"/>
              </a:ext>
            </a:extLst>
          </p:cNvPr>
          <p:cNvCxnSpPr/>
          <p:nvPr/>
        </p:nvCxnSpPr>
        <p:spPr>
          <a:xfrm flipH="1" flipV="1">
            <a:off x="6464808" y="2450592"/>
            <a:ext cx="247756" cy="3566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E285310-F78D-51BE-0A64-E46F0E82821B}"/>
                  </a:ext>
                </a:extLst>
              </p:cNvPr>
              <p:cNvSpPr txBox="1"/>
              <p:nvPr/>
            </p:nvSpPr>
            <p:spPr>
              <a:xfrm>
                <a:off x="6287918" y="2407341"/>
                <a:ext cx="2477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n-US" dirty="0"/>
              </a:p>
            </p:txBody>
          </p:sp>
        </mc:Choice>
        <mc:Fallback xmlns="">
          <p:sp>
            <p:nvSpPr>
              <p:cNvPr id="31" name="TextBox 30">
                <a:extLst>
                  <a:ext uri="{FF2B5EF4-FFF2-40B4-BE49-F238E27FC236}">
                    <a16:creationId xmlns:a16="http://schemas.microsoft.com/office/drawing/2014/main" id="{C617BFDF-3653-33B7-A9B7-80D030D58990}"/>
                  </a:ext>
                </a:extLst>
              </p:cNvPr>
              <p:cNvSpPr txBox="1">
                <a:spLocks noRot="1" noChangeAspect="1" noMove="1" noResize="1" noEditPoints="1" noAdjustHandles="1" noChangeArrowheads="1" noChangeShapeType="1" noTextEdit="1"/>
              </p:cNvSpPr>
              <p:nvPr/>
            </p:nvSpPr>
            <p:spPr>
              <a:xfrm>
                <a:off x="6287918" y="2407341"/>
                <a:ext cx="247756" cy="369332"/>
              </a:xfrm>
              <a:prstGeom prst="rect">
                <a:avLst/>
              </a:prstGeom>
              <a:blipFill>
                <a:blip r:embed="rId4"/>
                <a:stretch>
                  <a:fillRect r="-4878"/>
                </a:stretch>
              </a:blipFill>
            </p:spPr>
            <p:txBody>
              <a:bodyPr/>
              <a:lstStyle/>
              <a:p>
                <a:r>
                  <a:rPr lang="en-US">
                    <a:noFill/>
                  </a:rPr>
                  <a:t> </a:t>
                </a:r>
              </a:p>
            </p:txBody>
          </p:sp>
        </mc:Fallback>
      </mc:AlternateContent>
    </p:spTree>
    <p:extLst>
      <p:ext uri="{BB962C8B-B14F-4D97-AF65-F5344CB8AC3E}">
        <p14:creationId xmlns:p14="http://schemas.microsoft.com/office/powerpoint/2010/main" val="16927191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F5857-130A-AAED-C237-2FF0CD52706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ACBFBC1-5A09-4E01-F97E-49999AF7698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D016099-13A4-1B7F-8DF8-CDED1FB69D47}"/>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D76AB748-86DB-CF03-09D0-AB4E17D79CC7}"/>
              </a:ext>
            </a:extLst>
          </p:cNvPr>
          <p:cNvSpPr>
            <a:spLocks noGrp="1"/>
          </p:cNvSpPr>
          <p:nvPr>
            <p:ph type="sldNum" sz="quarter" idx="12"/>
          </p:nvPr>
        </p:nvSpPr>
        <p:spPr/>
        <p:txBody>
          <a:bodyPr/>
          <a:lstStyle/>
          <a:p>
            <a:fld id="{5D474BC6-09C9-4ED8-ADF6-087D6F25D5BC}" type="slidenum">
              <a:rPr lang="en-US" smtClean="0"/>
              <a:t>107</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42F241A-AFD0-4BBD-1BA7-4C255A9C8644}"/>
                  </a:ext>
                </a:extLst>
              </p:cNvPr>
              <p:cNvSpPr txBox="1"/>
              <p:nvPr/>
            </p:nvSpPr>
            <p:spPr>
              <a:xfrm>
                <a:off x="838200" y="301752"/>
                <a:ext cx="6199632" cy="400110"/>
              </a:xfrm>
              <a:prstGeom prst="rect">
                <a:avLst/>
              </a:prstGeom>
              <a:noFill/>
            </p:spPr>
            <p:txBody>
              <a:bodyPr wrap="square" rtlCol="0">
                <a:spAutoFit/>
              </a:bodyPr>
              <a:lstStyle/>
              <a:p>
                <a:r>
                  <a:rPr lang="en-US" sz="2000" b="1" dirty="0">
                    <a:latin typeface="+mj-lt"/>
                    <a:ea typeface="Calibri" panose="020F0502020204030204" pitchFamily="34" charset="0"/>
                    <a:cs typeface="Calibri" panose="020F0502020204030204" pitchFamily="34" charset="0"/>
                  </a:rPr>
                  <a:t>General fitting procedure (</a:t>
                </a:r>
                <a14:m>
                  <m:oMath xmlns:m="http://schemas.openxmlformats.org/officeDocument/2006/math">
                    <m:r>
                      <a:rPr lang="en-US" sz="2000" b="1" i="1" dirty="0" smtClean="0">
                        <a:latin typeface="Cambria Math" panose="02040503050406030204" pitchFamily="18" charset="0"/>
                        <a:ea typeface="Calibri" panose="020F0502020204030204" pitchFamily="34" charset="0"/>
                        <a:cs typeface="Calibri" panose="020F0502020204030204" pitchFamily="34" charset="0"/>
                      </a:rPr>
                      <m:t>𝒏</m:t>
                    </m:r>
                  </m:oMath>
                </a14:m>
                <a:r>
                  <a:rPr lang="en-US" sz="2000" b="1" dirty="0">
                    <a:latin typeface="+mj-lt"/>
                    <a:ea typeface="Calibri" panose="020F0502020204030204" pitchFamily="34" charset="0"/>
                    <a:cs typeface="Calibri" panose="020F0502020204030204" pitchFamily="34" charset="0"/>
                  </a:rPr>
                  <a:t> coils, </a:t>
                </a:r>
                <a14:m>
                  <m:oMath xmlns:m="http://schemas.openxmlformats.org/officeDocument/2006/math">
                    <m:r>
                      <a:rPr lang="en-US" sz="2000" b="1" i="1" dirty="0" smtClean="0">
                        <a:latin typeface="Cambria Math" panose="02040503050406030204" pitchFamily="18" charset="0"/>
                        <a:ea typeface="Calibri" panose="020F0502020204030204" pitchFamily="34" charset="0"/>
                        <a:cs typeface="Calibri" panose="020F0502020204030204" pitchFamily="34" charset="0"/>
                      </a:rPr>
                      <m:t>𝒎</m:t>
                    </m:r>
                  </m:oMath>
                </a14:m>
                <a:r>
                  <a:rPr lang="en-US" sz="2000" b="1" dirty="0">
                    <a:latin typeface="+mj-lt"/>
                    <a:ea typeface="Calibri" panose="020F0502020204030204" pitchFamily="34" charset="0"/>
                    <a:cs typeface="Calibri" panose="020F0502020204030204" pitchFamily="34" charset="0"/>
                  </a:rPr>
                  <a:t> constraint points</a:t>
                </a:r>
                <a:r>
                  <a:rPr lang="en-US" sz="2000" b="1" dirty="0">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9" name="TextBox 8">
                <a:extLst>
                  <a:ext uri="{FF2B5EF4-FFF2-40B4-BE49-F238E27FC236}">
                    <a16:creationId xmlns:a16="http://schemas.microsoft.com/office/drawing/2014/main" id="{2FED9A89-5106-CB97-B801-CFAE13689576}"/>
                  </a:ext>
                </a:extLst>
              </p:cNvPr>
              <p:cNvSpPr txBox="1">
                <a:spLocks noRot="1" noChangeAspect="1" noMove="1" noResize="1" noEditPoints="1" noAdjustHandles="1" noChangeArrowheads="1" noChangeShapeType="1" noTextEdit="1"/>
              </p:cNvSpPr>
              <p:nvPr/>
            </p:nvSpPr>
            <p:spPr>
              <a:xfrm>
                <a:off x="838200" y="301752"/>
                <a:ext cx="6199632" cy="400110"/>
              </a:xfrm>
              <a:prstGeom prst="rect">
                <a:avLst/>
              </a:prstGeom>
              <a:blipFill>
                <a:blip r:embed="rId2"/>
                <a:stretch>
                  <a:fillRect l="-1082"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78A72BF-1453-6826-2A54-3ED028C0F903}"/>
                  </a:ext>
                </a:extLst>
              </p:cNvPr>
              <p:cNvSpPr txBox="1"/>
              <p:nvPr/>
            </p:nvSpPr>
            <p:spPr>
              <a:xfrm>
                <a:off x="969264" y="969264"/>
                <a:ext cx="10384536" cy="668645"/>
              </a:xfrm>
              <a:prstGeom prst="rect">
                <a:avLst/>
              </a:prstGeom>
              <a:noFill/>
            </p:spPr>
            <p:txBody>
              <a:bodyPr wrap="square" rtlCol="0">
                <a:spAutoFit/>
              </a:bodyPr>
              <a:lstStyle/>
              <a:p>
                <a:pPr marL="342900" indent="-342900">
                  <a:buAutoNum type="arabicPeriod"/>
                </a:pPr>
                <a:r>
                  <a:rPr lang="en-US" dirty="0"/>
                  <a:t>Define coil geometry (</a:t>
                </a:r>
                <a14:m>
                  <m:oMath xmlns:m="http://schemas.openxmlformats.org/officeDocument/2006/math">
                    <m:r>
                      <a:rPr lang="en-US" i="1" dirty="0" smtClean="0">
                        <a:latin typeface="Cambria Math" panose="02040503050406030204" pitchFamily="18" charset="0"/>
                      </a:rPr>
                      <m:t>𝑛</m:t>
                    </m:r>
                  </m:oMath>
                </a14:m>
                <a:r>
                  <a:rPr lang="en-US" dirty="0"/>
                  <a:t> unknowns currents)</a:t>
                </a:r>
              </a:p>
              <a:p>
                <a:r>
                  <a:rPr lang="en-US" dirty="0"/>
                  <a:t>	place n circular coils with fixed radii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𝑗</m:t>
                        </m:r>
                      </m:sub>
                    </m:sSub>
                  </m:oMath>
                </a14:m>
                <a:r>
                  <a:rPr lang="en-US" dirty="0"/>
                  <a:t> and axial positions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𝑧</m:t>
                        </m:r>
                      </m:e>
                      <m:sub>
                        <m:r>
                          <a:rPr lang="en-US" i="1">
                            <a:latin typeface="Cambria Math" panose="02040503050406030204" pitchFamily="18" charset="0"/>
                          </a:rPr>
                          <m:t>𝑗</m:t>
                        </m:r>
                      </m:sub>
                    </m:sSub>
                  </m:oMath>
                </a14:m>
                <a:r>
                  <a:rPr lang="en-US" dirty="0"/>
                  <a:t> and unknown currents  </a:t>
                </a:r>
              </a:p>
            </p:txBody>
          </p:sp>
        </mc:Choice>
        <mc:Fallback xmlns="">
          <p:sp>
            <p:nvSpPr>
              <p:cNvPr id="11" name="TextBox 10">
                <a:extLst>
                  <a:ext uri="{FF2B5EF4-FFF2-40B4-BE49-F238E27FC236}">
                    <a16:creationId xmlns:a16="http://schemas.microsoft.com/office/drawing/2014/main" id="{E9D79D1F-B1FA-421D-7563-2316397C4197}"/>
                  </a:ext>
                </a:extLst>
              </p:cNvPr>
              <p:cNvSpPr txBox="1">
                <a:spLocks noRot="1" noChangeAspect="1" noMove="1" noResize="1" noEditPoints="1" noAdjustHandles="1" noChangeArrowheads="1" noChangeShapeType="1" noTextEdit="1"/>
              </p:cNvSpPr>
              <p:nvPr/>
            </p:nvSpPr>
            <p:spPr>
              <a:xfrm>
                <a:off x="969264" y="969264"/>
                <a:ext cx="10384536" cy="668645"/>
              </a:xfrm>
              <a:prstGeom prst="rect">
                <a:avLst/>
              </a:prstGeom>
              <a:blipFill>
                <a:blip r:embed="rId3"/>
                <a:stretch>
                  <a:fillRect l="-528" t="-5455" b="-1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A7E6AD9-BDE3-8A30-BA54-D122A26F4958}"/>
                  </a:ext>
                </a:extLst>
              </p:cNvPr>
              <p:cNvSpPr txBox="1"/>
              <p:nvPr/>
            </p:nvSpPr>
            <p:spPr>
              <a:xfrm>
                <a:off x="979278" y="2237600"/>
                <a:ext cx="5961888" cy="1478353"/>
              </a:xfrm>
              <a:prstGeom prst="rect">
                <a:avLst/>
              </a:prstGeom>
              <a:noFill/>
            </p:spPr>
            <p:txBody>
              <a:bodyPr wrap="square" rtlCol="0">
                <a:spAutoFit/>
              </a:bodyPr>
              <a:lstStyle/>
              <a:p>
                <a:r>
                  <a:rPr lang="en-US" b="0" dirty="0">
                    <a:ea typeface="Cambria Math" panose="02040503050406030204" pitchFamily="18" charset="0"/>
                  </a:rPr>
                  <a:t>2. </a:t>
                </a:r>
                <a14:m>
                  <m:oMath xmlns:m="http://schemas.openxmlformats.org/officeDocument/2006/math">
                    <m:r>
                      <a:rPr lang="en-US" b="0" i="1" smtClean="0">
                        <a:latin typeface="Cambria Math" panose="02040503050406030204" pitchFamily="18" charset="0"/>
                        <a:ea typeface="Cambria Math" panose="02040503050406030204" pitchFamily="18" charset="0"/>
                      </a:rPr>
                      <m:t> </m:t>
                    </m:r>
                  </m:oMath>
                </a14:m>
                <a:r>
                  <a:rPr lang="en-US" dirty="0"/>
                  <a:t>Choose </a:t>
                </a:r>
                <a14:m>
                  <m:oMath xmlns:m="http://schemas.openxmlformats.org/officeDocument/2006/math">
                    <m:r>
                      <a:rPr lang="en-US" i="1" dirty="0" smtClean="0">
                        <a:latin typeface="Cambria Math" panose="02040503050406030204" pitchFamily="18" charset="0"/>
                      </a:rPr>
                      <m:t>𝑚</m:t>
                    </m:r>
                  </m:oMath>
                </a14:m>
                <a:r>
                  <a:rPr lang="en-US" dirty="0"/>
                  <a:t> constraints points on the axes</a:t>
                </a:r>
              </a:p>
              <a:p>
                <a:r>
                  <a:rPr lang="en-US" dirty="0"/>
                  <a:t>	build a list of points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sSubSup>
                  </m:oMath>
                </a14:m>
                <a:endParaRPr lang="en-US" dirty="0"/>
              </a:p>
              <a:p>
                <a:r>
                  <a:rPr lang="en-US" dirty="0"/>
                  <a:t>	* </a:t>
                </a:r>
                <a14:m>
                  <m:oMath xmlns:m="http://schemas.openxmlformats.org/officeDocument/2006/math">
                    <m:r>
                      <a:rPr lang="en-US" i="1" dirty="0" smtClean="0">
                        <a:latin typeface="Cambria Math" panose="02040503050406030204" pitchFamily="18" charset="0"/>
                      </a:rPr>
                      <m:t>𝑧</m:t>
                    </m:r>
                  </m:oMath>
                </a14:m>
                <a:r>
                  <a:rPr lang="en-US" dirty="0"/>
                  <a:t>-axis: r = 0, sample</a:t>
                </a:r>
              </a:p>
              <a:p>
                <a:r>
                  <a:rPr lang="en-US" dirty="0"/>
                  <a:t> </a:t>
                </a:r>
              </a:p>
              <a:p>
                <a:r>
                  <a:rPr lang="en-US" dirty="0"/>
                  <a:t>	* </a:t>
                </a:r>
                <a14:m>
                  <m:oMath xmlns:m="http://schemas.openxmlformats.org/officeDocument/2006/math">
                    <m:r>
                      <a:rPr lang="en-US" i="1" dirty="0" smtClean="0">
                        <a:latin typeface="Cambria Math" panose="02040503050406030204" pitchFamily="18" charset="0"/>
                      </a:rPr>
                      <m:t>𝑟</m:t>
                    </m:r>
                  </m:oMath>
                </a14:m>
                <a:r>
                  <a:rPr lang="en-US" dirty="0"/>
                  <a:t>-axis: z = 0, sample </a:t>
                </a:r>
              </a:p>
            </p:txBody>
          </p:sp>
        </mc:Choice>
        <mc:Fallback xmlns="">
          <p:sp>
            <p:nvSpPr>
              <p:cNvPr id="14" name="TextBox 13">
                <a:extLst>
                  <a:ext uri="{FF2B5EF4-FFF2-40B4-BE49-F238E27FC236}">
                    <a16:creationId xmlns:a16="http://schemas.microsoft.com/office/drawing/2014/main" id="{3EDAD4FD-B8EB-1B8C-B7AE-891A561A8BB7}"/>
                  </a:ext>
                </a:extLst>
              </p:cNvPr>
              <p:cNvSpPr txBox="1">
                <a:spLocks noRot="1" noChangeAspect="1" noMove="1" noResize="1" noEditPoints="1" noAdjustHandles="1" noChangeArrowheads="1" noChangeShapeType="1" noTextEdit="1"/>
              </p:cNvSpPr>
              <p:nvPr/>
            </p:nvSpPr>
            <p:spPr>
              <a:xfrm>
                <a:off x="979278" y="2237600"/>
                <a:ext cx="5961888" cy="1478353"/>
              </a:xfrm>
              <a:prstGeom prst="rect">
                <a:avLst/>
              </a:prstGeom>
              <a:blipFill>
                <a:blip r:embed="rId4"/>
                <a:stretch>
                  <a:fillRect l="-920" t="-1646" b="-57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DE1FED8-4EA8-1A62-E216-6557C103251A}"/>
                  </a:ext>
                </a:extLst>
              </p:cNvPr>
              <p:cNvSpPr txBox="1"/>
              <p:nvPr/>
            </p:nvSpPr>
            <p:spPr>
              <a:xfrm>
                <a:off x="969264" y="3917540"/>
                <a:ext cx="9019066" cy="2585323"/>
              </a:xfrm>
              <a:prstGeom prst="rect">
                <a:avLst/>
              </a:prstGeom>
              <a:noFill/>
            </p:spPr>
            <p:txBody>
              <a:bodyPr wrap="square" rtlCol="0">
                <a:spAutoFit/>
              </a:bodyPr>
              <a:lstStyle/>
              <a:p>
                <a:r>
                  <a:rPr lang="en-US" dirty="0"/>
                  <a:t>3.   Compute the forward model (design matrix)</a:t>
                </a:r>
              </a:p>
              <a:p>
                <a:r>
                  <a:rPr lang="en-US" dirty="0"/>
                  <a:t>	For each point </a:t>
                </a:r>
                <a14:m>
                  <m:oMath xmlns:m="http://schemas.openxmlformats.org/officeDocument/2006/math">
                    <m:r>
                      <a:rPr lang="en-US" i="1" dirty="0" smtClean="0">
                        <a:latin typeface="Cambria Math" panose="02040503050406030204" pitchFamily="18" charset="0"/>
                      </a:rPr>
                      <m:t>𝑖</m:t>
                    </m:r>
                  </m:oMath>
                </a14:m>
                <a:r>
                  <a:rPr lang="en-US" dirty="0"/>
                  <a:t> and coil </a:t>
                </a:r>
                <a14:m>
                  <m:oMath xmlns:m="http://schemas.openxmlformats.org/officeDocument/2006/math">
                    <m:r>
                      <a:rPr lang="en-US" i="1" dirty="0" smtClean="0">
                        <a:latin typeface="Cambria Math" panose="02040503050406030204" pitchFamily="18" charset="0"/>
                      </a:rPr>
                      <m:t>𝑗</m:t>
                    </m:r>
                  </m:oMath>
                </a14:m>
                <a:r>
                  <a:rPr lang="en-US" dirty="0"/>
                  <a:t>, compute the coil’s contribution to the axial field</a:t>
                </a:r>
              </a:p>
              <a:p>
                <a:r>
                  <a:rPr lang="en-US" dirty="0"/>
                  <a:t>	* field at any point per 1 A-turn in coil </a:t>
                </a:r>
                <a14:m>
                  <m:oMath xmlns:m="http://schemas.openxmlformats.org/officeDocument/2006/math">
                    <m:r>
                      <a:rPr lang="en-US" i="1" dirty="0" smtClean="0">
                        <a:latin typeface="Cambria Math" panose="02040503050406030204" pitchFamily="18" charset="0"/>
                      </a:rPr>
                      <m:t>𝑗</m:t>
                    </m:r>
                  </m:oMath>
                </a14:m>
                <a:endParaRPr lang="en-US" dirty="0"/>
              </a:p>
              <a:p>
                <a:endParaRPr lang="en-US" dirty="0"/>
              </a:p>
              <a:p>
                <a:endParaRPr lang="en-US" dirty="0"/>
              </a:p>
              <a:p>
                <a:r>
                  <a:rPr lang="en-US" dirty="0"/>
                  <a:t>	</a:t>
                </a:r>
              </a:p>
              <a:p>
                <a:r>
                  <a:rPr lang="en-US" dirty="0"/>
                  <a:t>                    * stack these into</a:t>
                </a:r>
              </a:p>
              <a:p>
                <a:r>
                  <a:rPr lang="en-US" dirty="0"/>
                  <a:t>	* the predicted field is linear in currents:  </a:t>
                </a:r>
                <a14:m>
                  <m:oMath xmlns:m="http://schemas.openxmlformats.org/officeDocument/2006/math">
                    <m:r>
                      <a:rPr lang="en-US" b="1" i="1" smtClean="0">
                        <a:latin typeface="Cambria Math" panose="02040503050406030204" pitchFamily="18" charset="0"/>
                      </a:rPr>
                      <m:t>𝒃</m:t>
                    </m:r>
                    <m:r>
                      <a:rPr lang="en-US" b="1" i="1" smtClean="0">
                        <a:latin typeface="Cambria Math" panose="02040503050406030204" pitchFamily="18" charset="0"/>
                      </a:rPr>
                      <m:t>=</m:t>
                    </m:r>
                    <m:r>
                      <a:rPr lang="en-US" b="1" i="1" smtClean="0">
                        <a:latin typeface="Cambria Math" panose="02040503050406030204" pitchFamily="18" charset="0"/>
                      </a:rPr>
                      <m:t>𝑴</m:t>
                    </m:r>
                    <m:r>
                      <a:rPr lang="en-US" b="1" i="1" smtClean="0">
                        <a:latin typeface="Cambria Math" panose="02040503050406030204" pitchFamily="18" charset="0"/>
                      </a:rPr>
                      <m:t> </m:t>
                    </m:r>
                    <m:r>
                      <a:rPr lang="en-US" b="1" i="1" smtClean="0">
                        <a:latin typeface="Cambria Math" panose="02040503050406030204" pitchFamily="18" charset="0"/>
                      </a:rPr>
                      <m:t>𝑰</m:t>
                    </m:r>
                  </m:oMath>
                </a14:m>
                <a:r>
                  <a:rPr lang="en-US" b="1" dirty="0"/>
                  <a:t>,  </a:t>
                </a:r>
                <a14:m>
                  <m:oMath xmlns:m="http://schemas.openxmlformats.org/officeDocument/2006/math">
                    <m:r>
                      <a:rPr lang="en-US" b="1" i="1" smtClean="0">
                        <a:latin typeface="Cambria Math" panose="02040503050406030204" pitchFamily="18" charset="0"/>
                      </a:rPr>
                      <m:t>𝒃</m:t>
                    </m:r>
                    <m:r>
                      <a:rPr lang="en-US" b="1" i="1" smtClean="0">
                        <a:latin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0</m:t>
                            </m:r>
                          </m:sub>
                        </m:sSub>
                      </m:e>
                    </m:d>
                    <m:r>
                      <a:rPr lang="en-US" b="0" i="1" smtClean="0">
                        <a:latin typeface="Cambria Math" panose="02040503050406030204" pitchFamily="18" charset="0"/>
                      </a:rPr>
                      <m:t>  </m:t>
                    </m:r>
                    <m:r>
                      <a:rPr lang="en-US" b="0" i="1" smtClean="0">
                        <a:latin typeface="Cambria Math" panose="02040503050406030204" pitchFamily="18" charset="0"/>
                      </a:rPr>
                      <m:t>𝜖</m:t>
                    </m:r>
                    <m:r>
                      <a:rPr lang="en-US" b="0" i="1" smtClean="0">
                        <a:latin typeface="Cambria Math" panose="02040503050406030204" pitchFamily="18" charset="0"/>
                      </a:rPr>
                      <m:t> </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sup>
                    </m:sSup>
                  </m:oMath>
                </a14:m>
                <a:endParaRPr lang="en-US" dirty="0"/>
              </a:p>
              <a:p>
                <a:r>
                  <a:rPr lang="en-US" dirty="0"/>
                  <a:t>	</a:t>
                </a:r>
              </a:p>
            </p:txBody>
          </p:sp>
        </mc:Choice>
        <mc:Fallback xmlns="">
          <p:sp>
            <p:nvSpPr>
              <p:cNvPr id="21" name="TextBox 20">
                <a:extLst>
                  <a:ext uri="{FF2B5EF4-FFF2-40B4-BE49-F238E27FC236}">
                    <a16:creationId xmlns:a16="http://schemas.microsoft.com/office/drawing/2014/main" id="{9A84E38C-E82A-AE6D-2AD4-18AF6A84DD11}"/>
                  </a:ext>
                </a:extLst>
              </p:cNvPr>
              <p:cNvSpPr txBox="1">
                <a:spLocks noRot="1" noChangeAspect="1" noMove="1" noResize="1" noEditPoints="1" noAdjustHandles="1" noChangeArrowheads="1" noChangeShapeType="1" noTextEdit="1"/>
              </p:cNvSpPr>
              <p:nvPr/>
            </p:nvSpPr>
            <p:spPr>
              <a:xfrm>
                <a:off x="969264" y="3917540"/>
                <a:ext cx="9019066" cy="2585323"/>
              </a:xfrm>
              <a:prstGeom prst="rect">
                <a:avLst/>
              </a:prstGeom>
              <a:blipFill>
                <a:blip r:embed="rId5"/>
                <a:stretch>
                  <a:fillRect l="-541" t="-11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AE89E06-8531-FA9D-FD20-2128DE1F20A4}"/>
                  </a:ext>
                </a:extLst>
              </p:cNvPr>
              <p:cNvSpPr txBox="1"/>
              <p:nvPr/>
            </p:nvSpPr>
            <p:spPr>
              <a:xfrm>
                <a:off x="5086754" y="1709894"/>
                <a:ext cx="1951078"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2 …</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𝑇</m:t>
                        </m:r>
                      </m:sup>
                    </m:sSup>
                  </m:oMath>
                </a14:m>
                <a:endParaRPr lang="en-US" dirty="0"/>
              </a:p>
            </p:txBody>
          </p:sp>
        </mc:Choice>
        <mc:Fallback xmlns="">
          <p:sp>
            <p:nvSpPr>
              <p:cNvPr id="29" name="TextBox 28">
                <a:extLst>
                  <a:ext uri="{FF2B5EF4-FFF2-40B4-BE49-F238E27FC236}">
                    <a16:creationId xmlns:a16="http://schemas.microsoft.com/office/drawing/2014/main" id="{D725382F-3735-DC5C-C7B4-D6EA08EC90E7}"/>
                  </a:ext>
                </a:extLst>
              </p:cNvPr>
              <p:cNvSpPr txBox="1">
                <a:spLocks noRot="1" noChangeAspect="1" noMove="1" noResize="1" noEditPoints="1" noAdjustHandles="1" noChangeArrowheads="1" noChangeShapeType="1" noTextEdit="1"/>
              </p:cNvSpPr>
              <p:nvPr/>
            </p:nvSpPr>
            <p:spPr>
              <a:xfrm>
                <a:off x="5086754" y="1709894"/>
                <a:ext cx="1951078" cy="369332"/>
              </a:xfrm>
              <a:prstGeom prst="rect">
                <a:avLst/>
              </a:prstGeom>
              <a:blipFill>
                <a:blip r:embed="rId6"/>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C04DE8E-8BEE-AC43-A044-21098F6DD531}"/>
                  </a:ext>
                </a:extLst>
              </p:cNvPr>
              <p:cNvSpPr txBox="1"/>
              <p:nvPr/>
            </p:nvSpPr>
            <p:spPr>
              <a:xfrm>
                <a:off x="4146827" y="2819607"/>
                <a:ext cx="11999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[0,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𝑚𝑎𝑥</m:t>
                          </m:r>
                        </m:sub>
                      </m:sSub>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1" name="TextBox 30">
                <a:extLst>
                  <a:ext uri="{FF2B5EF4-FFF2-40B4-BE49-F238E27FC236}">
                    <a16:creationId xmlns:a16="http://schemas.microsoft.com/office/drawing/2014/main" id="{E7FCB652-CAAD-8F4D-5812-57579BA77DBD}"/>
                  </a:ext>
                </a:extLst>
              </p:cNvPr>
              <p:cNvSpPr txBox="1">
                <a:spLocks noRot="1" noChangeAspect="1" noMove="1" noResize="1" noEditPoints="1" noAdjustHandles="1" noChangeArrowheads="1" noChangeShapeType="1" noTextEdit="1"/>
              </p:cNvSpPr>
              <p:nvPr/>
            </p:nvSpPr>
            <p:spPr>
              <a:xfrm>
                <a:off x="4146827" y="2819607"/>
                <a:ext cx="1199944" cy="276999"/>
              </a:xfrm>
              <a:prstGeom prst="rect">
                <a:avLst/>
              </a:prstGeom>
              <a:blipFill>
                <a:blip r:embed="rId7"/>
                <a:stretch>
                  <a:fillRect l="-2538" t="-4444" r="-7107" b="-3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AC99C5C-191B-C624-738C-DDD97860A8F5}"/>
                  </a:ext>
                </a:extLst>
              </p:cNvPr>
              <p:cNvSpPr txBox="1"/>
              <p:nvPr/>
            </p:nvSpPr>
            <p:spPr>
              <a:xfrm>
                <a:off x="5381484" y="2819607"/>
                <a:ext cx="16227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𝑚𝑎𝑥</m:t>
                          </m:r>
                        </m:sub>
                      </m:sSub>
                      <m:r>
                        <a:rPr lang="en-US" b="0" i="1" smtClean="0">
                          <a:latin typeface="Cambria Math" panose="02040503050406030204" pitchFamily="18" charset="0"/>
                        </a:rPr>
                        <m:t>=330 </m:t>
                      </m:r>
                      <m:r>
                        <a:rPr lang="en-US" b="0" i="1" smtClean="0">
                          <a:latin typeface="Cambria Math" panose="02040503050406030204" pitchFamily="18" charset="0"/>
                        </a:rPr>
                        <m:t>𝑚𝑚</m:t>
                      </m:r>
                    </m:oMath>
                  </m:oMathPara>
                </a14:m>
                <a:endParaRPr lang="en-US" dirty="0"/>
              </a:p>
            </p:txBody>
          </p:sp>
        </mc:Choice>
        <mc:Fallback xmlns="">
          <p:sp>
            <p:nvSpPr>
              <p:cNvPr id="32" name="TextBox 31">
                <a:extLst>
                  <a:ext uri="{FF2B5EF4-FFF2-40B4-BE49-F238E27FC236}">
                    <a16:creationId xmlns:a16="http://schemas.microsoft.com/office/drawing/2014/main" id="{E95DEE67-C4FB-A8C0-A815-49DF2B8E2057}"/>
                  </a:ext>
                </a:extLst>
              </p:cNvPr>
              <p:cNvSpPr txBox="1">
                <a:spLocks noRot="1" noChangeAspect="1" noMove="1" noResize="1" noEditPoints="1" noAdjustHandles="1" noChangeArrowheads="1" noChangeShapeType="1" noTextEdit="1"/>
              </p:cNvSpPr>
              <p:nvPr/>
            </p:nvSpPr>
            <p:spPr>
              <a:xfrm>
                <a:off x="5381484" y="2819607"/>
                <a:ext cx="1622752" cy="276999"/>
              </a:xfrm>
              <a:prstGeom prst="rect">
                <a:avLst/>
              </a:prstGeom>
              <a:blipFill>
                <a:blip r:embed="rId8"/>
                <a:stretch>
                  <a:fillRect l="-1880" r="-1880"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2520506-AA11-0240-BBD9-04220BA0487A}"/>
                  </a:ext>
                </a:extLst>
              </p:cNvPr>
              <p:cNvSpPr txBox="1"/>
              <p:nvPr/>
            </p:nvSpPr>
            <p:spPr>
              <a:xfrm>
                <a:off x="4146827" y="3281934"/>
                <a:ext cx="2610589" cy="440633"/>
              </a:xfrm>
              <a:prstGeom prst="rect">
                <a:avLst/>
              </a:prstGeom>
              <a:noFill/>
            </p:spPr>
            <p:txBody>
              <a:bodyPr wrap="square">
                <a:spAutoFit/>
              </a:bodyPr>
              <a:lstStyle/>
              <a:p>
                <a14:m>
                  <m:oMath xmlns:m="http://schemas.openxmlformats.org/officeDocument/2006/math">
                    <m:r>
                      <a:rPr lang="en-US" sz="1600" b="0" i="1" smtClean="0">
                        <a:latin typeface="Cambria Math" panose="02040503050406030204" pitchFamily="18" charset="0"/>
                      </a:rPr>
                      <m:t>𝑧</m:t>
                    </m:r>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𝜖</m:t>
                    </m:r>
                    <m:r>
                      <a:rPr lang="en-US" sz="1600" b="0" i="1" smtClean="0">
                        <a:latin typeface="Cambria Math" panose="02040503050406030204" pitchFamily="18" charset="0"/>
                        <a:ea typeface="Cambria Math" panose="02040503050406030204" pitchFamily="18" charset="0"/>
                      </a:rPr>
                      <m:t> [−</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𝐿</m:t>
                        </m:r>
                      </m:num>
                      <m:den>
                        <m:r>
                          <a:rPr lang="en-US" sz="1600" b="0" i="1" smtClean="0">
                            <a:latin typeface="Cambria Math" panose="02040503050406030204" pitchFamily="18" charset="0"/>
                            <a:ea typeface="Cambria Math" panose="02040503050406030204" pitchFamily="18" charset="0"/>
                          </a:rPr>
                          <m:t>2</m:t>
                        </m:r>
                      </m:den>
                    </m:f>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𝐿</m:t>
                        </m:r>
                      </m:num>
                      <m:den>
                        <m:r>
                          <a:rPr lang="en-US" sz="1600" b="0" i="1" smtClean="0">
                            <a:latin typeface="Cambria Math" panose="02040503050406030204" pitchFamily="18" charset="0"/>
                            <a:ea typeface="Cambria Math" panose="02040503050406030204" pitchFamily="18" charset="0"/>
                          </a:rPr>
                          <m:t>2</m:t>
                        </m:r>
                      </m:den>
                    </m:f>
                    <m:r>
                      <a:rPr lang="en-US" sz="1600"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𝐿</m:t>
                    </m:r>
                    <m:r>
                      <a:rPr lang="en-US" b="0" i="1" dirty="0" smtClean="0">
                        <a:latin typeface="Cambria Math" panose="02040503050406030204" pitchFamily="18" charset="0"/>
                      </a:rPr>
                      <m:t>=3.5 </m:t>
                    </m:r>
                    <m:r>
                      <a:rPr lang="en-US" b="0" i="1" dirty="0" smtClean="0">
                        <a:latin typeface="Cambria Math" panose="02040503050406030204" pitchFamily="18" charset="0"/>
                      </a:rPr>
                      <m:t>𝑚</m:t>
                    </m:r>
                  </m:oMath>
                </a14:m>
                <a:endParaRPr lang="en-US" dirty="0"/>
              </a:p>
            </p:txBody>
          </p:sp>
        </mc:Choice>
        <mc:Fallback xmlns="">
          <p:sp>
            <p:nvSpPr>
              <p:cNvPr id="34" name="TextBox 33">
                <a:extLst>
                  <a:ext uri="{FF2B5EF4-FFF2-40B4-BE49-F238E27FC236}">
                    <a16:creationId xmlns:a16="http://schemas.microsoft.com/office/drawing/2014/main" id="{BBC5771B-7A5B-6E87-C0BA-66FC2EC3D3D2}"/>
                  </a:ext>
                </a:extLst>
              </p:cNvPr>
              <p:cNvSpPr txBox="1">
                <a:spLocks noRot="1" noChangeAspect="1" noMove="1" noResize="1" noEditPoints="1" noAdjustHandles="1" noChangeArrowheads="1" noChangeShapeType="1" noTextEdit="1"/>
              </p:cNvSpPr>
              <p:nvPr/>
            </p:nvSpPr>
            <p:spPr>
              <a:xfrm>
                <a:off x="4146827" y="3281934"/>
                <a:ext cx="2610589" cy="440633"/>
              </a:xfrm>
              <a:prstGeom prst="rect">
                <a:avLst/>
              </a:prstGeom>
              <a:blipFill>
                <a:blip r:embed="rId9"/>
                <a:stretch>
                  <a:fillRect b="-123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009DD5D-3C8A-A870-85A6-4329D0D43F2F}"/>
                  </a:ext>
                </a:extLst>
              </p:cNvPr>
              <p:cNvSpPr txBox="1"/>
              <p:nvPr/>
            </p:nvSpPr>
            <p:spPr>
              <a:xfrm>
                <a:off x="1993392" y="4957761"/>
                <a:ext cx="10189464" cy="338554"/>
              </a:xfrm>
              <a:prstGeom prst="rect">
                <a:avLst/>
              </a:prstGeom>
              <a:noFill/>
            </p:spPr>
            <p:txBody>
              <a:bodyPr wrap="squar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𝑖𝑗</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𝐵</m:t>
                        </m:r>
                      </m:e>
                      <m:sub>
                        <m:r>
                          <a:rPr lang="en-US" b="0" i="1" smtClean="0">
                            <a:latin typeface="Cambria Math" panose="02040503050406030204" pitchFamily="18" charset="0"/>
                            <a:ea typeface="Cambria Math" panose="02040503050406030204" pitchFamily="18" charset="0"/>
                          </a:rPr>
                          <m:t>𝑧</m:t>
                        </m:r>
                      </m:sub>
                      <m:sup/>
                    </m:sSub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𝑧</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𝑗</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𝑧</m:t>
                        </m:r>
                      </m:e>
                      <m:sub>
                        <m:r>
                          <a:rPr lang="en-US" b="0" i="1" smtClean="0">
                            <a:latin typeface="Cambria Math" panose="02040503050406030204" pitchFamily="18" charset="0"/>
                            <a:ea typeface="Cambria Math" panose="02040503050406030204" pitchFamily="18" charset="0"/>
                          </a:rPr>
                          <m:t>𝑗</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oMath>
                </a14:m>
                <a:r>
                  <a:rPr lang="en-US" dirty="0"/>
                  <a:t>, where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oMath>
                </a14:m>
                <a:r>
                  <a:rPr lang="en-US" dirty="0"/>
                  <a:t>are the field points and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m:t>
                        </m:r>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m:t>
                        </m:r>
                      </m:sup>
                    </m:sSubSup>
                  </m:oMath>
                </a14:m>
                <a:r>
                  <a:rPr lang="en-US" dirty="0"/>
                  <a:t> are the positions of the coils</a:t>
                </a:r>
              </a:p>
            </p:txBody>
          </p:sp>
        </mc:Choice>
        <mc:Fallback xmlns="">
          <p:sp>
            <p:nvSpPr>
              <p:cNvPr id="35" name="TextBox 34">
                <a:extLst>
                  <a:ext uri="{FF2B5EF4-FFF2-40B4-BE49-F238E27FC236}">
                    <a16:creationId xmlns:a16="http://schemas.microsoft.com/office/drawing/2014/main" id="{5E132C74-2B2C-ED8D-6A52-4391A100D306}"/>
                  </a:ext>
                </a:extLst>
              </p:cNvPr>
              <p:cNvSpPr txBox="1">
                <a:spLocks noRot="1" noChangeAspect="1" noMove="1" noResize="1" noEditPoints="1" noAdjustHandles="1" noChangeArrowheads="1" noChangeShapeType="1" noTextEdit="1"/>
              </p:cNvSpPr>
              <p:nvPr/>
            </p:nvSpPr>
            <p:spPr>
              <a:xfrm>
                <a:off x="1993392" y="4957761"/>
                <a:ext cx="10189464" cy="338554"/>
              </a:xfrm>
              <a:prstGeom prst="rect">
                <a:avLst/>
              </a:prstGeom>
              <a:blipFill>
                <a:blip r:embed="rId10"/>
                <a:stretch>
                  <a:fillRect l="-778" t="-10714" b="-3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C48C047-520D-C542-91F1-4F0AC6F78316}"/>
                  </a:ext>
                </a:extLst>
              </p:cNvPr>
              <p:cNvSpPr txBox="1"/>
              <p:nvPr/>
            </p:nvSpPr>
            <p:spPr>
              <a:xfrm>
                <a:off x="3739736" y="5607379"/>
                <a:ext cx="112780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m:t>
                      </m:r>
                      <m:r>
                        <a:rPr lang="en-US" b="0" i="1" smtClean="0">
                          <a:latin typeface="Cambria Math" panose="02040503050406030204" pitchFamily="18" charset="0"/>
                        </a:rPr>
                        <m:t> </m:t>
                      </m:r>
                      <m:r>
                        <a:rPr lang="en-US" b="0" i="1" smtClean="0">
                          <a:latin typeface="Cambria Math" panose="02040503050406030204" pitchFamily="18" charset="0"/>
                        </a:rPr>
                        <m:t>𝜖</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sup>
                      </m:sSup>
                    </m:oMath>
                  </m:oMathPara>
                </a14:m>
                <a:endParaRPr lang="en-US" b="0" dirty="0">
                  <a:ea typeface="Cambria Math" panose="02040503050406030204" pitchFamily="18" charset="0"/>
                </a:endParaRPr>
              </a:p>
              <a:p>
                <a:endParaRPr lang="en-US" dirty="0"/>
              </a:p>
            </p:txBody>
          </p:sp>
        </mc:Choice>
        <mc:Fallback xmlns="">
          <p:sp>
            <p:nvSpPr>
              <p:cNvPr id="36" name="TextBox 35">
                <a:extLst>
                  <a:ext uri="{FF2B5EF4-FFF2-40B4-BE49-F238E27FC236}">
                    <a16:creationId xmlns:a16="http://schemas.microsoft.com/office/drawing/2014/main" id="{8B54C6C4-390D-F930-33FC-7DCCC310C65C}"/>
                  </a:ext>
                </a:extLst>
              </p:cNvPr>
              <p:cNvSpPr txBox="1">
                <a:spLocks noRot="1" noChangeAspect="1" noMove="1" noResize="1" noEditPoints="1" noAdjustHandles="1" noChangeArrowheads="1" noChangeShapeType="1" noTextEdit="1"/>
              </p:cNvSpPr>
              <p:nvPr/>
            </p:nvSpPr>
            <p:spPr>
              <a:xfrm>
                <a:off x="3739736" y="5607379"/>
                <a:ext cx="1127809" cy="553998"/>
              </a:xfrm>
              <a:prstGeom prst="rect">
                <a:avLst/>
              </a:prstGeom>
              <a:blipFill>
                <a:blip r:embed="rId11"/>
                <a:stretch>
                  <a:fillRect l="-2703"/>
                </a:stretch>
              </a:blipFill>
            </p:spPr>
            <p:txBody>
              <a:bodyPr/>
              <a:lstStyle/>
              <a:p>
                <a:r>
                  <a:rPr lang="en-US">
                    <a:noFill/>
                  </a:rPr>
                  <a:t> </a:t>
                </a:r>
              </a:p>
            </p:txBody>
          </p:sp>
        </mc:Fallback>
      </mc:AlternateContent>
    </p:spTree>
    <p:extLst>
      <p:ext uri="{BB962C8B-B14F-4D97-AF65-F5344CB8AC3E}">
        <p14:creationId xmlns:p14="http://schemas.microsoft.com/office/powerpoint/2010/main" val="15145505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17476-6FC2-B243-6854-91CA6C8A4FC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3F0F2B2-AEB2-9E7D-EBAA-D087DBB321FC}"/>
              </a:ext>
            </a:extLst>
          </p:cNvPr>
          <p:cNvSpPr>
            <a:spLocks noGrp="1"/>
          </p:cNvSpPr>
          <p:nvPr>
            <p:ph type="dt" sz="half" idx="10"/>
          </p:nvPr>
        </p:nvSpPr>
        <p:spPr/>
        <p:txBody>
          <a:bodyPr/>
          <a:lstStyle/>
          <a:p>
            <a:fld id="{FB69D6F1-4E0D-4C88-8C78-6CAE184FDF12}" type="datetime1">
              <a:rPr lang="en-US" noProof="0" smtClean="0"/>
              <a:t>3/6/2026</a:t>
            </a:fld>
            <a:endParaRPr lang="en-US" noProof="0" dirty="0"/>
          </a:p>
        </p:txBody>
      </p:sp>
      <p:sp>
        <p:nvSpPr>
          <p:cNvPr id="5" name="Footer Placeholder 4">
            <a:extLst>
              <a:ext uri="{FF2B5EF4-FFF2-40B4-BE49-F238E27FC236}">
                <a16:creationId xmlns:a16="http://schemas.microsoft.com/office/drawing/2014/main" id="{8B709CB6-AF05-8A45-F5DD-99A3C974E831}"/>
              </a:ext>
            </a:extLst>
          </p:cNvPr>
          <p:cNvSpPr>
            <a:spLocks noGrp="1"/>
          </p:cNvSpPr>
          <p:nvPr>
            <p:ph type="ftr" sz="quarter" idx="11"/>
          </p:nvPr>
        </p:nvSpPr>
        <p:spPr/>
        <p:txBody>
          <a:bodyPr/>
          <a:lstStyle/>
          <a:p>
            <a:r>
              <a:rPr lang="en-US" noProof="0" dirty="0"/>
              <a:t>Jan 24</a:t>
            </a:r>
          </a:p>
        </p:txBody>
      </p:sp>
      <p:sp>
        <p:nvSpPr>
          <p:cNvPr id="6" name="Slide Number Placeholder 5">
            <a:extLst>
              <a:ext uri="{FF2B5EF4-FFF2-40B4-BE49-F238E27FC236}">
                <a16:creationId xmlns:a16="http://schemas.microsoft.com/office/drawing/2014/main" id="{6206E11B-4E42-9A32-D09B-AB3C5ED59590}"/>
              </a:ext>
            </a:extLst>
          </p:cNvPr>
          <p:cNvSpPr>
            <a:spLocks noGrp="1"/>
          </p:cNvSpPr>
          <p:nvPr>
            <p:ph type="sldNum" sz="quarter" idx="12"/>
          </p:nvPr>
        </p:nvSpPr>
        <p:spPr/>
        <p:txBody>
          <a:bodyPr/>
          <a:lstStyle/>
          <a:p>
            <a:fld id="{5D474BC6-09C9-4ED8-ADF6-087D6F25D5BC}" type="slidenum">
              <a:rPr lang="en-US" noProof="0" smtClean="0"/>
              <a:t>108</a:t>
            </a:fld>
            <a:endParaRPr lang="en-US" noProof="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E8FE870-4448-C487-531F-BDDD83BD32E6}"/>
                  </a:ext>
                </a:extLst>
              </p:cNvPr>
              <p:cNvSpPr txBox="1"/>
              <p:nvPr/>
            </p:nvSpPr>
            <p:spPr>
              <a:xfrm>
                <a:off x="966182" y="675420"/>
                <a:ext cx="10384536" cy="1758045"/>
              </a:xfrm>
              <a:prstGeom prst="rect">
                <a:avLst/>
              </a:prstGeom>
              <a:noFill/>
            </p:spPr>
            <p:txBody>
              <a:bodyPr wrap="square" rtlCol="0">
                <a:spAutoFit/>
              </a:bodyPr>
              <a:lstStyle/>
              <a:p>
                <a:pPr marL="342900" indent="-342900">
                  <a:buAutoNum type="arabicPeriod" startAt="4"/>
                </a:pPr>
                <a:r>
                  <a:rPr lang="en-US" noProof="0" dirty="0"/>
                  <a:t>Pose the regularized least-squares problem</a:t>
                </a:r>
              </a:p>
              <a:p>
                <a:pPr lvl="1"/>
                <a:r>
                  <a:rPr lang="en-US" noProof="0" dirty="0"/>
                  <a:t>	 * optional weights can be used: </a:t>
                </a:r>
              </a:p>
              <a:p>
                <a:pPr lvl="1"/>
                <a:r>
                  <a:rPr lang="en-US" noProof="0" dirty="0"/>
                  <a:t>	 * solve: </a:t>
                </a:r>
                <a14:m>
                  <m:oMath xmlns:m="http://schemas.openxmlformats.org/officeDocument/2006/math">
                    <m:sSub>
                      <m:sSubPr>
                        <m:ctrlPr>
                          <a:rPr lang="en-US" i="1" noProof="0">
                            <a:latin typeface="Cambria Math" panose="02040503050406030204" pitchFamily="18" charset="0"/>
                          </a:rPr>
                        </m:ctrlPr>
                      </m:sSubPr>
                      <m:e>
                        <m:r>
                          <a:rPr lang="en-US" b="1" i="1" noProof="0">
                            <a:latin typeface="Cambria Math" panose="02040503050406030204" pitchFamily="18" charset="0"/>
                          </a:rPr>
                          <m:t>𝑰</m:t>
                        </m:r>
                      </m:e>
                      <m:sub>
                        <m:r>
                          <a:rPr lang="en-US" i="1" noProof="0">
                            <a:latin typeface="Cambria Math" panose="02040503050406030204" pitchFamily="18" charset="0"/>
                          </a:rPr>
                          <m:t>𝜆</m:t>
                        </m:r>
                      </m:sub>
                    </m:sSub>
                    <m:r>
                      <a:rPr lang="en-US" i="1" noProof="0">
                        <a:latin typeface="Cambria Math" panose="02040503050406030204" pitchFamily="18" charset="0"/>
                      </a:rPr>
                      <m:t>=</m:t>
                    </m:r>
                    <m:func>
                      <m:funcPr>
                        <m:ctrlPr>
                          <a:rPr lang="en-US" b="0" i="1" noProof="0" smtClean="0">
                            <a:latin typeface="Cambria Math" panose="02040503050406030204" pitchFamily="18" charset="0"/>
                          </a:rPr>
                        </m:ctrlPr>
                      </m:funcPr>
                      <m:fName>
                        <m:r>
                          <m:rPr>
                            <m:sty m:val="p"/>
                          </m:rPr>
                          <a:rPr lang="en-US" b="0" i="0" noProof="0" smtClean="0">
                            <a:latin typeface="Cambria Math" panose="02040503050406030204" pitchFamily="18" charset="0"/>
                          </a:rPr>
                          <m:t>min</m:t>
                        </m:r>
                      </m:fName>
                      <m:e>
                        <m:r>
                          <a:rPr lang="en-US" b="0" i="1" noProof="0" smtClean="0">
                            <a:latin typeface="Cambria Math" panose="02040503050406030204" pitchFamily="18" charset="0"/>
                          </a:rPr>
                          <m:t>(</m:t>
                        </m:r>
                        <m:sSup>
                          <m:sSupPr>
                            <m:ctrlPr>
                              <a:rPr lang="en-US" b="0" i="1" noProof="0" smtClean="0">
                                <a:latin typeface="Cambria Math" panose="02040503050406030204" pitchFamily="18" charset="0"/>
                              </a:rPr>
                            </m:ctrlPr>
                          </m:sSupPr>
                          <m:e>
                            <m:d>
                              <m:dPr>
                                <m:ctrlPr>
                                  <a:rPr lang="en-US" b="0" i="1" noProof="0" smtClean="0">
                                    <a:latin typeface="Cambria Math" panose="02040503050406030204" pitchFamily="18" charset="0"/>
                                  </a:rPr>
                                </m:ctrlPr>
                              </m:dPr>
                              <m:e>
                                <m:r>
                                  <a:rPr lang="en-US" b="1" i="1" noProof="0" smtClean="0">
                                    <a:latin typeface="Cambria Math" panose="02040503050406030204" pitchFamily="18" charset="0"/>
                                  </a:rPr>
                                  <m:t>𝑴</m:t>
                                </m:r>
                                <m:r>
                                  <a:rPr lang="en-US" b="1" i="1" noProof="0" smtClean="0">
                                    <a:latin typeface="Cambria Math" panose="02040503050406030204" pitchFamily="18" charset="0"/>
                                  </a:rPr>
                                  <m:t>∗</m:t>
                                </m:r>
                                <m:r>
                                  <a:rPr lang="en-US" b="1" i="1" noProof="0" smtClean="0">
                                    <a:latin typeface="Cambria Math" panose="02040503050406030204" pitchFamily="18" charset="0"/>
                                  </a:rPr>
                                  <m:t>𝑰</m:t>
                                </m:r>
                                <m:r>
                                  <a:rPr lang="en-US" b="1" i="1" noProof="0" smtClean="0">
                                    <a:latin typeface="Cambria Math" panose="02040503050406030204" pitchFamily="18" charset="0"/>
                                  </a:rPr>
                                  <m:t> −</m:t>
                                </m:r>
                                <m:r>
                                  <a:rPr lang="en-US" b="1" i="1" noProof="0" smtClean="0">
                                    <a:latin typeface="Cambria Math" panose="02040503050406030204" pitchFamily="18" charset="0"/>
                                  </a:rPr>
                                  <m:t>𝒃</m:t>
                                </m:r>
                              </m:e>
                            </m:d>
                          </m:e>
                          <m:sup>
                            <m:r>
                              <a:rPr lang="en-US" b="0" i="1" noProof="0" smtClean="0">
                                <a:latin typeface="Cambria Math" panose="02040503050406030204" pitchFamily="18" charset="0"/>
                              </a:rPr>
                              <m:t>𝑇</m:t>
                            </m:r>
                          </m:sup>
                        </m:sSup>
                        <m:r>
                          <a:rPr lang="en-US" b="1" i="1" noProof="0" smtClean="0">
                            <a:latin typeface="Cambria Math" panose="02040503050406030204" pitchFamily="18" charset="0"/>
                          </a:rPr>
                          <m:t>(</m:t>
                        </m:r>
                        <m:r>
                          <a:rPr lang="en-US" b="1" i="1" noProof="0" smtClean="0">
                            <a:latin typeface="Cambria Math" panose="02040503050406030204" pitchFamily="18" charset="0"/>
                          </a:rPr>
                          <m:t>𝑴</m:t>
                        </m:r>
                        <m:r>
                          <a:rPr lang="en-US" b="1" i="1" noProof="0" smtClean="0">
                            <a:latin typeface="Cambria Math" panose="02040503050406030204" pitchFamily="18" charset="0"/>
                          </a:rPr>
                          <m:t>∗</m:t>
                        </m:r>
                        <m:r>
                          <a:rPr lang="en-US" b="1" i="1" noProof="0" smtClean="0">
                            <a:latin typeface="Cambria Math" panose="02040503050406030204" pitchFamily="18" charset="0"/>
                          </a:rPr>
                          <m:t>𝑰</m:t>
                        </m:r>
                        <m:r>
                          <a:rPr lang="en-US" b="1" i="1" noProof="0" smtClean="0">
                            <a:latin typeface="Cambria Math" panose="02040503050406030204" pitchFamily="18" charset="0"/>
                          </a:rPr>
                          <m:t> −</m:t>
                        </m:r>
                        <m:r>
                          <a:rPr lang="en-US" b="1" i="1" noProof="0" smtClean="0">
                            <a:latin typeface="Cambria Math" panose="02040503050406030204" pitchFamily="18" charset="0"/>
                          </a:rPr>
                          <m:t>𝒃</m:t>
                        </m:r>
                        <m:r>
                          <a:rPr lang="en-US" b="0" i="1" noProof="0" smtClean="0">
                            <a:latin typeface="Cambria Math" panose="02040503050406030204" pitchFamily="18" charset="0"/>
                          </a:rPr>
                          <m:t>)+</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𝜆</m:t>
                            </m:r>
                          </m:e>
                          <m:sup>
                            <m:r>
                              <a:rPr lang="en-US" b="0" i="1" noProof="0" smtClean="0">
                                <a:latin typeface="Cambria Math" panose="02040503050406030204" pitchFamily="18" charset="0"/>
                              </a:rPr>
                              <m:t>2</m:t>
                            </m:r>
                          </m:sup>
                        </m:sSup>
                        <m:sSup>
                          <m:sSupPr>
                            <m:ctrlPr>
                              <a:rPr lang="en-US" b="1" i="1" noProof="0" smtClean="0">
                                <a:latin typeface="Cambria Math" panose="02040503050406030204" pitchFamily="18" charset="0"/>
                              </a:rPr>
                            </m:ctrlPr>
                          </m:sSupPr>
                          <m:e>
                            <m:r>
                              <a:rPr lang="en-US" b="1" i="1" noProof="0" smtClean="0">
                                <a:latin typeface="Cambria Math" panose="02040503050406030204" pitchFamily="18" charset="0"/>
                              </a:rPr>
                              <m:t>𝑰</m:t>
                            </m:r>
                          </m:e>
                          <m:sup>
                            <m:r>
                              <a:rPr lang="en-US" b="1" i="1" noProof="0" smtClean="0">
                                <a:latin typeface="Cambria Math" panose="02040503050406030204" pitchFamily="18" charset="0"/>
                              </a:rPr>
                              <m:t>𝑻</m:t>
                            </m:r>
                          </m:sup>
                        </m:sSup>
                        <m:r>
                          <a:rPr lang="en-US" b="1" i="1" noProof="0" smtClean="0">
                            <a:latin typeface="Cambria Math" panose="02040503050406030204" pitchFamily="18" charset="0"/>
                          </a:rPr>
                          <m:t>𝑰</m:t>
                        </m:r>
                        <m:r>
                          <a:rPr lang="en-US" b="1" i="1" noProof="0" smtClean="0">
                            <a:latin typeface="Cambria Math" panose="02040503050406030204" pitchFamily="18" charset="0"/>
                          </a:rPr>
                          <m:t>)</m:t>
                        </m:r>
                      </m:e>
                    </m:func>
                  </m:oMath>
                </a14:m>
                <a:r>
                  <a:rPr lang="en-US" noProof="0" dirty="0"/>
                  <a:t>)</a:t>
                </a:r>
              </a:p>
              <a:p>
                <a:r>
                  <a:rPr lang="en-US" noProof="0" dirty="0"/>
                  <a:t>	 * </a:t>
                </a:r>
                <a14:m>
                  <m:oMath xmlns:m="http://schemas.openxmlformats.org/officeDocument/2006/math">
                    <m:r>
                      <a:rPr lang="en-US" b="0" i="1" noProof="0" smtClean="0">
                        <a:latin typeface="Cambria Math" panose="02040503050406030204" pitchFamily="18" charset="0"/>
                      </a:rPr>
                      <m:t>𝜆</m:t>
                    </m:r>
                  </m:oMath>
                </a14:m>
                <a:r>
                  <a:rPr lang="en-US" noProof="0" dirty="0"/>
                  <a:t> trades off field accuracy vs. current size and suppresses unstable modes</a:t>
                </a:r>
              </a:p>
              <a:p>
                <a:r>
                  <a:rPr lang="en-US" noProof="0" dirty="0"/>
                  <a:t>	 * In a variation of this you could also have another term that suppresses derivatives to counter</a:t>
                </a:r>
              </a:p>
              <a:p>
                <a:r>
                  <a:rPr lang="en-US" noProof="0" dirty="0"/>
                  <a:t>	   oscillating currents (</a:t>
                </a:r>
                <a:r>
                  <a:rPr lang="en-US" noProof="0" dirty="0" err="1"/>
                  <a:t>iminuit</a:t>
                </a:r>
                <a:r>
                  <a:rPr lang="en-US" noProof="0" dirty="0"/>
                  <a:t>; Dr Slocum’s code)</a:t>
                </a:r>
              </a:p>
            </p:txBody>
          </p:sp>
        </mc:Choice>
        <mc:Fallback xmlns="">
          <p:sp>
            <p:nvSpPr>
              <p:cNvPr id="11" name="TextBox 10">
                <a:extLst>
                  <a:ext uri="{FF2B5EF4-FFF2-40B4-BE49-F238E27FC236}">
                    <a16:creationId xmlns:a16="http://schemas.microsoft.com/office/drawing/2014/main" id="{7E8FE870-4448-C487-531F-BDDD83BD32E6}"/>
                  </a:ext>
                </a:extLst>
              </p:cNvPr>
              <p:cNvSpPr txBox="1">
                <a:spLocks noRot="1" noChangeAspect="1" noMove="1" noResize="1" noEditPoints="1" noAdjustHandles="1" noChangeArrowheads="1" noChangeShapeType="1" noTextEdit="1"/>
              </p:cNvSpPr>
              <p:nvPr/>
            </p:nvSpPr>
            <p:spPr>
              <a:xfrm>
                <a:off x="966182" y="675420"/>
                <a:ext cx="10384536" cy="1758045"/>
              </a:xfrm>
              <a:prstGeom prst="rect">
                <a:avLst/>
              </a:prstGeom>
              <a:blipFill>
                <a:blip r:embed="rId2"/>
                <a:stretch>
                  <a:fillRect l="-528" t="-2083" b="-4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86296B4-D7E2-C2EB-B5C9-8D59D417ABA8}"/>
                  </a:ext>
                </a:extLst>
              </p:cNvPr>
              <p:cNvSpPr txBox="1"/>
              <p:nvPr/>
            </p:nvSpPr>
            <p:spPr>
              <a:xfrm>
                <a:off x="966182" y="2556191"/>
                <a:ext cx="10384536" cy="3693319"/>
              </a:xfrm>
              <a:prstGeom prst="rect">
                <a:avLst/>
              </a:prstGeom>
              <a:noFill/>
            </p:spPr>
            <p:txBody>
              <a:bodyPr wrap="square" rtlCol="0">
                <a:spAutoFit/>
              </a:bodyPr>
              <a:lstStyle/>
              <a:p>
                <a:r>
                  <a:rPr lang="en-US" noProof="0" dirty="0"/>
                  <a:t>5.  Solve Singular Value Decomposition (SVD)</a:t>
                </a:r>
              </a:p>
              <a:p>
                <a:r>
                  <a:rPr lang="en-US" noProof="0" dirty="0"/>
                  <a:t>	* This is not required but it helps to see modes and suppress the ones which cause oscillations       </a:t>
                </a:r>
              </a:p>
              <a:p>
                <a:r>
                  <a:rPr lang="en-US" noProof="0" dirty="0"/>
                  <a:t>	    currents</a:t>
                </a:r>
              </a:p>
              <a:p>
                <a:r>
                  <a:rPr lang="en-US" noProof="0" dirty="0"/>
                  <a:t>	* Form the weighted system: </a:t>
                </a:r>
              </a:p>
              <a:p>
                <a:r>
                  <a:rPr lang="en-US" noProof="0" dirty="0"/>
                  <a:t>	* compute SVD: </a:t>
                </a:r>
              </a:p>
              <a:p>
                <a:r>
                  <a:rPr lang="en-US" noProof="0" dirty="0"/>
                  <a:t>	* Tikhonov solution is obtained by solving:</a:t>
                </a:r>
              </a:p>
              <a:p>
                <a:endParaRPr lang="en-US" noProof="0" dirty="0"/>
              </a:p>
              <a:p>
                <a:endParaRPr lang="en-US" noProof="0" dirty="0"/>
              </a:p>
              <a:p>
                <a:r>
                  <a:rPr lang="en-US" noProof="0" dirty="0"/>
                  <a:t>	</a:t>
                </a:r>
              </a:p>
              <a:p>
                <a:r>
                  <a:rPr lang="en-US" noProof="0" dirty="0"/>
                  <a:t>	* high frequency modes with </a:t>
                </a:r>
                <a14:m>
                  <m:oMath xmlns:m="http://schemas.openxmlformats.org/officeDocument/2006/math">
                    <m:r>
                      <a:rPr lang="en-US" b="0" i="1" noProof="0" smtClean="0">
                        <a:latin typeface="Cambria Math" panose="02040503050406030204" pitchFamily="18" charset="0"/>
                      </a:rPr>
                      <m:t>𝜎</m:t>
                    </m:r>
                    <m:r>
                      <a:rPr lang="en-US" b="0" i="1" noProof="0" smtClean="0">
                        <a:latin typeface="Cambria Math" panose="02040503050406030204" pitchFamily="18" charset="0"/>
                      </a:rPr>
                      <m:t>≪</m:t>
                    </m:r>
                    <m:r>
                      <a:rPr lang="en-US" b="0" i="1" noProof="0" smtClean="0">
                        <a:latin typeface="Cambria Math" panose="02040503050406030204" pitchFamily="18" charset="0"/>
                      </a:rPr>
                      <m:t>𝜆</m:t>
                    </m:r>
                    <m:r>
                      <a:rPr lang="en-US" b="0" i="0" noProof="0" smtClean="0">
                        <a:latin typeface="Cambria Math" panose="02040503050406030204" pitchFamily="18" charset="0"/>
                      </a:rPr>
                      <m:t> </m:t>
                    </m:r>
                  </m:oMath>
                </a14:m>
                <a:r>
                  <a:rPr lang="en-US" noProof="0" dirty="0"/>
                  <a:t>are suppressed; these are ones causing oscillations</a:t>
                </a:r>
              </a:p>
              <a:p>
                <a:r>
                  <a:rPr lang="en-US" noProof="0" dirty="0"/>
                  <a:t>                                                                                         </a:t>
                </a:r>
              </a:p>
              <a:p>
                <a:r>
                  <a:rPr lang="en-US" noProof="0" dirty="0"/>
                  <a:t>                                                                           </a:t>
                </a:r>
              </a:p>
              <a:p>
                <a:r>
                  <a:rPr lang="en-US" noProof="0" dirty="0"/>
                  <a:t>	</a:t>
                </a:r>
              </a:p>
            </p:txBody>
          </p:sp>
        </mc:Choice>
        <mc:Fallback xmlns="">
          <p:sp>
            <p:nvSpPr>
              <p:cNvPr id="14" name="TextBox 13">
                <a:extLst>
                  <a:ext uri="{FF2B5EF4-FFF2-40B4-BE49-F238E27FC236}">
                    <a16:creationId xmlns:a16="http://schemas.microsoft.com/office/drawing/2014/main" id="{F86296B4-D7E2-C2EB-B5C9-8D59D417ABA8}"/>
                  </a:ext>
                </a:extLst>
              </p:cNvPr>
              <p:cNvSpPr txBox="1">
                <a:spLocks noRot="1" noChangeAspect="1" noMove="1" noResize="1" noEditPoints="1" noAdjustHandles="1" noChangeArrowheads="1" noChangeShapeType="1" noTextEdit="1"/>
              </p:cNvSpPr>
              <p:nvPr/>
            </p:nvSpPr>
            <p:spPr>
              <a:xfrm>
                <a:off x="966182" y="2556191"/>
                <a:ext cx="10384536" cy="3693319"/>
              </a:xfrm>
              <a:prstGeom prst="rect">
                <a:avLst/>
              </a:prstGeom>
              <a:blipFill>
                <a:blip r:embed="rId3"/>
                <a:stretch>
                  <a:fillRect l="-469" t="-660" r="-3345"/>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8A91A049-5CD3-7044-9AC7-B08BB40BE960}"/>
              </a:ext>
            </a:extLst>
          </p:cNvPr>
          <p:cNvPicPr>
            <a:picLocks noChangeAspect="1"/>
          </p:cNvPicPr>
          <p:nvPr/>
        </p:nvPicPr>
        <p:blipFill>
          <a:blip r:embed="rId4"/>
          <a:stretch>
            <a:fillRect/>
          </a:stretch>
        </p:blipFill>
        <p:spPr>
          <a:xfrm>
            <a:off x="4865168" y="3439460"/>
            <a:ext cx="2154023" cy="205442"/>
          </a:xfrm>
          <a:prstGeom prst="rect">
            <a:avLst/>
          </a:prstGeom>
        </p:spPr>
      </p:pic>
      <p:pic>
        <p:nvPicPr>
          <p:cNvPr id="17" name="Picture 16">
            <a:extLst>
              <a:ext uri="{FF2B5EF4-FFF2-40B4-BE49-F238E27FC236}">
                <a16:creationId xmlns:a16="http://schemas.microsoft.com/office/drawing/2014/main" id="{4D927FD3-8855-DDCD-BC50-929DE871951D}"/>
              </a:ext>
            </a:extLst>
          </p:cNvPr>
          <p:cNvPicPr>
            <a:picLocks noChangeAspect="1"/>
          </p:cNvPicPr>
          <p:nvPr/>
        </p:nvPicPr>
        <p:blipFill>
          <a:blip r:embed="rId5"/>
          <a:stretch>
            <a:fillRect/>
          </a:stretch>
        </p:blipFill>
        <p:spPr>
          <a:xfrm>
            <a:off x="3624097" y="3703126"/>
            <a:ext cx="4457459" cy="246302"/>
          </a:xfrm>
          <a:prstGeom prst="rect">
            <a:avLst/>
          </a:prstGeom>
        </p:spPr>
      </p:pic>
      <p:pic>
        <p:nvPicPr>
          <p:cNvPr id="22" name="Picture 21">
            <a:extLst>
              <a:ext uri="{FF2B5EF4-FFF2-40B4-BE49-F238E27FC236}">
                <a16:creationId xmlns:a16="http://schemas.microsoft.com/office/drawing/2014/main" id="{3E182C63-3464-04EC-281C-9FCCFE3095FD}"/>
              </a:ext>
            </a:extLst>
          </p:cNvPr>
          <p:cNvPicPr>
            <a:picLocks noChangeAspect="1"/>
          </p:cNvPicPr>
          <p:nvPr/>
        </p:nvPicPr>
        <p:blipFill>
          <a:blip r:embed="rId6">
            <a:alphaModFix/>
          </a:blip>
          <a:stretch>
            <a:fillRect/>
          </a:stretch>
        </p:blipFill>
        <p:spPr>
          <a:xfrm>
            <a:off x="4721734" y="4329698"/>
            <a:ext cx="2440888" cy="653603"/>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272912C-C826-B787-7EE6-407FE38CB3B8}"/>
                  </a:ext>
                </a:extLst>
              </p:cNvPr>
              <p:cNvSpPr txBox="1"/>
              <p:nvPr/>
            </p:nvSpPr>
            <p:spPr>
              <a:xfrm>
                <a:off x="5168826" y="1006439"/>
                <a:ext cx="15467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noProof="0" smtClean="0">
                          <a:latin typeface="Cambria Math" panose="02040503050406030204" pitchFamily="18" charset="0"/>
                        </a:rPr>
                        <m:t>𝑾</m:t>
                      </m:r>
                      <m:r>
                        <a:rPr lang="en-US" b="0" i="1" noProof="0" smtClean="0">
                          <a:latin typeface="Cambria Math" panose="02040503050406030204" pitchFamily="18" charset="0"/>
                        </a:rPr>
                        <m:t>=</m:t>
                      </m:r>
                      <m:r>
                        <a:rPr lang="en-US" b="0" i="1" noProof="0" smtClean="0">
                          <a:latin typeface="Cambria Math" panose="02040503050406030204" pitchFamily="18" charset="0"/>
                        </a:rPr>
                        <m:t>𝑑𝑖𝑎𝑔</m:t>
                      </m:r>
                      <m:r>
                        <a:rPr lang="en-US" b="0" i="1" noProof="0" smtClean="0">
                          <a:latin typeface="Cambria Math" panose="02040503050406030204" pitchFamily="18" charset="0"/>
                        </a:rPr>
                        <m:t> </m:t>
                      </m:r>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𝑤</m:t>
                              </m:r>
                            </m:e>
                            <m:sub>
                              <m:r>
                                <a:rPr lang="en-US" b="0" i="1" noProof="0" smtClean="0">
                                  <a:latin typeface="Cambria Math" panose="02040503050406030204" pitchFamily="18" charset="0"/>
                                </a:rPr>
                                <m:t>𝑖</m:t>
                              </m:r>
                            </m:sub>
                          </m:sSub>
                        </m:e>
                      </m:d>
                    </m:oMath>
                  </m:oMathPara>
                </a14:m>
                <a:endParaRPr lang="en-US" noProof="0" dirty="0"/>
              </a:p>
            </p:txBody>
          </p:sp>
        </mc:Choice>
        <mc:Fallback xmlns="">
          <p:sp>
            <p:nvSpPr>
              <p:cNvPr id="24" name="TextBox 23">
                <a:extLst>
                  <a:ext uri="{FF2B5EF4-FFF2-40B4-BE49-F238E27FC236}">
                    <a16:creationId xmlns:a16="http://schemas.microsoft.com/office/drawing/2014/main" id="{A272912C-C826-B787-7EE6-407FE38CB3B8}"/>
                  </a:ext>
                </a:extLst>
              </p:cNvPr>
              <p:cNvSpPr txBox="1">
                <a:spLocks noRot="1" noChangeAspect="1" noMove="1" noResize="1" noEditPoints="1" noAdjustHandles="1" noChangeArrowheads="1" noChangeShapeType="1" noTextEdit="1"/>
              </p:cNvSpPr>
              <p:nvPr/>
            </p:nvSpPr>
            <p:spPr>
              <a:xfrm>
                <a:off x="5168826" y="1006439"/>
                <a:ext cx="1546705" cy="276999"/>
              </a:xfrm>
              <a:prstGeom prst="rect">
                <a:avLst/>
              </a:prstGeom>
              <a:blipFill>
                <a:blip r:embed="rId7"/>
                <a:stretch>
                  <a:fillRect l="-3150" t="-2174" b="-32609"/>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0C611151-F191-3689-D780-27B419F8BFFD}"/>
              </a:ext>
            </a:extLst>
          </p:cNvPr>
          <p:cNvCxnSpPr/>
          <p:nvPr/>
        </p:nvCxnSpPr>
        <p:spPr>
          <a:xfrm>
            <a:off x="7342632" y="4069080"/>
            <a:ext cx="0" cy="914221"/>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A43C065-64C9-955C-B973-CEEC94864419}"/>
                  </a:ext>
                </a:extLst>
              </p:cNvPr>
              <p:cNvSpPr txBox="1"/>
              <p:nvPr/>
            </p:nvSpPr>
            <p:spPr>
              <a:xfrm>
                <a:off x="8755296" y="4398292"/>
                <a:ext cx="35357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𝐼</m:t>
                          </m:r>
                        </m:e>
                        <m:sub>
                          <m:r>
                            <a:rPr lang="en-US" b="0" i="1" noProof="0" smtClean="0">
                              <a:latin typeface="Cambria Math" panose="02040503050406030204" pitchFamily="18" charset="0"/>
                            </a:rPr>
                            <m:t>𝜆</m:t>
                          </m:r>
                        </m:sub>
                      </m:sSub>
                      <m:r>
                        <a:rPr lang="en-US" b="0" i="1" noProof="0" smtClean="0">
                          <a:latin typeface="Cambria Math" panose="02040503050406030204" pitchFamily="18" charset="0"/>
                        </a:rPr>
                        <m:t>=</m:t>
                      </m:r>
                      <m:sSup>
                        <m:sSupPr>
                          <m:ctrlPr>
                            <a:rPr lang="en-US" b="0" i="1" noProof="0" smtClean="0">
                              <a:latin typeface="Cambria Math" panose="02040503050406030204" pitchFamily="18" charset="0"/>
                            </a:rPr>
                          </m:ctrlPr>
                        </m:sSupPr>
                        <m:e>
                          <m:d>
                            <m:dPr>
                              <m:ctrlPr>
                                <a:rPr lang="en-US" b="0" i="1" noProof="0" smtClean="0">
                                  <a:latin typeface="Cambria Math" panose="02040503050406030204" pitchFamily="18" charset="0"/>
                                </a:rPr>
                              </m:ctrlPr>
                            </m:dPr>
                            <m:e>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𝑀</m:t>
                                  </m:r>
                                </m:e>
                                <m:sup>
                                  <m:r>
                                    <a:rPr lang="en-US" b="0" i="1" noProof="0" smtClean="0">
                                      <a:latin typeface="Cambria Math" panose="02040503050406030204" pitchFamily="18" charset="0"/>
                                    </a:rPr>
                                    <m:t>𝑇</m:t>
                                  </m:r>
                                </m:sup>
                              </m:sSup>
                              <m:r>
                                <a:rPr lang="en-US" b="0" i="1" noProof="0" smtClean="0">
                                  <a:latin typeface="Cambria Math" panose="02040503050406030204" pitchFamily="18" charset="0"/>
                                </a:rPr>
                                <m:t>𝑀</m:t>
                              </m:r>
                              <m:r>
                                <a:rPr lang="en-US" b="0" i="1" noProof="0" smtClean="0">
                                  <a:latin typeface="Cambria Math" panose="02040503050406030204" pitchFamily="18" charset="0"/>
                                </a:rPr>
                                <m:t>+</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𝜆</m:t>
                                  </m:r>
                                </m:e>
                                <m:sup>
                                  <m:r>
                                    <a:rPr lang="en-US" b="0" i="1" noProof="0" smtClean="0">
                                      <a:latin typeface="Cambria Math" panose="02040503050406030204" pitchFamily="18" charset="0"/>
                                    </a:rPr>
                                    <m:t>2</m:t>
                                  </m:r>
                                </m:sup>
                              </m:sSup>
                              <m:r>
                                <a:rPr lang="en-US" b="0" i="1" noProof="0" smtClean="0">
                                  <a:latin typeface="Cambria Math" panose="02040503050406030204" pitchFamily="18" charset="0"/>
                                </a:rPr>
                                <m:t>𝐼</m:t>
                              </m:r>
                            </m:e>
                          </m:d>
                        </m:e>
                        <m:sup>
                          <m:r>
                            <a:rPr lang="en-US" b="0" i="1" noProof="0" smtClean="0">
                              <a:latin typeface="Cambria Math" panose="02040503050406030204" pitchFamily="18" charset="0"/>
                            </a:rPr>
                            <m:t>−1</m:t>
                          </m:r>
                        </m:sup>
                      </m:sSup>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𝑀</m:t>
                          </m:r>
                        </m:e>
                        <m:sup>
                          <m:r>
                            <a:rPr lang="en-US" b="0" i="1" noProof="0" smtClean="0">
                              <a:latin typeface="Cambria Math" panose="02040503050406030204" pitchFamily="18" charset="0"/>
                            </a:rPr>
                            <m:t>𝑇</m:t>
                          </m:r>
                        </m:sup>
                      </m:sSup>
                      <m:r>
                        <a:rPr lang="en-US" b="0" i="1" noProof="0" smtClean="0">
                          <a:latin typeface="Cambria Math" panose="02040503050406030204" pitchFamily="18" charset="0"/>
                        </a:rPr>
                        <m:t>𝑏</m:t>
                      </m:r>
                    </m:oMath>
                  </m:oMathPara>
                </a14:m>
                <a:endParaRPr lang="en-US" noProof="0" dirty="0"/>
              </a:p>
            </p:txBody>
          </p:sp>
        </mc:Choice>
        <mc:Fallback xmlns="">
          <p:sp>
            <p:nvSpPr>
              <p:cNvPr id="8" name="TextBox 7">
                <a:extLst>
                  <a:ext uri="{FF2B5EF4-FFF2-40B4-BE49-F238E27FC236}">
                    <a16:creationId xmlns:a16="http://schemas.microsoft.com/office/drawing/2014/main" id="{8A43C065-64C9-955C-B973-CEEC94864419}"/>
                  </a:ext>
                </a:extLst>
              </p:cNvPr>
              <p:cNvSpPr txBox="1">
                <a:spLocks noRot="1" noChangeAspect="1" noMove="1" noResize="1" noEditPoints="1" noAdjustHandles="1" noChangeArrowheads="1" noChangeShapeType="1" noTextEdit="1"/>
              </p:cNvSpPr>
              <p:nvPr/>
            </p:nvSpPr>
            <p:spPr>
              <a:xfrm>
                <a:off x="8755296" y="4398292"/>
                <a:ext cx="3535714" cy="369332"/>
              </a:xfrm>
              <a:prstGeom prst="rect">
                <a:avLst/>
              </a:prstGeom>
              <a:blipFill>
                <a:blip r:embed="rId8"/>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C91AE4ED-5C55-7DF8-ED7C-BB00157E87AB}"/>
              </a:ext>
            </a:extLst>
          </p:cNvPr>
          <p:cNvSpPr txBox="1"/>
          <p:nvPr/>
        </p:nvSpPr>
        <p:spPr>
          <a:xfrm>
            <a:off x="7751064" y="4402850"/>
            <a:ext cx="1719071" cy="369332"/>
          </a:xfrm>
          <a:prstGeom prst="rect">
            <a:avLst/>
          </a:prstGeom>
          <a:noFill/>
        </p:spPr>
        <p:txBody>
          <a:bodyPr wrap="square" rtlCol="0">
            <a:spAutoFit/>
          </a:bodyPr>
          <a:lstStyle/>
          <a:p>
            <a:r>
              <a:rPr lang="en-US" noProof="0" dirty="0"/>
              <a:t>Without SVD: </a:t>
            </a:r>
          </a:p>
        </p:txBody>
      </p:sp>
    </p:spTree>
    <p:extLst>
      <p:ext uri="{BB962C8B-B14F-4D97-AF65-F5344CB8AC3E}">
        <p14:creationId xmlns:p14="http://schemas.microsoft.com/office/powerpoint/2010/main" val="27097382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392D0-0730-FBA4-59DA-E0D7AB05F1F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64052BC-3E6C-9476-660C-12DAC644DD7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7B6BB2D-4BAA-FD27-88FA-65162C41D9DC}"/>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9FB50DE4-C688-9A94-930D-576F78E484DE}"/>
              </a:ext>
            </a:extLst>
          </p:cNvPr>
          <p:cNvSpPr>
            <a:spLocks noGrp="1"/>
          </p:cNvSpPr>
          <p:nvPr>
            <p:ph type="sldNum" sz="quarter" idx="12"/>
          </p:nvPr>
        </p:nvSpPr>
        <p:spPr/>
        <p:txBody>
          <a:bodyPr/>
          <a:lstStyle/>
          <a:p>
            <a:fld id="{5D474BC6-09C9-4ED8-ADF6-087D6F25D5BC}" type="slidenum">
              <a:rPr lang="en-US" smtClean="0"/>
              <a:t>109</a:t>
            </a:fld>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46086F8-DE93-B5DC-EC93-0F278EEFE56D}"/>
                  </a:ext>
                </a:extLst>
              </p:cNvPr>
              <p:cNvSpPr txBox="1"/>
              <p:nvPr/>
            </p:nvSpPr>
            <p:spPr>
              <a:xfrm>
                <a:off x="966182" y="695026"/>
                <a:ext cx="10384536" cy="1754326"/>
              </a:xfrm>
              <a:prstGeom prst="rect">
                <a:avLst/>
              </a:prstGeom>
              <a:noFill/>
            </p:spPr>
            <p:txBody>
              <a:bodyPr wrap="square" rtlCol="0">
                <a:spAutoFit/>
              </a:bodyPr>
              <a:lstStyle/>
              <a:p>
                <a:pPr marL="342900" indent="-342900">
                  <a:buAutoNum type="arabicPeriod" startAt="6"/>
                </a:pPr>
                <a:r>
                  <a:rPr lang="en-US" dirty="0"/>
                  <a:t>Pick </a:t>
                </a:r>
                <a14:m>
                  <m:oMath xmlns:m="http://schemas.openxmlformats.org/officeDocument/2006/math">
                    <m:r>
                      <a:rPr lang="en-US" b="0" i="1" smtClean="0">
                        <a:latin typeface="Cambria Math" panose="02040503050406030204" pitchFamily="18" charset="0"/>
                      </a:rPr>
                      <m:t>𝜆</m:t>
                    </m:r>
                  </m:oMath>
                </a14:m>
                <a:endParaRPr lang="en-US" b="0" dirty="0"/>
              </a:p>
              <a:p>
                <a:r>
                  <a:rPr lang="en-US" dirty="0"/>
                  <a:t>	 * Do a 1D sweep over lambda (log-spaced)</a:t>
                </a:r>
              </a:p>
              <a:p>
                <a:r>
                  <a:rPr lang="en-US" dirty="0"/>
                  <a:t>	 * For each lambda  compute:</a:t>
                </a:r>
              </a:p>
              <a:p>
                <a:endParaRPr lang="en-US" dirty="0"/>
              </a:p>
              <a:p>
                <a:endParaRPr lang="en-US" dirty="0"/>
              </a:p>
              <a:p>
                <a:r>
                  <a:rPr lang="en-US" dirty="0"/>
                  <a:t>	 * choose </a:t>
                </a:r>
                <a14:m>
                  <m:oMath xmlns:m="http://schemas.openxmlformats.org/officeDocument/2006/math">
                    <m:r>
                      <a:rPr lang="en-US" b="0" i="1" smtClean="0">
                        <a:latin typeface="Cambria Math" panose="02040503050406030204" pitchFamily="18" charset="0"/>
                      </a:rPr>
                      <m:t>𝜆</m:t>
                    </m:r>
                  </m:oMath>
                </a14:m>
                <a:r>
                  <a:rPr lang="en-US" dirty="0"/>
                  <a:t> as a compromise to produce acceptable current oscillations and field uniformity</a:t>
                </a:r>
              </a:p>
            </p:txBody>
          </p:sp>
        </mc:Choice>
        <mc:Fallback xmlns="">
          <p:sp>
            <p:nvSpPr>
              <p:cNvPr id="11" name="TextBox 10">
                <a:extLst>
                  <a:ext uri="{FF2B5EF4-FFF2-40B4-BE49-F238E27FC236}">
                    <a16:creationId xmlns:a16="http://schemas.microsoft.com/office/drawing/2014/main" id="{B7B5EC83-F2A4-E741-C831-BBF5C3E5AC49}"/>
                  </a:ext>
                </a:extLst>
              </p:cNvPr>
              <p:cNvSpPr txBox="1">
                <a:spLocks noRot="1" noChangeAspect="1" noMove="1" noResize="1" noEditPoints="1" noAdjustHandles="1" noChangeArrowheads="1" noChangeShapeType="1" noTextEdit="1"/>
              </p:cNvSpPr>
              <p:nvPr/>
            </p:nvSpPr>
            <p:spPr>
              <a:xfrm>
                <a:off x="966182" y="695026"/>
                <a:ext cx="10384536" cy="1754326"/>
              </a:xfrm>
              <a:prstGeom prst="rect">
                <a:avLst/>
              </a:prstGeom>
              <a:blipFill>
                <a:blip r:embed="rId2"/>
                <a:stretch>
                  <a:fillRect l="-528" t="-2083" b="-486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67151493-F534-9A8C-CDA1-9ED5B62D8EF8}"/>
              </a:ext>
            </a:extLst>
          </p:cNvPr>
          <p:cNvPicPr>
            <a:picLocks noChangeAspect="1"/>
          </p:cNvPicPr>
          <p:nvPr/>
        </p:nvPicPr>
        <p:blipFill>
          <a:blip r:embed="rId3"/>
          <a:srcRect t="13073" b="23558"/>
          <a:stretch>
            <a:fillRect/>
          </a:stretch>
        </p:blipFill>
        <p:spPr>
          <a:xfrm>
            <a:off x="3804954" y="1643002"/>
            <a:ext cx="4582092" cy="412372"/>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B9C7A1A-8366-23E8-B617-264B1E5F3B38}"/>
                  </a:ext>
                </a:extLst>
              </p:cNvPr>
              <p:cNvSpPr txBox="1"/>
              <p:nvPr/>
            </p:nvSpPr>
            <p:spPr>
              <a:xfrm>
                <a:off x="903732" y="3100050"/>
                <a:ext cx="10384536" cy="1754326"/>
              </a:xfrm>
              <a:prstGeom prst="rect">
                <a:avLst/>
              </a:prstGeom>
              <a:noFill/>
            </p:spPr>
            <p:txBody>
              <a:bodyPr wrap="square" rtlCol="0">
                <a:spAutoFit/>
              </a:bodyPr>
              <a:lstStyle/>
              <a:p>
                <a:r>
                  <a:rPr lang="en-US" dirty="0"/>
                  <a:t>7. Validate (report ppm uniformity on the axes)</a:t>
                </a:r>
              </a:p>
              <a:p>
                <a:pPr lvl="1"/>
                <a:r>
                  <a:rPr lang="en-US" dirty="0"/>
                  <a:t>	 * After choosing lambda, evaluate the final error in ppm</a:t>
                </a:r>
              </a:p>
              <a:p>
                <a:pPr lvl="1"/>
                <a:endParaRPr lang="en-US" dirty="0"/>
              </a:p>
              <a:p>
                <a:pPr lvl="1"/>
                <a:r>
                  <a:rPr lang="en-US" dirty="0"/>
                  <a:t>	* Report max/RMS ppm on the two axes you constrained: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=0 </m:t>
                    </m:r>
                  </m:oMath>
                </a14:m>
                <a:r>
                  <a:rPr lang="en-US" dirty="0"/>
                  <a:t>(z-scan) and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=0</m:t>
                    </m:r>
                  </m:oMath>
                </a14:m>
                <a:r>
                  <a:rPr lang="en-US" dirty="0"/>
                  <a:t> (r –scan to 3.30 m)</a:t>
                </a:r>
              </a:p>
              <a:p>
                <a:pPr lvl="1"/>
                <a:r>
                  <a:rPr lang="en-US" dirty="0"/>
                  <a:t>	 </a:t>
                </a:r>
              </a:p>
            </p:txBody>
          </p:sp>
        </mc:Choice>
        <mc:Fallback xmlns="">
          <p:sp>
            <p:nvSpPr>
              <p:cNvPr id="13" name="TextBox 12">
                <a:extLst>
                  <a:ext uri="{FF2B5EF4-FFF2-40B4-BE49-F238E27FC236}">
                    <a16:creationId xmlns:a16="http://schemas.microsoft.com/office/drawing/2014/main" id="{5B75AEEA-59CB-6111-D643-F777396972E9}"/>
                  </a:ext>
                </a:extLst>
              </p:cNvPr>
              <p:cNvSpPr txBox="1">
                <a:spLocks noRot="1" noChangeAspect="1" noMove="1" noResize="1" noEditPoints="1" noAdjustHandles="1" noChangeArrowheads="1" noChangeShapeType="1" noTextEdit="1"/>
              </p:cNvSpPr>
              <p:nvPr/>
            </p:nvSpPr>
            <p:spPr>
              <a:xfrm>
                <a:off x="903732" y="3100050"/>
                <a:ext cx="10384536" cy="1754326"/>
              </a:xfrm>
              <a:prstGeom prst="rect">
                <a:avLst/>
              </a:prstGeom>
              <a:blipFill>
                <a:blip r:embed="rId4"/>
                <a:stretch>
                  <a:fillRect l="-469" t="-1742"/>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C5947C38-71FC-75E1-2495-161DC13DF1C0}"/>
              </a:ext>
            </a:extLst>
          </p:cNvPr>
          <p:cNvPicPr>
            <a:picLocks noChangeAspect="1"/>
          </p:cNvPicPr>
          <p:nvPr/>
        </p:nvPicPr>
        <p:blipFill>
          <a:blip r:embed="rId5"/>
          <a:stretch>
            <a:fillRect/>
          </a:stretch>
        </p:blipFill>
        <p:spPr>
          <a:xfrm>
            <a:off x="7659244" y="3291163"/>
            <a:ext cx="2503932" cy="541104"/>
          </a:xfrm>
          <a:prstGeom prst="rect">
            <a:avLst/>
          </a:prstGeom>
        </p:spPr>
      </p:pic>
    </p:spTree>
    <p:extLst>
      <p:ext uri="{BB962C8B-B14F-4D97-AF65-F5344CB8AC3E}">
        <p14:creationId xmlns:p14="http://schemas.microsoft.com/office/powerpoint/2010/main" val="20066907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0DDE38D-07A3-08E6-4F54-231CBF86E32D}"/>
                  </a:ext>
                </a:extLst>
              </p:cNvPr>
              <p:cNvSpPr>
                <a:spLocks noGrp="1"/>
              </p:cNvSpPr>
              <p:nvPr>
                <p:ph type="title"/>
              </p:nvPr>
            </p:nvSpPr>
            <p:spPr>
              <a:xfrm>
                <a:off x="838200" y="365126"/>
                <a:ext cx="10515600" cy="482600"/>
              </a:xfrm>
            </p:spPr>
            <p:txBody>
              <a:bodyPr>
                <a:noAutofit/>
              </a:bodyPr>
              <a:lstStyle/>
              <a:p>
                <a:r>
                  <a:rPr lang="en-US" sz="2400" dirty="0"/>
                  <a:t>The effects of value of </a:t>
                </a:r>
                <a14:m>
                  <m:oMath xmlns:m="http://schemas.openxmlformats.org/officeDocument/2006/math">
                    <m:r>
                      <a:rPr lang="en-US" sz="2400" b="0" i="1" smtClean="0">
                        <a:latin typeface="Cambria Math" panose="02040503050406030204" pitchFamily="18" charset="0"/>
                      </a:rPr>
                      <m:t>𝜂</m:t>
                    </m:r>
                    <m:r>
                      <a:rPr lang="en-US" sz="2400" b="0" i="1" smtClean="0">
                        <a:latin typeface="Cambria Math" panose="02040503050406030204" pitchFamily="18" charset="0"/>
                      </a:rPr>
                      <m:t> </m:t>
                    </m:r>
                    <m:r>
                      <m:rPr>
                        <m:sty m:val="p"/>
                      </m:rPr>
                      <a:rPr lang="en-US" sz="2400" b="0" i="0" smtClean="0">
                        <a:latin typeface="Cambria Math" panose="02040503050406030204" pitchFamily="18" charset="0"/>
                      </a:rPr>
                      <m:t>on</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the</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current</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oscillations</m:t>
                    </m:r>
                  </m:oMath>
                </a14:m>
                <a:endParaRPr lang="en-US" sz="2400" dirty="0"/>
              </a:p>
            </p:txBody>
          </p:sp>
        </mc:Choice>
        <mc:Fallback xmlns="">
          <p:sp>
            <p:nvSpPr>
              <p:cNvPr id="2" name="Title 1">
                <a:extLst>
                  <a:ext uri="{FF2B5EF4-FFF2-40B4-BE49-F238E27FC236}">
                    <a16:creationId xmlns:a16="http://schemas.microsoft.com/office/drawing/2014/main" id="{60DDE38D-07A3-08E6-4F54-231CBF86E32D}"/>
                  </a:ext>
                </a:extLst>
              </p:cNvPr>
              <p:cNvSpPr>
                <a:spLocks noGrp="1" noRot="1" noChangeAspect="1" noMove="1" noResize="1" noEditPoints="1" noAdjustHandles="1" noChangeArrowheads="1" noChangeShapeType="1" noTextEdit="1"/>
              </p:cNvSpPr>
              <p:nvPr>
                <p:ph type="title"/>
              </p:nvPr>
            </p:nvSpPr>
            <p:spPr>
              <a:xfrm>
                <a:off x="838200" y="365126"/>
                <a:ext cx="10515600" cy="482600"/>
              </a:xfrm>
              <a:blipFill>
                <a:blip r:embed="rId2"/>
                <a:stretch>
                  <a:fillRect l="-928" t="-10127" b="-2405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EED2545-4A91-7F0D-8395-A70C26C27D6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9200015-24E0-223C-3CDA-6C785EAEEC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5B50A7-6D52-44DC-F36B-A51220206C9B}"/>
              </a:ext>
            </a:extLst>
          </p:cNvPr>
          <p:cNvSpPr>
            <a:spLocks noGrp="1"/>
          </p:cNvSpPr>
          <p:nvPr>
            <p:ph type="sldNum" sz="quarter" idx="12"/>
          </p:nvPr>
        </p:nvSpPr>
        <p:spPr/>
        <p:txBody>
          <a:bodyPr/>
          <a:lstStyle/>
          <a:p>
            <a:fld id="{5D474BC6-09C9-4ED8-ADF6-087D6F25D5BC}" type="slidenum">
              <a:rPr lang="en-US" smtClean="0"/>
              <a:t>110</a:t>
            </a:fld>
            <a:endParaRPr lang="en-US"/>
          </a:p>
        </p:txBody>
      </p:sp>
    </p:spTree>
    <p:extLst>
      <p:ext uri="{BB962C8B-B14F-4D97-AF65-F5344CB8AC3E}">
        <p14:creationId xmlns:p14="http://schemas.microsoft.com/office/powerpoint/2010/main" val="4381396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65340-81F3-9DBA-9C4C-9B95D19EC50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0C772AF-C0CA-8836-0FE4-72B57868804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AC7D61B-9F76-ED79-C175-185EC2372099}"/>
              </a:ext>
            </a:extLst>
          </p:cNvPr>
          <p:cNvSpPr>
            <a:spLocks noGrp="1"/>
          </p:cNvSpPr>
          <p:nvPr>
            <p:ph type="ftr" sz="quarter" idx="11"/>
          </p:nvPr>
        </p:nvSpPr>
        <p:spPr/>
        <p:txBody>
          <a:bodyPr/>
          <a:lstStyle/>
          <a:p>
            <a:r>
              <a:rPr lang="en-US" dirty="0"/>
              <a:t>Jan 24, 2026</a:t>
            </a:r>
          </a:p>
        </p:txBody>
      </p:sp>
      <p:sp>
        <p:nvSpPr>
          <p:cNvPr id="6" name="Slide Number Placeholder 5">
            <a:extLst>
              <a:ext uri="{FF2B5EF4-FFF2-40B4-BE49-F238E27FC236}">
                <a16:creationId xmlns:a16="http://schemas.microsoft.com/office/drawing/2014/main" id="{5EC5147F-6848-C17F-0485-4FCB2FD76E5C}"/>
              </a:ext>
            </a:extLst>
          </p:cNvPr>
          <p:cNvSpPr>
            <a:spLocks noGrp="1"/>
          </p:cNvSpPr>
          <p:nvPr>
            <p:ph type="sldNum" sz="quarter" idx="12"/>
          </p:nvPr>
        </p:nvSpPr>
        <p:spPr/>
        <p:txBody>
          <a:bodyPr/>
          <a:lstStyle/>
          <a:p>
            <a:fld id="{5D474BC6-09C9-4ED8-ADF6-087D6F25D5BC}" type="slidenum">
              <a:rPr lang="en-US" smtClean="0"/>
              <a:t>111</a:t>
            </a:fld>
            <a:endParaRPr lang="en-US"/>
          </a:p>
        </p:txBody>
      </p:sp>
      <p:sp>
        <p:nvSpPr>
          <p:cNvPr id="7" name="TextBox 6">
            <a:extLst>
              <a:ext uri="{FF2B5EF4-FFF2-40B4-BE49-F238E27FC236}">
                <a16:creationId xmlns:a16="http://schemas.microsoft.com/office/drawing/2014/main" id="{A4329CA2-81B0-F1FD-989C-E541A30DE9AB}"/>
              </a:ext>
            </a:extLst>
          </p:cNvPr>
          <p:cNvSpPr txBox="1"/>
          <p:nvPr/>
        </p:nvSpPr>
        <p:spPr>
          <a:xfrm>
            <a:off x="2388108" y="2180776"/>
            <a:ext cx="7415784" cy="1754326"/>
          </a:xfrm>
          <a:prstGeom prst="rect">
            <a:avLst/>
          </a:prstGeom>
          <a:noFill/>
        </p:spPr>
        <p:txBody>
          <a:bodyPr wrap="square" rtlCol="0">
            <a:spAutoFit/>
          </a:bodyPr>
          <a:lstStyle/>
          <a:p>
            <a:pPr algn="ctr"/>
            <a:endParaRPr lang="en-US" dirty="0"/>
          </a:p>
          <a:p>
            <a:pPr algn="ctr"/>
            <a:r>
              <a:rPr lang="en-US" dirty="0"/>
              <a:t>Mubi Khan</a:t>
            </a:r>
          </a:p>
          <a:p>
            <a:pPr algn="ctr"/>
            <a:endParaRPr lang="en-US" dirty="0"/>
          </a:p>
          <a:p>
            <a:pPr algn="ctr"/>
            <a:r>
              <a:rPr lang="en-US" dirty="0"/>
              <a:t>University of Kentucky</a:t>
            </a:r>
          </a:p>
          <a:p>
            <a:pPr algn="ctr"/>
            <a:endParaRPr lang="en-US" dirty="0"/>
          </a:p>
          <a:p>
            <a:pPr algn="ctr"/>
            <a:r>
              <a:rPr lang="en-US" dirty="0"/>
              <a:t>Feb 6, 2026</a:t>
            </a:r>
          </a:p>
        </p:txBody>
      </p:sp>
    </p:spTree>
    <p:extLst>
      <p:ext uri="{BB962C8B-B14F-4D97-AF65-F5344CB8AC3E}">
        <p14:creationId xmlns:p14="http://schemas.microsoft.com/office/powerpoint/2010/main" val="9134889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02937-EC8B-9CD5-6946-4123E68887E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A01435C-82B5-ADCA-A1A9-E8310DF4B64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6AADDF5A-030B-F7A6-88CB-0D7AFBF3A1B6}"/>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9604F9AC-7188-1CB0-E995-BA6681D74294}"/>
              </a:ext>
            </a:extLst>
          </p:cNvPr>
          <p:cNvSpPr>
            <a:spLocks noGrp="1"/>
          </p:cNvSpPr>
          <p:nvPr>
            <p:ph type="sldNum" sz="quarter" idx="12"/>
          </p:nvPr>
        </p:nvSpPr>
        <p:spPr/>
        <p:txBody>
          <a:bodyPr/>
          <a:lstStyle/>
          <a:p>
            <a:fld id="{5D474BC6-09C9-4ED8-ADF6-087D6F25D5BC}" type="slidenum">
              <a:rPr lang="en-US" smtClean="0"/>
              <a:t>112</a:t>
            </a:fld>
            <a:endParaRPr lang="en-US"/>
          </a:p>
        </p:txBody>
      </p:sp>
      <p:sp>
        <p:nvSpPr>
          <p:cNvPr id="9" name="TextBox 8">
            <a:extLst>
              <a:ext uri="{FF2B5EF4-FFF2-40B4-BE49-F238E27FC236}">
                <a16:creationId xmlns:a16="http://schemas.microsoft.com/office/drawing/2014/main" id="{5F671680-B9D9-AE06-0A28-B7A7BDAE2DE4}"/>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EFE08FE-0017-ACE4-53DD-779942737690}"/>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B504A6D6-86CF-C13B-E685-756F9EEC8635}"/>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DD262E3-12A7-FA51-0035-9DC0A26B59C3}"/>
                  </a:ext>
                </a:extLst>
              </p:cNvPr>
              <p:cNvSpPr txBox="1"/>
              <p:nvPr/>
            </p:nvSpPr>
            <p:spPr>
              <a:xfrm>
                <a:off x="3890772" y="1087877"/>
                <a:ext cx="7328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=30</m:t>
                      </m:r>
                    </m:oMath>
                  </m:oMathPara>
                </a14:m>
                <a:endParaRPr lang="en-US" dirty="0"/>
              </a:p>
            </p:txBody>
          </p:sp>
        </mc:Choice>
        <mc:Fallback xmlns="">
          <p:sp>
            <p:nvSpPr>
              <p:cNvPr id="3" name="TextBox 2">
                <a:extLst>
                  <a:ext uri="{FF2B5EF4-FFF2-40B4-BE49-F238E27FC236}">
                    <a16:creationId xmlns:a16="http://schemas.microsoft.com/office/drawing/2014/main" id="{80C48E0D-E2D3-7096-F80F-1256ACBAAA81}"/>
                  </a:ext>
                </a:extLst>
              </p:cNvPr>
              <p:cNvSpPr txBox="1">
                <a:spLocks noRot="1" noChangeAspect="1" noMove="1" noResize="1" noEditPoints="1" noAdjustHandles="1" noChangeArrowheads="1" noChangeShapeType="1" noTextEdit="1"/>
              </p:cNvSpPr>
              <p:nvPr/>
            </p:nvSpPr>
            <p:spPr>
              <a:xfrm>
                <a:off x="3890772" y="1087877"/>
                <a:ext cx="732893" cy="276999"/>
              </a:xfrm>
              <a:prstGeom prst="rect">
                <a:avLst/>
              </a:prstGeom>
              <a:blipFill>
                <a:blip r:embed="rId4"/>
                <a:stretch>
                  <a:fillRect l="-8333" r="-833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10D3088-5CCD-CE76-E239-8A5420632659}"/>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C4DF1520-610E-C921-BB90-B5BF99DA1745}"/>
              </a:ext>
            </a:extLst>
          </p:cNvPr>
          <p:cNvSpPr txBox="1"/>
          <p:nvPr/>
        </p:nvSpPr>
        <p:spPr>
          <a:xfrm>
            <a:off x="7763256" y="5987018"/>
            <a:ext cx="3246120" cy="369332"/>
          </a:xfrm>
          <a:prstGeom prst="rect">
            <a:avLst/>
          </a:prstGeom>
          <a:noFill/>
        </p:spPr>
        <p:txBody>
          <a:bodyPr wrap="square" rtlCol="0">
            <a:spAutoFit/>
          </a:bodyPr>
          <a:lstStyle/>
          <a:p>
            <a:r>
              <a:rPr lang="en-US" dirty="0"/>
              <a:t>Worst ppm = 9.2 for z = 1.75</a:t>
            </a:r>
          </a:p>
        </p:txBody>
      </p:sp>
      <p:pic>
        <p:nvPicPr>
          <p:cNvPr id="8" name="Picture 7">
            <a:extLst>
              <a:ext uri="{FF2B5EF4-FFF2-40B4-BE49-F238E27FC236}">
                <a16:creationId xmlns:a16="http://schemas.microsoft.com/office/drawing/2014/main" id="{D51EF229-7E3F-EA95-4FD0-31F03A154858}"/>
              </a:ext>
            </a:extLst>
          </p:cNvPr>
          <p:cNvPicPr>
            <a:picLocks noChangeAspect="1"/>
          </p:cNvPicPr>
          <p:nvPr/>
        </p:nvPicPr>
        <p:blipFill>
          <a:blip r:embed="rId5"/>
          <a:stretch>
            <a:fillRect/>
          </a:stretch>
        </p:blipFill>
        <p:spPr>
          <a:xfrm>
            <a:off x="259081" y="1651718"/>
            <a:ext cx="5355896" cy="4147301"/>
          </a:xfrm>
          <a:prstGeom prst="rect">
            <a:avLst/>
          </a:prstGeom>
        </p:spPr>
      </p:pic>
      <p:pic>
        <p:nvPicPr>
          <p:cNvPr id="13" name="Picture 12">
            <a:extLst>
              <a:ext uri="{FF2B5EF4-FFF2-40B4-BE49-F238E27FC236}">
                <a16:creationId xmlns:a16="http://schemas.microsoft.com/office/drawing/2014/main" id="{D0A66930-5D19-20F4-99A2-EE49EC98CA2D}"/>
              </a:ext>
            </a:extLst>
          </p:cNvPr>
          <p:cNvPicPr>
            <a:picLocks noChangeAspect="1"/>
          </p:cNvPicPr>
          <p:nvPr/>
        </p:nvPicPr>
        <p:blipFill>
          <a:blip r:embed="rId6"/>
          <a:stretch>
            <a:fillRect/>
          </a:stretch>
        </p:blipFill>
        <p:spPr>
          <a:xfrm>
            <a:off x="5702808" y="1547904"/>
            <a:ext cx="5496341" cy="4354928"/>
          </a:xfrm>
          <a:prstGeom prst="rect">
            <a:avLst/>
          </a:prstGeom>
        </p:spPr>
      </p:pic>
    </p:spTree>
    <p:extLst>
      <p:ext uri="{BB962C8B-B14F-4D97-AF65-F5344CB8AC3E}">
        <p14:creationId xmlns:p14="http://schemas.microsoft.com/office/powerpoint/2010/main" val="109939003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0261-4D4F-E47E-C714-C2E0176643D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D9C2D13-2D0D-2874-C566-5215014A19D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EF14BD38-76C4-4A2F-E698-0F77D5917E2D}"/>
              </a:ext>
            </a:extLst>
          </p:cNvPr>
          <p:cNvSpPr>
            <a:spLocks noGrp="1"/>
          </p:cNvSpPr>
          <p:nvPr>
            <p:ph type="ftr" sz="quarter" idx="11"/>
          </p:nvPr>
        </p:nvSpPr>
        <p:spPr/>
        <p:txBody>
          <a:bodyPr/>
          <a:lstStyle/>
          <a:p>
            <a:r>
              <a:rPr lang="en-US" dirty="0"/>
              <a:t>Feb 6</a:t>
            </a:r>
          </a:p>
        </p:txBody>
      </p:sp>
      <p:sp>
        <p:nvSpPr>
          <p:cNvPr id="6" name="Slide Number Placeholder 5">
            <a:extLst>
              <a:ext uri="{FF2B5EF4-FFF2-40B4-BE49-F238E27FC236}">
                <a16:creationId xmlns:a16="http://schemas.microsoft.com/office/drawing/2014/main" id="{B759B0F1-C658-698B-223F-CA7E80FE4E0E}"/>
              </a:ext>
            </a:extLst>
          </p:cNvPr>
          <p:cNvSpPr>
            <a:spLocks noGrp="1"/>
          </p:cNvSpPr>
          <p:nvPr>
            <p:ph type="sldNum" sz="quarter" idx="12"/>
          </p:nvPr>
        </p:nvSpPr>
        <p:spPr/>
        <p:txBody>
          <a:bodyPr/>
          <a:lstStyle/>
          <a:p>
            <a:fld id="{5D474BC6-09C9-4ED8-ADF6-087D6F25D5BC}" type="slidenum">
              <a:rPr lang="en-US" smtClean="0"/>
              <a:t>113</a:t>
            </a:fld>
            <a:endParaRPr lang="en-US"/>
          </a:p>
        </p:txBody>
      </p:sp>
      <p:sp>
        <p:nvSpPr>
          <p:cNvPr id="9" name="TextBox 8">
            <a:extLst>
              <a:ext uri="{FF2B5EF4-FFF2-40B4-BE49-F238E27FC236}">
                <a16:creationId xmlns:a16="http://schemas.microsoft.com/office/drawing/2014/main" id="{7AD035C0-6F60-22F6-22F2-3254370B1C89}"/>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fluctuation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59B3B8B-CEDA-BD6E-245E-27A10A34FBE3}"/>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A59B3B8B-CEDA-BD6E-245E-27A10A34FBE3}"/>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A1132A8-6F3C-EB98-9D1C-43ED381C8296}"/>
                  </a:ext>
                </a:extLst>
              </p:cNvPr>
              <p:cNvSpPr txBox="1"/>
              <p:nvPr/>
            </p:nvSpPr>
            <p:spPr>
              <a:xfrm>
                <a:off x="3890772" y="1087877"/>
                <a:ext cx="7328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=30</m:t>
                      </m:r>
                    </m:oMath>
                  </m:oMathPara>
                </a14:m>
                <a:endParaRPr lang="en-US" dirty="0"/>
              </a:p>
            </p:txBody>
          </p:sp>
        </mc:Choice>
        <mc:Fallback xmlns="">
          <p:sp>
            <p:nvSpPr>
              <p:cNvPr id="3" name="TextBox 2">
                <a:extLst>
                  <a:ext uri="{FF2B5EF4-FFF2-40B4-BE49-F238E27FC236}">
                    <a16:creationId xmlns:a16="http://schemas.microsoft.com/office/drawing/2014/main" id="{EA1132A8-6F3C-EB98-9D1C-43ED381C8296}"/>
                  </a:ext>
                </a:extLst>
              </p:cNvPr>
              <p:cNvSpPr txBox="1">
                <a:spLocks noRot="1" noChangeAspect="1" noMove="1" noResize="1" noEditPoints="1" noAdjustHandles="1" noChangeArrowheads="1" noChangeShapeType="1" noTextEdit="1"/>
              </p:cNvSpPr>
              <p:nvPr/>
            </p:nvSpPr>
            <p:spPr>
              <a:xfrm>
                <a:off x="3890772" y="1087877"/>
                <a:ext cx="732893" cy="276999"/>
              </a:xfrm>
              <a:prstGeom prst="rect">
                <a:avLst/>
              </a:prstGeom>
              <a:blipFill>
                <a:blip r:embed="rId3"/>
                <a:stretch>
                  <a:fillRect l="-8333" r="-833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29C720E4-8DAF-635E-66B5-141161D90105}"/>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pic>
        <p:nvPicPr>
          <p:cNvPr id="10" name="Picture 9">
            <a:extLst>
              <a:ext uri="{FF2B5EF4-FFF2-40B4-BE49-F238E27FC236}">
                <a16:creationId xmlns:a16="http://schemas.microsoft.com/office/drawing/2014/main" id="{AE7E99EB-4925-BF92-E1A3-94687F1DB4E0}"/>
              </a:ext>
            </a:extLst>
          </p:cNvPr>
          <p:cNvPicPr>
            <a:picLocks noChangeAspect="1"/>
          </p:cNvPicPr>
          <p:nvPr/>
        </p:nvPicPr>
        <p:blipFill>
          <a:blip r:embed="rId4"/>
          <a:stretch>
            <a:fillRect/>
          </a:stretch>
        </p:blipFill>
        <p:spPr>
          <a:xfrm>
            <a:off x="685800" y="1734208"/>
            <a:ext cx="5487166" cy="3982006"/>
          </a:xfrm>
          <a:prstGeom prst="rect">
            <a:avLst/>
          </a:prstGeom>
        </p:spPr>
      </p:pic>
      <p:pic>
        <p:nvPicPr>
          <p:cNvPr id="12" name="Picture 11">
            <a:extLst>
              <a:ext uri="{FF2B5EF4-FFF2-40B4-BE49-F238E27FC236}">
                <a16:creationId xmlns:a16="http://schemas.microsoft.com/office/drawing/2014/main" id="{4A2C5325-7956-A957-449B-F32A86F9F0B3}"/>
              </a:ext>
            </a:extLst>
          </p:cNvPr>
          <p:cNvPicPr>
            <a:picLocks noChangeAspect="1"/>
          </p:cNvPicPr>
          <p:nvPr/>
        </p:nvPicPr>
        <p:blipFill>
          <a:blip r:embed="rId5"/>
          <a:stretch>
            <a:fillRect/>
          </a:stretch>
        </p:blipFill>
        <p:spPr>
          <a:xfrm>
            <a:off x="7857949" y="2379382"/>
            <a:ext cx="2514951" cy="476316"/>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C5931BD-339A-AB2B-76E1-4E8CB5DBEC96}"/>
                  </a:ext>
                </a:extLst>
              </p:cNvPr>
              <p:cNvSpPr txBox="1"/>
              <p:nvPr/>
            </p:nvSpPr>
            <p:spPr>
              <a:xfrm>
                <a:off x="6657974" y="3175766"/>
                <a:ext cx="521017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average neighbor-to-neighbor jump is </a:t>
                </a:r>
                <a14:m>
                  <m:oMath xmlns:m="http://schemas.openxmlformats.org/officeDocument/2006/math">
                    <m:r>
                      <a:rPr lang="en-US" b="0" i="1" smtClean="0">
                        <a:latin typeface="Cambria Math" panose="02040503050406030204" pitchFamily="18" charset="0"/>
                      </a:rPr>
                      <m:t>≈</m:t>
                    </m:r>
                  </m:oMath>
                </a14:m>
                <a:r>
                  <a:rPr lang="en-US" b="0" dirty="0"/>
                  <a:t> 41 A with a spread of </a:t>
                </a:r>
                <a14:m>
                  <m:oMath xmlns:m="http://schemas.openxmlformats.org/officeDocument/2006/math">
                    <m:r>
                      <a:rPr lang="en-US" b="0" i="1" smtClean="0">
                        <a:latin typeface="Cambria Math" panose="02040503050406030204" pitchFamily="18" charset="0"/>
                      </a:rPr>
                      <m:t>≈66</m:t>
                    </m:r>
                  </m:oMath>
                </a14:m>
                <a:r>
                  <a:rPr lang="en-US" b="0" dirty="0"/>
                  <a:t> Amps</a:t>
                </a:r>
              </a:p>
              <a:p>
                <a:pPr marL="285750" indent="-285750">
                  <a:buFont typeface="Arial" panose="020B0604020202020204" pitchFamily="34" charset="0"/>
                  <a:buChar char="•"/>
                </a:pPr>
                <a:r>
                  <a:rPr lang="en-US" dirty="0"/>
                  <a:t>On average, neighboring coils differ by </a:t>
                </a:r>
                <a14:m>
                  <m:oMath xmlns:m="http://schemas.openxmlformats.org/officeDocument/2006/math">
                    <m:r>
                      <a:rPr lang="en-US" b="0" i="1" smtClean="0">
                        <a:latin typeface="Cambria Math" panose="02040503050406030204" pitchFamily="18" charset="0"/>
                      </a:rPr>
                      <m:t>≈</m:t>
                    </m:r>
                  </m:oMath>
                </a14:m>
                <a:r>
                  <a:rPr lang="en-US" dirty="0"/>
                  <a:t> </a:t>
                </a:r>
                <a14:m>
                  <m:oMath xmlns:m="http://schemas.openxmlformats.org/officeDocument/2006/math">
                    <m:r>
                      <a:rPr lang="en-US" b="0" i="1" smtClean="0">
                        <a:latin typeface="Cambria Math" panose="02040503050406030204" pitchFamily="18" charset="0"/>
                      </a:rPr>
                      <m:t>1.6 </m:t>
                    </m:r>
                    <m:r>
                      <a:rPr lang="en-US" b="0" i="0" smtClean="0">
                        <a:latin typeface="Cambria Math" panose="02040503050406030204" pitchFamily="18" charset="0"/>
                      </a:rPr>
                      <m:t> %</m:t>
                    </m:r>
                  </m:oMath>
                </a14:m>
                <a:r>
                  <a:rPr lang="en-US" b="0" dirty="0"/>
                  <a:t> </a:t>
                </a:r>
                <a:r>
                  <a:rPr lang="en-US" dirty="0"/>
                  <a:t>of the maximum current</a:t>
                </a:r>
                <a:endParaRPr lang="en-US" b="0" dirty="0"/>
              </a:p>
            </p:txBody>
          </p:sp>
        </mc:Choice>
        <mc:Fallback xmlns="">
          <p:sp>
            <p:nvSpPr>
              <p:cNvPr id="15" name="TextBox 14">
                <a:extLst>
                  <a:ext uri="{FF2B5EF4-FFF2-40B4-BE49-F238E27FC236}">
                    <a16:creationId xmlns:a16="http://schemas.microsoft.com/office/drawing/2014/main" id="{DC5931BD-339A-AB2B-76E1-4E8CB5DBEC96}"/>
                  </a:ext>
                </a:extLst>
              </p:cNvPr>
              <p:cNvSpPr txBox="1">
                <a:spLocks noRot="1" noChangeAspect="1" noMove="1" noResize="1" noEditPoints="1" noAdjustHandles="1" noChangeArrowheads="1" noChangeShapeType="1" noTextEdit="1"/>
              </p:cNvSpPr>
              <p:nvPr/>
            </p:nvSpPr>
            <p:spPr>
              <a:xfrm>
                <a:off x="6657974" y="3175766"/>
                <a:ext cx="5210175" cy="1200329"/>
              </a:xfrm>
              <a:prstGeom prst="rect">
                <a:avLst/>
              </a:prstGeom>
              <a:blipFill>
                <a:blip r:embed="rId6"/>
                <a:stretch>
                  <a:fillRect l="-702" t="-2538" r="-1754" b="-7614"/>
                </a:stretch>
              </a:blipFill>
            </p:spPr>
            <p:txBody>
              <a:bodyPr/>
              <a:lstStyle/>
              <a:p>
                <a:r>
                  <a:rPr lang="en-US">
                    <a:noFill/>
                  </a:rPr>
                  <a:t> </a:t>
                </a:r>
              </a:p>
            </p:txBody>
          </p:sp>
        </mc:Fallback>
      </mc:AlternateContent>
    </p:spTree>
    <p:extLst>
      <p:ext uri="{BB962C8B-B14F-4D97-AF65-F5344CB8AC3E}">
        <p14:creationId xmlns:p14="http://schemas.microsoft.com/office/powerpoint/2010/main" val="142597604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E61E3-F81E-F53F-2F5E-C74E17A888D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67605DA-7D68-97A8-2020-87131D926F0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E07769C-A705-AA16-6867-C499C95F0D23}"/>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93ECCA44-28F5-0980-89E0-1AFF975F565E}"/>
              </a:ext>
            </a:extLst>
          </p:cNvPr>
          <p:cNvSpPr>
            <a:spLocks noGrp="1"/>
          </p:cNvSpPr>
          <p:nvPr>
            <p:ph type="sldNum" sz="quarter" idx="12"/>
          </p:nvPr>
        </p:nvSpPr>
        <p:spPr/>
        <p:txBody>
          <a:bodyPr/>
          <a:lstStyle/>
          <a:p>
            <a:fld id="{5D474BC6-09C9-4ED8-ADF6-087D6F25D5BC}" type="slidenum">
              <a:rPr lang="en-US" smtClean="0"/>
              <a:t>114</a:t>
            </a:fld>
            <a:endParaRPr lang="en-US"/>
          </a:p>
        </p:txBody>
      </p:sp>
      <p:sp>
        <p:nvSpPr>
          <p:cNvPr id="9" name="TextBox 8">
            <a:extLst>
              <a:ext uri="{FF2B5EF4-FFF2-40B4-BE49-F238E27FC236}">
                <a16:creationId xmlns:a16="http://schemas.microsoft.com/office/drawing/2014/main" id="{D2B5BD31-A6BA-4BB8-58E7-F954A45FD2A0}"/>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D45506E-8FE3-F42B-FBF5-BCFF24E49DD7}"/>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98C41E50-C9C7-BE49-1B3C-6FABE03E8D88}"/>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AEDC8BD-E9D9-80F8-042D-9D9E9852C21E}"/>
                  </a:ext>
                </a:extLst>
              </p:cNvPr>
              <p:cNvSpPr txBox="1"/>
              <p:nvPr/>
            </p:nvSpPr>
            <p:spPr>
              <a:xfrm>
                <a:off x="3890772" y="1087877"/>
                <a:ext cx="60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=5</m:t>
                      </m:r>
                    </m:oMath>
                  </m:oMathPara>
                </a14:m>
                <a:endParaRPr lang="en-US" dirty="0"/>
              </a:p>
            </p:txBody>
          </p:sp>
        </mc:Choice>
        <mc:Fallback xmlns="">
          <p:sp>
            <p:nvSpPr>
              <p:cNvPr id="3" name="TextBox 2">
                <a:extLst>
                  <a:ext uri="{FF2B5EF4-FFF2-40B4-BE49-F238E27FC236}">
                    <a16:creationId xmlns:a16="http://schemas.microsoft.com/office/drawing/2014/main" id="{0DAFC1CA-4611-11D4-AB48-F73548871654}"/>
                  </a:ext>
                </a:extLst>
              </p:cNvPr>
              <p:cNvSpPr txBox="1">
                <a:spLocks noRot="1" noChangeAspect="1" noMove="1" noResize="1" noEditPoints="1" noAdjustHandles="1" noChangeArrowheads="1" noChangeShapeType="1" noTextEdit="1"/>
              </p:cNvSpPr>
              <p:nvPr/>
            </p:nvSpPr>
            <p:spPr>
              <a:xfrm>
                <a:off x="3890772" y="1087877"/>
                <a:ext cx="604653" cy="276999"/>
              </a:xfrm>
              <a:prstGeom prst="rect">
                <a:avLst/>
              </a:prstGeom>
              <a:blipFill>
                <a:blip r:embed="rId3"/>
                <a:stretch>
                  <a:fillRect l="-10101" r="-10101"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0AA5727-8D9B-8D2C-699C-C67DD9566575}"/>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DBE7DCB2-3A73-61B5-6E4E-04AD85F2777E}"/>
              </a:ext>
            </a:extLst>
          </p:cNvPr>
          <p:cNvSpPr txBox="1"/>
          <p:nvPr/>
        </p:nvSpPr>
        <p:spPr>
          <a:xfrm>
            <a:off x="7763256" y="5987018"/>
            <a:ext cx="3246120" cy="369332"/>
          </a:xfrm>
          <a:prstGeom prst="rect">
            <a:avLst/>
          </a:prstGeom>
          <a:noFill/>
        </p:spPr>
        <p:txBody>
          <a:bodyPr wrap="square" rtlCol="0">
            <a:spAutoFit/>
          </a:bodyPr>
          <a:lstStyle/>
          <a:p>
            <a:r>
              <a:rPr lang="en-US" dirty="0"/>
              <a:t>Worst ppm = 3.5 for z = 1.75</a:t>
            </a:r>
          </a:p>
        </p:txBody>
      </p:sp>
      <p:pic>
        <p:nvPicPr>
          <p:cNvPr id="10" name="Picture 9">
            <a:extLst>
              <a:ext uri="{FF2B5EF4-FFF2-40B4-BE49-F238E27FC236}">
                <a16:creationId xmlns:a16="http://schemas.microsoft.com/office/drawing/2014/main" id="{9BFA2C72-9F4C-1CEC-7314-04458DF3F5B7}"/>
              </a:ext>
            </a:extLst>
          </p:cNvPr>
          <p:cNvPicPr>
            <a:picLocks noChangeAspect="1"/>
          </p:cNvPicPr>
          <p:nvPr/>
        </p:nvPicPr>
        <p:blipFill>
          <a:blip r:embed="rId4"/>
          <a:srcRect l="2563" b="2114"/>
          <a:stretch>
            <a:fillRect/>
          </a:stretch>
        </p:blipFill>
        <p:spPr>
          <a:xfrm>
            <a:off x="79248" y="1437604"/>
            <a:ext cx="5821680" cy="4575529"/>
          </a:xfrm>
          <a:prstGeom prst="rect">
            <a:avLst/>
          </a:prstGeom>
        </p:spPr>
      </p:pic>
      <p:pic>
        <p:nvPicPr>
          <p:cNvPr id="12" name="Picture 11">
            <a:extLst>
              <a:ext uri="{FF2B5EF4-FFF2-40B4-BE49-F238E27FC236}">
                <a16:creationId xmlns:a16="http://schemas.microsoft.com/office/drawing/2014/main" id="{E156A41B-7EA5-F308-97D4-800354798020}"/>
              </a:ext>
            </a:extLst>
          </p:cNvPr>
          <p:cNvPicPr>
            <a:picLocks noChangeAspect="1"/>
          </p:cNvPicPr>
          <p:nvPr/>
        </p:nvPicPr>
        <p:blipFill>
          <a:blip r:embed="rId5"/>
          <a:srcRect b="1932"/>
          <a:stretch>
            <a:fillRect/>
          </a:stretch>
        </p:blipFill>
        <p:spPr>
          <a:xfrm>
            <a:off x="5900928" y="1653508"/>
            <a:ext cx="5417093" cy="4162335"/>
          </a:xfrm>
          <a:prstGeom prst="rect">
            <a:avLst/>
          </a:prstGeom>
        </p:spPr>
      </p:pic>
    </p:spTree>
    <p:extLst>
      <p:ext uri="{BB962C8B-B14F-4D97-AF65-F5344CB8AC3E}">
        <p14:creationId xmlns:p14="http://schemas.microsoft.com/office/powerpoint/2010/main" val="334175944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F72F6-1277-B48A-4E84-EBE9D67C44D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8559D4-A0D8-B65E-8496-47A61463A159}"/>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598CF10-3A55-EBBB-6103-190E233DE7EC}"/>
              </a:ext>
            </a:extLst>
          </p:cNvPr>
          <p:cNvSpPr>
            <a:spLocks noGrp="1"/>
          </p:cNvSpPr>
          <p:nvPr>
            <p:ph type="ftr" sz="quarter" idx="11"/>
          </p:nvPr>
        </p:nvSpPr>
        <p:spPr/>
        <p:txBody>
          <a:bodyPr/>
          <a:lstStyle/>
          <a:p>
            <a:r>
              <a:rPr lang="en-US" dirty="0"/>
              <a:t>Feb 6</a:t>
            </a:r>
          </a:p>
        </p:txBody>
      </p:sp>
      <p:sp>
        <p:nvSpPr>
          <p:cNvPr id="6" name="Slide Number Placeholder 5">
            <a:extLst>
              <a:ext uri="{FF2B5EF4-FFF2-40B4-BE49-F238E27FC236}">
                <a16:creationId xmlns:a16="http://schemas.microsoft.com/office/drawing/2014/main" id="{80141DFB-B8EE-D5F7-7018-05F5732E885D}"/>
              </a:ext>
            </a:extLst>
          </p:cNvPr>
          <p:cNvSpPr>
            <a:spLocks noGrp="1"/>
          </p:cNvSpPr>
          <p:nvPr>
            <p:ph type="sldNum" sz="quarter" idx="12"/>
          </p:nvPr>
        </p:nvSpPr>
        <p:spPr/>
        <p:txBody>
          <a:bodyPr/>
          <a:lstStyle/>
          <a:p>
            <a:fld id="{5D474BC6-09C9-4ED8-ADF6-087D6F25D5BC}" type="slidenum">
              <a:rPr lang="en-US" smtClean="0"/>
              <a:t>115</a:t>
            </a:fld>
            <a:endParaRPr lang="en-US"/>
          </a:p>
        </p:txBody>
      </p:sp>
      <p:sp>
        <p:nvSpPr>
          <p:cNvPr id="9" name="TextBox 8">
            <a:extLst>
              <a:ext uri="{FF2B5EF4-FFF2-40B4-BE49-F238E27FC236}">
                <a16:creationId xmlns:a16="http://schemas.microsoft.com/office/drawing/2014/main" id="{D30A848B-8E7E-5F69-7932-AE26DB5D5B9E}"/>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fluctuation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0ED05B5-9781-07C5-11C3-DCD55266A154}"/>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F0ED05B5-9781-07C5-11C3-DCD55266A154}"/>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2F82F11-84D9-5861-3516-AC2970CFD52B}"/>
                  </a:ext>
                </a:extLst>
              </p:cNvPr>
              <p:cNvSpPr txBox="1"/>
              <p:nvPr/>
            </p:nvSpPr>
            <p:spPr>
              <a:xfrm>
                <a:off x="3890772" y="1087877"/>
                <a:ext cx="6046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=5</m:t>
                      </m:r>
                    </m:oMath>
                  </m:oMathPara>
                </a14:m>
                <a:endParaRPr lang="en-US" dirty="0"/>
              </a:p>
            </p:txBody>
          </p:sp>
        </mc:Choice>
        <mc:Fallback xmlns="">
          <p:sp>
            <p:nvSpPr>
              <p:cNvPr id="3" name="TextBox 2">
                <a:extLst>
                  <a:ext uri="{FF2B5EF4-FFF2-40B4-BE49-F238E27FC236}">
                    <a16:creationId xmlns:a16="http://schemas.microsoft.com/office/drawing/2014/main" id="{02F82F11-84D9-5861-3516-AC2970CFD52B}"/>
                  </a:ext>
                </a:extLst>
              </p:cNvPr>
              <p:cNvSpPr txBox="1">
                <a:spLocks noRot="1" noChangeAspect="1" noMove="1" noResize="1" noEditPoints="1" noAdjustHandles="1" noChangeArrowheads="1" noChangeShapeType="1" noTextEdit="1"/>
              </p:cNvSpPr>
              <p:nvPr/>
            </p:nvSpPr>
            <p:spPr>
              <a:xfrm>
                <a:off x="3890772" y="1087877"/>
                <a:ext cx="604653" cy="276999"/>
              </a:xfrm>
              <a:prstGeom prst="rect">
                <a:avLst/>
              </a:prstGeom>
              <a:blipFill>
                <a:blip r:embed="rId3"/>
                <a:stretch>
                  <a:fillRect l="-10101" r="-10101"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1008062-A734-686B-4A03-12904492DA80}"/>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B8B02AC-D1FD-D029-8E26-419004575221}"/>
                  </a:ext>
                </a:extLst>
              </p:cNvPr>
              <p:cNvSpPr txBox="1"/>
              <p:nvPr/>
            </p:nvSpPr>
            <p:spPr>
              <a:xfrm>
                <a:off x="6657974" y="3175766"/>
                <a:ext cx="521017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average neighbor-to-neighbor jump is </a:t>
                </a:r>
                <a14:m>
                  <m:oMath xmlns:m="http://schemas.openxmlformats.org/officeDocument/2006/math">
                    <m:r>
                      <a:rPr lang="en-US" b="0" i="1" smtClean="0">
                        <a:latin typeface="Cambria Math" panose="02040503050406030204" pitchFamily="18" charset="0"/>
                      </a:rPr>
                      <m:t>≈</m:t>
                    </m:r>
                  </m:oMath>
                </a14:m>
                <a:r>
                  <a:rPr lang="en-US" b="0" dirty="0"/>
                  <a:t> </a:t>
                </a:r>
                <a:r>
                  <a:rPr lang="en-US" dirty="0"/>
                  <a:t>57</a:t>
                </a:r>
                <a:r>
                  <a:rPr lang="en-US" b="0" dirty="0"/>
                  <a:t> A with a spread of </a:t>
                </a:r>
                <a14:m>
                  <m:oMath xmlns:m="http://schemas.openxmlformats.org/officeDocument/2006/math">
                    <m:r>
                      <a:rPr lang="en-US" b="0" i="1" smtClean="0">
                        <a:latin typeface="Cambria Math" panose="02040503050406030204" pitchFamily="18" charset="0"/>
                      </a:rPr>
                      <m:t>≈86</m:t>
                    </m:r>
                  </m:oMath>
                </a14:m>
                <a:r>
                  <a:rPr lang="en-US" b="0" dirty="0"/>
                  <a:t> Amps</a:t>
                </a:r>
              </a:p>
              <a:p>
                <a:pPr marL="285750" indent="-285750">
                  <a:buFont typeface="Arial" panose="020B0604020202020204" pitchFamily="34" charset="0"/>
                  <a:buChar char="•"/>
                </a:pPr>
                <a:r>
                  <a:rPr lang="en-US" dirty="0"/>
                  <a:t>On average, neighboring coils differ by </a:t>
                </a:r>
                <a14:m>
                  <m:oMath xmlns:m="http://schemas.openxmlformats.org/officeDocument/2006/math">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2</m:t>
                    </m:r>
                    <m:r>
                      <a:rPr lang="en-US" b="0" i="1" smtClean="0">
                        <a:latin typeface="Cambria Math" panose="02040503050406030204" pitchFamily="18" charset="0"/>
                      </a:rPr>
                      <m:t>.2 </m:t>
                    </m:r>
                    <m:r>
                      <a:rPr lang="en-US" b="0" i="0" smtClean="0">
                        <a:latin typeface="Cambria Math" panose="02040503050406030204" pitchFamily="18" charset="0"/>
                      </a:rPr>
                      <m:t> %</m:t>
                    </m:r>
                  </m:oMath>
                </a14:m>
                <a:r>
                  <a:rPr lang="en-US" b="0" dirty="0"/>
                  <a:t> </a:t>
                </a:r>
                <a:r>
                  <a:rPr lang="en-US" dirty="0"/>
                  <a:t>of the maximum current</a:t>
                </a:r>
                <a:endParaRPr lang="en-US" b="0" dirty="0"/>
              </a:p>
            </p:txBody>
          </p:sp>
        </mc:Choice>
        <mc:Fallback xmlns="">
          <p:sp>
            <p:nvSpPr>
              <p:cNvPr id="15" name="TextBox 14">
                <a:extLst>
                  <a:ext uri="{FF2B5EF4-FFF2-40B4-BE49-F238E27FC236}">
                    <a16:creationId xmlns:a16="http://schemas.microsoft.com/office/drawing/2014/main" id="{0B8B02AC-D1FD-D029-8E26-419004575221}"/>
                  </a:ext>
                </a:extLst>
              </p:cNvPr>
              <p:cNvSpPr txBox="1">
                <a:spLocks noRot="1" noChangeAspect="1" noMove="1" noResize="1" noEditPoints="1" noAdjustHandles="1" noChangeArrowheads="1" noChangeShapeType="1" noTextEdit="1"/>
              </p:cNvSpPr>
              <p:nvPr/>
            </p:nvSpPr>
            <p:spPr>
              <a:xfrm>
                <a:off x="6657974" y="3175766"/>
                <a:ext cx="5210175" cy="1200329"/>
              </a:xfrm>
              <a:prstGeom prst="rect">
                <a:avLst/>
              </a:prstGeom>
              <a:blipFill>
                <a:blip r:embed="rId4"/>
                <a:stretch>
                  <a:fillRect l="-702" t="-2538" r="-1754" b="-7614"/>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EEF1455-0D42-0E33-9509-A433B9EB0EBF}"/>
              </a:ext>
            </a:extLst>
          </p:cNvPr>
          <p:cNvPicPr>
            <a:picLocks noChangeAspect="1"/>
          </p:cNvPicPr>
          <p:nvPr/>
        </p:nvPicPr>
        <p:blipFill>
          <a:blip r:embed="rId5"/>
          <a:stretch>
            <a:fillRect/>
          </a:stretch>
        </p:blipFill>
        <p:spPr>
          <a:xfrm>
            <a:off x="1035183" y="1671474"/>
            <a:ext cx="5420481" cy="3915321"/>
          </a:xfrm>
          <a:prstGeom prst="rect">
            <a:avLst/>
          </a:prstGeom>
        </p:spPr>
      </p:pic>
      <p:pic>
        <p:nvPicPr>
          <p:cNvPr id="13" name="Picture 12">
            <a:extLst>
              <a:ext uri="{FF2B5EF4-FFF2-40B4-BE49-F238E27FC236}">
                <a16:creationId xmlns:a16="http://schemas.microsoft.com/office/drawing/2014/main" id="{EEE0F22F-6FD2-F984-FEE4-3E9D6772C725}"/>
              </a:ext>
            </a:extLst>
          </p:cNvPr>
          <p:cNvPicPr>
            <a:picLocks noChangeAspect="1"/>
          </p:cNvPicPr>
          <p:nvPr/>
        </p:nvPicPr>
        <p:blipFill>
          <a:blip r:embed="rId6"/>
          <a:stretch>
            <a:fillRect/>
          </a:stretch>
        </p:blipFill>
        <p:spPr>
          <a:xfrm>
            <a:off x="7867468" y="2134879"/>
            <a:ext cx="2610214" cy="533474"/>
          </a:xfrm>
          <a:prstGeom prst="rect">
            <a:avLst/>
          </a:prstGeom>
        </p:spPr>
      </p:pic>
    </p:spTree>
    <p:extLst>
      <p:ext uri="{BB962C8B-B14F-4D97-AF65-F5344CB8AC3E}">
        <p14:creationId xmlns:p14="http://schemas.microsoft.com/office/powerpoint/2010/main" val="19557739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1D529-8596-CBD9-1AB3-62ACBD1A427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8103225-F543-8FD9-60AD-062DB73D0EE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200A293-D24B-C403-53CB-C31CFD14E119}"/>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E6C091B9-E77D-CB98-8D96-2FBA82C94932}"/>
              </a:ext>
            </a:extLst>
          </p:cNvPr>
          <p:cNvSpPr>
            <a:spLocks noGrp="1"/>
          </p:cNvSpPr>
          <p:nvPr>
            <p:ph type="sldNum" sz="quarter" idx="12"/>
          </p:nvPr>
        </p:nvSpPr>
        <p:spPr/>
        <p:txBody>
          <a:bodyPr/>
          <a:lstStyle/>
          <a:p>
            <a:fld id="{5D474BC6-09C9-4ED8-ADF6-087D6F25D5BC}" type="slidenum">
              <a:rPr lang="en-US" smtClean="0"/>
              <a:t>116</a:t>
            </a:fld>
            <a:endParaRPr lang="en-US"/>
          </a:p>
        </p:txBody>
      </p:sp>
      <p:sp>
        <p:nvSpPr>
          <p:cNvPr id="9" name="TextBox 8">
            <a:extLst>
              <a:ext uri="{FF2B5EF4-FFF2-40B4-BE49-F238E27FC236}">
                <a16:creationId xmlns:a16="http://schemas.microsoft.com/office/drawing/2014/main" id="{DAD4F973-5FA0-FAEF-8356-390C4DDFF0D4}"/>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D644BD2-0840-7D1C-6108-F2E8391EFE84}"/>
                  </a:ext>
                </a:extLst>
              </p:cNvPr>
              <p:cNvSpPr txBox="1"/>
              <p:nvPr/>
            </p:nvSpPr>
            <p:spPr>
              <a:xfrm>
                <a:off x="1843278" y="102929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FD644BD2-0840-7D1C-6108-F2E8391EFE84}"/>
                  </a:ext>
                </a:extLst>
              </p:cNvPr>
              <p:cNvSpPr txBox="1">
                <a:spLocks noRot="1" noChangeAspect="1" noMove="1" noResize="1" noEditPoints="1" noAdjustHandles="1" noChangeArrowheads="1" noChangeShapeType="1" noTextEdit="1"/>
              </p:cNvSpPr>
              <p:nvPr/>
            </p:nvSpPr>
            <p:spPr>
              <a:xfrm>
                <a:off x="1843278" y="102929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658167-E4C1-04A1-46FB-90134F40CB47}"/>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BE7F8553-F579-A739-231E-98FC7832DBE2}"/>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C1814CC-D58A-C184-0DFA-83BBCAC31FBE}"/>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2B601F23-B742-B8C7-C691-07FE4BB9A6D4}"/>
              </a:ext>
            </a:extLst>
          </p:cNvPr>
          <p:cNvSpPr txBox="1"/>
          <p:nvPr/>
        </p:nvSpPr>
        <p:spPr>
          <a:xfrm>
            <a:off x="6364224" y="6086778"/>
            <a:ext cx="4498848" cy="646331"/>
          </a:xfrm>
          <a:prstGeom prst="rect">
            <a:avLst/>
          </a:prstGeom>
          <a:noFill/>
        </p:spPr>
        <p:txBody>
          <a:bodyPr wrap="square" rtlCol="0">
            <a:spAutoFit/>
          </a:bodyPr>
          <a:lstStyle/>
          <a:p>
            <a:r>
              <a:rPr lang="en-US" dirty="0"/>
              <a:t>Worst ppm = 1.077 for z = 1.75, and 0.095 for z = 1.50</a:t>
            </a:r>
          </a:p>
        </p:txBody>
      </p:sp>
      <p:pic>
        <p:nvPicPr>
          <p:cNvPr id="8" name="Picture 7">
            <a:extLst>
              <a:ext uri="{FF2B5EF4-FFF2-40B4-BE49-F238E27FC236}">
                <a16:creationId xmlns:a16="http://schemas.microsoft.com/office/drawing/2014/main" id="{8956C567-90C1-5702-9266-94DE3F1DC2CD}"/>
              </a:ext>
            </a:extLst>
          </p:cNvPr>
          <p:cNvPicPr>
            <a:picLocks noChangeAspect="1"/>
          </p:cNvPicPr>
          <p:nvPr/>
        </p:nvPicPr>
        <p:blipFill>
          <a:blip r:embed="rId4"/>
          <a:stretch>
            <a:fillRect/>
          </a:stretch>
        </p:blipFill>
        <p:spPr>
          <a:xfrm>
            <a:off x="52471" y="1650183"/>
            <a:ext cx="5848457" cy="4513193"/>
          </a:xfrm>
          <a:prstGeom prst="rect">
            <a:avLst/>
          </a:prstGeom>
        </p:spPr>
      </p:pic>
      <p:pic>
        <p:nvPicPr>
          <p:cNvPr id="13" name="Picture 12">
            <a:extLst>
              <a:ext uri="{FF2B5EF4-FFF2-40B4-BE49-F238E27FC236}">
                <a16:creationId xmlns:a16="http://schemas.microsoft.com/office/drawing/2014/main" id="{00073771-A7F5-5892-E856-9FCEBB0B1715}"/>
              </a:ext>
            </a:extLst>
          </p:cNvPr>
          <p:cNvPicPr>
            <a:picLocks noChangeAspect="1"/>
          </p:cNvPicPr>
          <p:nvPr/>
        </p:nvPicPr>
        <p:blipFill>
          <a:blip r:embed="rId5"/>
          <a:srcRect l="1359"/>
          <a:stretch>
            <a:fillRect/>
          </a:stretch>
        </p:blipFill>
        <p:spPr>
          <a:xfrm>
            <a:off x="5900928" y="1509877"/>
            <a:ext cx="5980177" cy="4653499"/>
          </a:xfrm>
          <a:prstGeom prst="rect">
            <a:avLst/>
          </a:prstGeom>
        </p:spPr>
      </p:pic>
    </p:spTree>
    <p:extLst>
      <p:ext uri="{BB962C8B-B14F-4D97-AF65-F5344CB8AC3E}">
        <p14:creationId xmlns:p14="http://schemas.microsoft.com/office/powerpoint/2010/main" val="14413575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94734-E901-BB2F-4606-A39770A5A54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24A6AFF-805C-19E5-695E-DFC351884E8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7DA7D00B-B722-230D-4470-3FA6934FD2AC}"/>
              </a:ext>
            </a:extLst>
          </p:cNvPr>
          <p:cNvSpPr>
            <a:spLocks noGrp="1"/>
          </p:cNvSpPr>
          <p:nvPr>
            <p:ph type="ftr" sz="quarter" idx="11"/>
          </p:nvPr>
        </p:nvSpPr>
        <p:spPr/>
        <p:txBody>
          <a:bodyPr/>
          <a:lstStyle/>
          <a:p>
            <a:r>
              <a:rPr lang="en-US" dirty="0"/>
              <a:t>Feb 6</a:t>
            </a:r>
          </a:p>
        </p:txBody>
      </p:sp>
      <p:sp>
        <p:nvSpPr>
          <p:cNvPr id="6" name="Slide Number Placeholder 5">
            <a:extLst>
              <a:ext uri="{FF2B5EF4-FFF2-40B4-BE49-F238E27FC236}">
                <a16:creationId xmlns:a16="http://schemas.microsoft.com/office/drawing/2014/main" id="{92845CD1-4CC7-439D-A6C6-98DC183AD124}"/>
              </a:ext>
            </a:extLst>
          </p:cNvPr>
          <p:cNvSpPr>
            <a:spLocks noGrp="1"/>
          </p:cNvSpPr>
          <p:nvPr>
            <p:ph type="sldNum" sz="quarter" idx="12"/>
          </p:nvPr>
        </p:nvSpPr>
        <p:spPr/>
        <p:txBody>
          <a:bodyPr/>
          <a:lstStyle/>
          <a:p>
            <a:fld id="{5D474BC6-09C9-4ED8-ADF6-087D6F25D5BC}" type="slidenum">
              <a:rPr lang="en-US" smtClean="0"/>
              <a:t>117</a:t>
            </a:fld>
            <a:endParaRPr lang="en-US"/>
          </a:p>
        </p:txBody>
      </p:sp>
      <p:sp>
        <p:nvSpPr>
          <p:cNvPr id="9" name="TextBox 8">
            <a:extLst>
              <a:ext uri="{FF2B5EF4-FFF2-40B4-BE49-F238E27FC236}">
                <a16:creationId xmlns:a16="http://schemas.microsoft.com/office/drawing/2014/main" id="{3ABE8B63-0CFD-8E5C-DE8D-9FAA36995215}"/>
              </a:ext>
            </a:extLst>
          </p:cNvPr>
          <p:cNvSpPr txBox="1"/>
          <p:nvPr/>
        </p:nvSpPr>
        <p:spPr>
          <a:xfrm>
            <a:off x="685800" y="448056"/>
            <a:ext cx="10177272" cy="646331"/>
          </a:xfrm>
          <a:prstGeom prst="rect">
            <a:avLst/>
          </a:prstGeom>
          <a:noFill/>
        </p:spPr>
        <p:txBody>
          <a:bodyPr wrap="square" rtlCol="0">
            <a:spAutoFit/>
          </a:bodyPr>
          <a:lstStyle/>
          <a:p>
            <a:r>
              <a:rPr lang="en-US" b="1" dirty="0"/>
              <a:t>For n = 66 coils (including 5 side coils ID 50 cm each side), d ~ 100 mm – currents fluctuation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8B546D0-9E18-EE1A-F179-5E8F6648553E}"/>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98B546D0-9E18-EE1A-F179-5E8F6648553E}"/>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4634145-F5F1-A672-5487-79A41C15D871}"/>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94634145-F5F1-A672-5487-79A41C15D871}"/>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9A7E6F6-339A-512C-B14B-61FD79054F12}"/>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E152042-34FC-BB79-57E5-7615D559CCEF}"/>
                  </a:ext>
                </a:extLst>
              </p:cNvPr>
              <p:cNvSpPr txBox="1"/>
              <p:nvPr/>
            </p:nvSpPr>
            <p:spPr>
              <a:xfrm>
                <a:off x="6657974" y="3175766"/>
                <a:ext cx="521017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average neighbor-to-neighbor jump is </a:t>
                </a:r>
                <a14:m>
                  <m:oMath xmlns:m="http://schemas.openxmlformats.org/officeDocument/2006/math">
                    <m:r>
                      <a:rPr lang="en-US" b="0" i="1" smtClean="0">
                        <a:latin typeface="Cambria Math" panose="02040503050406030204" pitchFamily="18" charset="0"/>
                      </a:rPr>
                      <m:t>≈</m:t>
                    </m:r>
                  </m:oMath>
                </a14:m>
                <a:r>
                  <a:rPr lang="en-US" b="0" dirty="0"/>
                  <a:t> </a:t>
                </a:r>
                <a:r>
                  <a:rPr lang="en-US" dirty="0"/>
                  <a:t>100</a:t>
                </a:r>
                <a:r>
                  <a:rPr lang="en-US" b="0" dirty="0"/>
                  <a:t> A with a spread of </a:t>
                </a:r>
                <a14:m>
                  <m:oMath xmlns:m="http://schemas.openxmlformats.org/officeDocument/2006/math">
                    <m:r>
                      <a:rPr lang="en-US" b="0" i="1" smtClean="0">
                        <a:latin typeface="Cambria Math" panose="02040503050406030204" pitchFamily="18" charset="0"/>
                      </a:rPr>
                      <m:t>≈135</m:t>
                    </m:r>
                  </m:oMath>
                </a14:m>
                <a:r>
                  <a:rPr lang="en-US" b="0" dirty="0"/>
                  <a:t> Amps</a:t>
                </a:r>
              </a:p>
              <a:p>
                <a:pPr marL="285750" indent="-285750">
                  <a:buFont typeface="Arial" panose="020B0604020202020204" pitchFamily="34" charset="0"/>
                  <a:buChar char="•"/>
                </a:pPr>
                <a:r>
                  <a:rPr lang="en-US" dirty="0"/>
                  <a:t>On average, neighboring coils differ by </a:t>
                </a:r>
                <a14:m>
                  <m:oMath xmlns:m="http://schemas.openxmlformats.org/officeDocument/2006/math">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3</m:t>
                    </m:r>
                    <m:r>
                      <a:rPr lang="en-US" b="0" i="1" smtClean="0">
                        <a:latin typeface="Cambria Math" panose="02040503050406030204" pitchFamily="18" charset="0"/>
                      </a:rPr>
                      <m:t>.6 </m:t>
                    </m:r>
                    <m:r>
                      <a:rPr lang="en-US" b="0" i="0" smtClean="0">
                        <a:latin typeface="Cambria Math" panose="02040503050406030204" pitchFamily="18" charset="0"/>
                      </a:rPr>
                      <m:t> %</m:t>
                    </m:r>
                  </m:oMath>
                </a14:m>
                <a:r>
                  <a:rPr lang="en-US" b="0" dirty="0"/>
                  <a:t> </a:t>
                </a:r>
                <a:r>
                  <a:rPr lang="en-US" dirty="0"/>
                  <a:t>of the maximum current</a:t>
                </a:r>
                <a:endParaRPr lang="en-US" b="0" dirty="0"/>
              </a:p>
            </p:txBody>
          </p:sp>
        </mc:Choice>
        <mc:Fallback xmlns="">
          <p:sp>
            <p:nvSpPr>
              <p:cNvPr id="15" name="TextBox 14">
                <a:extLst>
                  <a:ext uri="{FF2B5EF4-FFF2-40B4-BE49-F238E27FC236}">
                    <a16:creationId xmlns:a16="http://schemas.microsoft.com/office/drawing/2014/main" id="{CE152042-34FC-BB79-57E5-7615D559CCEF}"/>
                  </a:ext>
                </a:extLst>
              </p:cNvPr>
              <p:cNvSpPr txBox="1">
                <a:spLocks noRot="1" noChangeAspect="1" noMove="1" noResize="1" noEditPoints="1" noAdjustHandles="1" noChangeArrowheads="1" noChangeShapeType="1" noTextEdit="1"/>
              </p:cNvSpPr>
              <p:nvPr/>
            </p:nvSpPr>
            <p:spPr>
              <a:xfrm>
                <a:off x="6657974" y="3175766"/>
                <a:ext cx="5210175" cy="1200329"/>
              </a:xfrm>
              <a:prstGeom prst="rect">
                <a:avLst/>
              </a:prstGeom>
              <a:blipFill>
                <a:blip r:embed="rId4"/>
                <a:stretch>
                  <a:fillRect l="-702" t="-2538" b="-7614"/>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2D71BD2B-8FC2-960A-AF14-0AEE500FF707}"/>
              </a:ext>
            </a:extLst>
          </p:cNvPr>
          <p:cNvPicPr>
            <a:picLocks noChangeAspect="1"/>
          </p:cNvPicPr>
          <p:nvPr/>
        </p:nvPicPr>
        <p:blipFill>
          <a:blip r:embed="rId5"/>
          <a:stretch>
            <a:fillRect/>
          </a:stretch>
        </p:blipFill>
        <p:spPr>
          <a:xfrm>
            <a:off x="7443604" y="2323663"/>
            <a:ext cx="3767976" cy="646331"/>
          </a:xfrm>
          <a:prstGeom prst="rect">
            <a:avLst/>
          </a:prstGeom>
        </p:spPr>
      </p:pic>
      <p:pic>
        <p:nvPicPr>
          <p:cNvPr id="12" name="Picture 11">
            <a:extLst>
              <a:ext uri="{FF2B5EF4-FFF2-40B4-BE49-F238E27FC236}">
                <a16:creationId xmlns:a16="http://schemas.microsoft.com/office/drawing/2014/main" id="{7D6B3A1C-E365-3022-C7D3-9D40221857E2}"/>
              </a:ext>
            </a:extLst>
          </p:cNvPr>
          <p:cNvPicPr>
            <a:picLocks noChangeAspect="1"/>
          </p:cNvPicPr>
          <p:nvPr/>
        </p:nvPicPr>
        <p:blipFill>
          <a:blip r:embed="rId6"/>
          <a:stretch>
            <a:fillRect/>
          </a:stretch>
        </p:blipFill>
        <p:spPr>
          <a:xfrm>
            <a:off x="1139972" y="1724683"/>
            <a:ext cx="5315692" cy="3934374"/>
          </a:xfrm>
          <a:prstGeom prst="rect">
            <a:avLst/>
          </a:prstGeom>
        </p:spPr>
      </p:pic>
    </p:spTree>
    <p:extLst>
      <p:ext uri="{BB962C8B-B14F-4D97-AF65-F5344CB8AC3E}">
        <p14:creationId xmlns:p14="http://schemas.microsoft.com/office/powerpoint/2010/main" val="6516246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FFD0E28-9405-67AD-CCF3-9F40D6A6BB46}"/>
                  </a:ext>
                </a:extLst>
              </p:cNvPr>
              <p:cNvSpPr>
                <a:spLocks noGrp="1"/>
              </p:cNvSpPr>
              <p:nvPr>
                <p:ph type="title"/>
              </p:nvPr>
            </p:nvSpPr>
            <p:spPr>
              <a:xfrm>
                <a:off x="838200" y="365126"/>
                <a:ext cx="10515600" cy="635000"/>
              </a:xfrm>
            </p:spPr>
            <p:txBody>
              <a:bodyPr>
                <a:noAutofit/>
              </a:bodyPr>
              <a:lstStyle/>
              <a:p>
                <a:r>
                  <a:rPr lang="en-US" sz="2000" dirty="0"/>
                  <a:t>We see that the spread in nearest neighbor currents increases with decreasing </a:t>
                </a:r>
                <a14:m>
                  <m:oMath xmlns:m="http://schemas.openxmlformats.org/officeDocument/2006/math">
                    <m:r>
                      <a:rPr lang="en-US" sz="2000" b="0" i="1" smtClean="0">
                        <a:latin typeface="Cambria Math" panose="02040503050406030204" pitchFamily="18" charset="0"/>
                      </a:rPr>
                      <m:t>𝜂</m:t>
                    </m:r>
                  </m:oMath>
                </a14:m>
                <a:endParaRPr lang="en-US" sz="2000" dirty="0"/>
              </a:p>
            </p:txBody>
          </p:sp>
        </mc:Choice>
        <mc:Fallback xmlns="">
          <p:sp>
            <p:nvSpPr>
              <p:cNvPr id="2" name="Title 1">
                <a:extLst>
                  <a:ext uri="{FF2B5EF4-FFF2-40B4-BE49-F238E27FC236}">
                    <a16:creationId xmlns:a16="http://schemas.microsoft.com/office/drawing/2014/main" id="{DFFD0E28-9405-67AD-CCF3-9F40D6A6BB46}"/>
                  </a:ext>
                </a:extLst>
              </p:cNvPr>
              <p:cNvSpPr>
                <a:spLocks noGrp="1" noRot="1" noChangeAspect="1" noMove="1" noResize="1" noEditPoints="1" noAdjustHandles="1" noChangeArrowheads="1" noChangeShapeType="1" noTextEdit="1"/>
              </p:cNvSpPr>
              <p:nvPr>
                <p:ph type="title"/>
              </p:nvPr>
            </p:nvSpPr>
            <p:spPr>
              <a:xfrm>
                <a:off x="838200" y="365126"/>
                <a:ext cx="10515600" cy="635000"/>
              </a:xfrm>
              <a:blipFill>
                <a:blip r:embed="rId2"/>
                <a:stretch>
                  <a:fillRect l="-63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65DEF37-67BA-AD51-44C6-F2D8B76B373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5808EF9-1E98-C07A-54B5-7274361FAC5F}"/>
              </a:ext>
            </a:extLst>
          </p:cNvPr>
          <p:cNvSpPr>
            <a:spLocks noGrp="1"/>
          </p:cNvSpPr>
          <p:nvPr>
            <p:ph type="ftr" sz="quarter" idx="11"/>
          </p:nvPr>
        </p:nvSpPr>
        <p:spPr/>
        <p:txBody>
          <a:bodyPr/>
          <a:lstStyle/>
          <a:p>
            <a:r>
              <a:rPr lang="en-US" dirty="0"/>
              <a:t>Feb 6</a:t>
            </a:r>
          </a:p>
        </p:txBody>
      </p:sp>
      <p:sp>
        <p:nvSpPr>
          <p:cNvPr id="6" name="Slide Number Placeholder 5">
            <a:extLst>
              <a:ext uri="{FF2B5EF4-FFF2-40B4-BE49-F238E27FC236}">
                <a16:creationId xmlns:a16="http://schemas.microsoft.com/office/drawing/2014/main" id="{16AD5935-8397-9B41-74F2-3BD5C46C2A1D}"/>
              </a:ext>
            </a:extLst>
          </p:cNvPr>
          <p:cNvSpPr>
            <a:spLocks noGrp="1"/>
          </p:cNvSpPr>
          <p:nvPr>
            <p:ph type="sldNum" sz="quarter" idx="12"/>
          </p:nvPr>
        </p:nvSpPr>
        <p:spPr/>
        <p:txBody>
          <a:bodyPr/>
          <a:lstStyle/>
          <a:p>
            <a:fld id="{5D474BC6-09C9-4ED8-ADF6-087D6F25D5BC}" type="slidenum">
              <a:rPr lang="en-US" smtClean="0"/>
              <a:t>118</a:t>
            </a:fld>
            <a:endParaRPr lang="en-US"/>
          </a:p>
        </p:txBody>
      </p:sp>
      <p:pic>
        <p:nvPicPr>
          <p:cNvPr id="7" name="Picture 6">
            <a:extLst>
              <a:ext uri="{FF2B5EF4-FFF2-40B4-BE49-F238E27FC236}">
                <a16:creationId xmlns:a16="http://schemas.microsoft.com/office/drawing/2014/main" id="{4FC54FE0-6E83-9EA5-FFAB-B35E60EBEF47}"/>
              </a:ext>
            </a:extLst>
          </p:cNvPr>
          <p:cNvPicPr>
            <a:picLocks noChangeAspect="1"/>
          </p:cNvPicPr>
          <p:nvPr/>
        </p:nvPicPr>
        <p:blipFill>
          <a:blip r:embed="rId3"/>
          <a:stretch>
            <a:fillRect/>
          </a:stretch>
        </p:blipFill>
        <p:spPr>
          <a:xfrm>
            <a:off x="463338" y="1612278"/>
            <a:ext cx="3575262" cy="2594548"/>
          </a:xfrm>
          <a:prstGeom prst="rect">
            <a:avLst/>
          </a:prstGeom>
        </p:spPr>
      </p:pic>
      <p:pic>
        <p:nvPicPr>
          <p:cNvPr id="8" name="Picture 7">
            <a:extLst>
              <a:ext uri="{FF2B5EF4-FFF2-40B4-BE49-F238E27FC236}">
                <a16:creationId xmlns:a16="http://schemas.microsoft.com/office/drawing/2014/main" id="{1C34317D-9161-D501-4759-8476C656797C}"/>
              </a:ext>
            </a:extLst>
          </p:cNvPr>
          <p:cNvPicPr>
            <a:picLocks noChangeAspect="1"/>
          </p:cNvPicPr>
          <p:nvPr/>
        </p:nvPicPr>
        <p:blipFill>
          <a:blip r:embed="rId4"/>
          <a:stretch>
            <a:fillRect/>
          </a:stretch>
        </p:blipFill>
        <p:spPr>
          <a:xfrm>
            <a:off x="419546" y="4601758"/>
            <a:ext cx="3662846" cy="693720"/>
          </a:xfrm>
          <a:prstGeom prst="rect">
            <a:avLst/>
          </a:prstGeom>
        </p:spPr>
      </p:pic>
      <p:pic>
        <p:nvPicPr>
          <p:cNvPr id="9" name="Picture 8">
            <a:extLst>
              <a:ext uri="{FF2B5EF4-FFF2-40B4-BE49-F238E27FC236}">
                <a16:creationId xmlns:a16="http://schemas.microsoft.com/office/drawing/2014/main" id="{8B952166-3B20-5B9E-CAB2-73622CD43CC0}"/>
              </a:ext>
            </a:extLst>
          </p:cNvPr>
          <p:cNvPicPr>
            <a:picLocks noChangeAspect="1"/>
          </p:cNvPicPr>
          <p:nvPr/>
        </p:nvPicPr>
        <p:blipFill>
          <a:blip r:embed="rId5"/>
          <a:stretch>
            <a:fillRect/>
          </a:stretch>
        </p:blipFill>
        <p:spPr>
          <a:xfrm>
            <a:off x="4342978" y="1674341"/>
            <a:ext cx="3506044" cy="2532485"/>
          </a:xfrm>
          <a:prstGeom prst="rect">
            <a:avLst/>
          </a:prstGeom>
        </p:spPr>
      </p:pic>
      <p:pic>
        <p:nvPicPr>
          <p:cNvPr id="10" name="Picture 9">
            <a:extLst>
              <a:ext uri="{FF2B5EF4-FFF2-40B4-BE49-F238E27FC236}">
                <a16:creationId xmlns:a16="http://schemas.microsoft.com/office/drawing/2014/main" id="{4F43DE71-57CE-CFCA-1A50-8F09E94066F7}"/>
              </a:ext>
            </a:extLst>
          </p:cNvPr>
          <p:cNvPicPr>
            <a:picLocks noChangeAspect="1"/>
          </p:cNvPicPr>
          <p:nvPr/>
        </p:nvPicPr>
        <p:blipFill>
          <a:blip r:embed="rId6"/>
          <a:stretch>
            <a:fillRect/>
          </a:stretch>
        </p:blipFill>
        <p:spPr>
          <a:xfrm>
            <a:off x="4522321" y="4622512"/>
            <a:ext cx="3394275" cy="693720"/>
          </a:xfrm>
          <a:prstGeom prst="rect">
            <a:avLst/>
          </a:prstGeom>
        </p:spPr>
      </p:pic>
      <p:pic>
        <p:nvPicPr>
          <p:cNvPr id="11" name="Picture 10">
            <a:extLst>
              <a:ext uri="{FF2B5EF4-FFF2-40B4-BE49-F238E27FC236}">
                <a16:creationId xmlns:a16="http://schemas.microsoft.com/office/drawing/2014/main" id="{857C5ADE-4B35-0257-22E3-78A0FC6D2922}"/>
              </a:ext>
            </a:extLst>
          </p:cNvPr>
          <p:cNvPicPr>
            <a:picLocks noChangeAspect="1"/>
          </p:cNvPicPr>
          <p:nvPr/>
        </p:nvPicPr>
        <p:blipFill>
          <a:blip r:embed="rId7"/>
          <a:stretch>
            <a:fillRect/>
          </a:stretch>
        </p:blipFill>
        <p:spPr>
          <a:xfrm>
            <a:off x="8482100" y="4689222"/>
            <a:ext cx="3534347" cy="606256"/>
          </a:xfrm>
          <a:prstGeom prst="rect">
            <a:avLst/>
          </a:prstGeom>
        </p:spPr>
      </p:pic>
      <p:pic>
        <p:nvPicPr>
          <p:cNvPr id="12" name="Picture 11">
            <a:extLst>
              <a:ext uri="{FF2B5EF4-FFF2-40B4-BE49-F238E27FC236}">
                <a16:creationId xmlns:a16="http://schemas.microsoft.com/office/drawing/2014/main" id="{2306D171-9B94-C531-3568-7CEC07BAD81E}"/>
              </a:ext>
            </a:extLst>
          </p:cNvPr>
          <p:cNvPicPr>
            <a:picLocks noChangeAspect="1"/>
          </p:cNvPicPr>
          <p:nvPr/>
        </p:nvPicPr>
        <p:blipFill>
          <a:blip r:embed="rId8"/>
          <a:stretch>
            <a:fillRect/>
          </a:stretch>
        </p:blipFill>
        <p:spPr>
          <a:xfrm>
            <a:off x="8397716" y="1674341"/>
            <a:ext cx="3506044" cy="2594976"/>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B5CAF48-0E18-DDC5-85B8-442CA20F8D91}"/>
                  </a:ext>
                </a:extLst>
              </p:cNvPr>
              <p:cNvSpPr txBox="1"/>
              <p:nvPr/>
            </p:nvSpPr>
            <p:spPr>
              <a:xfrm>
                <a:off x="1799616" y="1193190"/>
                <a:ext cx="13035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=30</m:t>
                      </m:r>
                    </m:oMath>
                  </m:oMathPara>
                </a14:m>
                <a:endParaRPr lang="en-US" dirty="0"/>
              </a:p>
            </p:txBody>
          </p:sp>
        </mc:Choice>
        <mc:Fallback xmlns="">
          <p:sp>
            <p:nvSpPr>
              <p:cNvPr id="13" name="TextBox 12">
                <a:extLst>
                  <a:ext uri="{FF2B5EF4-FFF2-40B4-BE49-F238E27FC236}">
                    <a16:creationId xmlns:a16="http://schemas.microsoft.com/office/drawing/2014/main" id="{0B5CAF48-0E18-DDC5-85B8-442CA20F8D91}"/>
                  </a:ext>
                </a:extLst>
              </p:cNvPr>
              <p:cNvSpPr txBox="1">
                <a:spLocks noRot="1" noChangeAspect="1" noMove="1" noResize="1" noEditPoints="1" noAdjustHandles="1" noChangeArrowheads="1" noChangeShapeType="1" noTextEdit="1"/>
              </p:cNvSpPr>
              <p:nvPr/>
            </p:nvSpPr>
            <p:spPr>
              <a:xfrm>
                <a:off x="1799616" y="1193190"/>
                <a:ext cx="1303507" cy="369332"/>
              </a:xfrm>
              <a:prstGeom prst="rect">
                <a:avLst/>
              </a:prstGeom>
              <a:blipFill>
                <a:blip r:embed="rId9"/>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22FF170-43C1-0D85-1064-5615CA758001}"/>
                  </a:ext>
                </a:extLst>
              </p:cNvPr>
              <p:cNvSpPr txBox="1"/>
              <p:nvPr/>
            </p:nvSpPr>
            <p:spPr>
              <a:xfrm>
                <a:off x="5567704" y="1193190"/>
                <a:ext cx="13035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=5</m:t>
                      </m:r>
                    </m:oMath>
                  </m:oMathPara>
                </a14:m>
                <a:endParaRPr lang="en-US" dirty="0"/>
              </a:p>
            </p:txBody>
          </p:sp>
        </mc:Choice>
        <mc:Fallback xmlns="">
          <p:sp>
            <p:nvSpPr>
              <p:cNvPr id="14" name="TextBox 13">
                <a:extLst>
                  <a:ext uri="{FF2B5EF4-FFF2-40B4-BE49-F238E27FC236}">
                    <a16:creationId xmlns:a16="http://schemas.microsoft.com/office/drawing/2014/main" id="{E22FF170-43C1-0D85-1064-5615CA758001}"/>
                  </a:ext>
                </a:extLst>
              </p:cNvPr>
              <p:cNvSpPr txBox="1">
                <a:spLocks noRot="1" noChangeAspect="1" noMove="1" noResize="1" noEditPoints="1" noAdjustHandles="1" noChangeArrowheads="1" noChangeShapeType="1" noTextEdit="1"/>
              </p:cNvSpPr>
              <p:nvPr/>
            </p:nvSpPr>
            <p:spPr>
              <a:xfrm>
                <a:off x="5567704" y="1193190"/>
                <a:ext cx="1303507" cy="369332"/>
              </a:xfrm>
              <a:prstGeom prst="rect">
                <a:avLst/>
              </a:prstGeom>
              <a:blipFill>
                <a:blip r:embed="rId10"/>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79E8C00-2A62-9FCF-EFF6-FD297BC978FA}"/>
                  </a:ext>
                </a:extLst>
              </p:cNvPr>
              <p:cNvSpPr txBox="1"/>
              <p:nvPr/>
            </p:nvSpPr>
            <p:spPr>
              <a:xfrm>
                <a:off x="9597519" y="1193190"/>
                <a:ext cx="13035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15" name="TextBox 14">
                <a:extLst>
                  <a:ext uri="{FF2B5EF4-FFF2-40B4-BE49-F238E27FC236}">
                    <a16:creationId xmlns:a16="http://schemas.microsoft.com/office/drawing/2014/main" id="{B79E8C00-2A62-9FCF-EFF6-FD297BC978FA}"/>
                  </a:ext>
                </a:extLst>
              </p:cNvPr>
              <p:cNvSpPr txBox="1">
                <a:spLocks noRot="1" noChangeAspect="1" noMove="1" noResize="1" noEditPoints="1" noAdjustHandles="1" noChangeArrowheads="1" noChangeShapeType="1" noTextEdit="1"/>
              </p:cNvSpPr>
              <p:nvPr/>
            </p:nvSpPr>
            <p:spPr>
              <a:xfrm>
                <a:off x="9597519" y="1193190"/>
                <a:ext cx="1303507" cy="369332"/>
              </a:xfrm>
              <a:prstGeom prst="rect">
                <a:avLst/>
              </a:prstGeom>
              <a:blipFill>
                <a:blip r:embed="rId11"/>
                <a:stretch>
                  <a:fillRect b="-6667"/>
                </a:stretch>
              </a:blipFill>
            </p:spPr>
            <p:txBody>
              <a:bodyPr/>
              <a:lstStyle/>
              <a:p>
                <a:r>
                  <a:rPr lang="en-US">
                    <a:noFill/>
                  </a:rPr>
                  <a:t> </a:t>
                </a:r>
              </a:p>
            </p:txBody>
          </p:sp>
        </mc:Fallback>
      </mc:AlternateContent>
    </p:spTree>
    <p:extLst>
      <p:ext uri="{BB962C8B-B14F-4D97-AF65-F5344CB8AC3E}">
        <p14:creationId xmlns:p14="http://schemas.microsoft.com/office/powerpoint/2010/main" val="125706027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EE9612-592D-84F3-B1D8-E14DC9543AD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99E0A763-02AE-80A9-1882-869BAC4C9160}"/>
              </a:ext>
            </a:extLst>
          </p:cNvPr>
          <p:cNvSpPr>
            <a:spLocks noGrp="1"/>
          </p:cNvSpPr>
          <p:nvPr>
            <p:ph type="ftr" sz="quarter" idx="11"/>
          </p:nvPr>
        </p:nvSpPr>
        <p:spPr/>
        <p:txBody>
          <a:bodyPr/>
          <a:lstStyle/>
          <a:p>
            <a:r>
              <a:rPr lang="en-US" dirty="0"/>
              <a:t>Feb 6</a:t>
            </a:r>
          </a:p>
        </p:txBody>
      </p:sp>
      <p:sp>
        <p:nvSpPr>
          <p:cNvPr id="6" name="Slide Number Placeholder 5">
            <a:extLst>
              <a:ext uri="{FF2B5EF4-FFF2-40B4-BE49-F238E27FC236}">
                <a16:creationId xmlns:a16="http://schemas.microsoft.com/office/drawing/2014/main" id="{16781A07-25A8-7ACF-375E-23488FBB6DE8}"/>
              </a:ext>
            </a:extLst>
          </p:cNvPr>
          <p:cNvSpPr>
            <a:spLocks noGrp="1"/>
          </p:cNvSpPr>
          <p:nvPr>
            <p:ph type="sldNum" sz="quarter" idx="12"/>
          </p:nvPr>
        </p:nvSpPr>
        <p:spPr/>
        <p:txBody>
          <a:bodyPr/>
          <a:lstStyle/>
          <a:p>
            <a:fld id="{5D474BC6-09C9-4ED8-ADF6-087D6F25D5BC}" type="slidenum">
              <a:rPr lang="en-US" smtClean="0"/>
              <a:t>119</a:t>
            </a:fld>
            <a:endParaRPr lang="en-US"/>
          </a:p>
        </p:txBody>
      </p:sp>
      <p:sp>
        <p:nvSpPr>
          <p:cNvPr id="7" name="TextBox 6">
            <a:extLst>
              <a:ext uri="{FF2B5EF4-FFF2-40B4-BE49-F238E27FC236}">
                <a16:creationId xmlns:a16="http://schemas.microsoft.com/office/drawing/2014/main" id="{6B398D95-5C93-F349-90B0-14D774B09712}"/>
              </a:ext>
            </a:extLst>
          </p:cNvPr>
          <p:cNvSpPr txBox="1"/>
          <p:nvPr/>
        </p:nvSpPr>
        <p:spPr>
          <a:xfrm>
            <a:off x="1097280" y="436098"/>
            <a:ext cx="9495692" cy="369332"/>
          </a:xfrm>
          <a:prstGeom prst="rect">
            <a:avLst/>
          </a:prstGeom>
          <a:noFill/>
        </p:spPr>
        <p:txBody>
          <a:bodyPr wrap="square" rtlCol="0">
            <a:spAutoFit/>
          </a:bodyPr>
          <a:lstStyle/>
          <a:p>
            <a:r>
              <a:rPr lang="en-US" dirty="0"/>
              <a:t>New: Chebyshev points, and curvature penalty/ second difference penalty</a:t>
            </a:r>
          </a:p>
        </p:txBody>
      </p:sp>
      <p:pic>
        <p:nvPicPr>
          <p:cNvPr id="9" name="Picture 8">
            <a:extLst>
              <a:ext uri="{FF2B5EF4-FFF2-40B4-BE49-F238E27FC236}">
                <a16:creationId xmlns:a16="http://schemas.microsoft.com/office/drawing/2014/main" id="{79B3157E-57A2-159C-A927-7C17D5230A94}"/>
              </a:ext>
            </a:extLst>
          </p:cNvPr>
          <p:cNvPicPr>
            <a:picLocks noChangeAspect="1"/>
          </p:cNvPicPr>
          <p:nvPr/>
        </p:nvPicPr>
        <p:blipFill>
          <a:blip r:embed="rId2"/>
          <a:stretch>
            <a:fillRect/>
          </a:stretch>
        </p:blipFill>
        <p:spPr>
          <a:xfrm>
            <a:off x="2209800" y="1208833"/>
            <a:ext cx="7916380" cy="1581371"/>
          </a:xfrm>
          <a:prstGeom prst="rect">
            <a:avLst/>
          </a:prstGeom>
        </p:spPr>
      </p:pic>
      <p:sp>
        <p:nvSpPr>
          <p:cNvPr id="10" name="TextBox 9">
            <a:extLst>
              <a:ext uri="{FF2B5EF4-FFF2-40B4-BE49-F238E27FC236}">
                <a16:creationId xmlns:a16="http://schemas.microsoft.com/office/drawing/2014/main" id="{4E89B519-9015-4C91-64C3-E6FCEC5E487E}"/>
              </a:ext>
            </a:extLst>
          </p:cNvPr>
          <p:cNvSpPr txBox="1"/>
          <p:nvPr/>
        </p:nvSpPr>
        <p:spPr>
          <a:xfrm>
            <a:off x="3581400" y="3090093"/>
            <a:ext cx="6087580" cy="369332"/>
          </a:xfrm>
          <a:prstGeom prst="rect">
            <a:avLst/>
          </a:prstGeom>
          <a:noFill/>
        </p:spPr>
        <p:txBody>
          <a:bodyPr wrap="square" rtlCol="0">
            <a:spAutoFit/>
          </a:bodyPr>
          <a:lstStyle/>
          <a:p>
            <a:r>
              <a:rPr lang="en-US" dirty="0"/>
              <a:t>Example: Chebyshev points distribution for 25 points </a:t>
            </a:r>
          </a:p>
        </p:txBody>
      </p:sp>
      <p:sp>
        <p:nvSpPr>
          <p:cNvPr id="12" name="TextBox 11">
            <a:extLst>
              <a:ext uri="{FF2B5EF4-FFF2-40B4-BE49-F238E27FC236}">
                <a16:creationId xmlns:a16="http://schemas.microsoft.com/office/drawing/2014/main" id="{C6866E1E-2A9A-C112-B0B5-BFE990DF9BCA}"/>
              </a:ext>
            </a:extLst>
          </p:cNvPr>
          <p:cNvSpPr txBox="1"/>
          <p:nvPr/>
        </p:nvSpPr>
        <p:spPr>
          <a:xfrm>
            <a:off x="1336431" y="4002244"/>
            <a:ext cx="2982351" cy="646331"/>
          </a:xfrm>
          <a:prstGeom prst="rect">
            <a:avLst/>
          </a:prstGeom>
          <a:noFill/>
        </p:spPr>
        <p:txBody>
          <a:bodyPr wrap="square" rtlCol="0">
            <a:spAutoFit/>
          </a:bodyPr>
          <a:lstStyle/>
          <a:p>
            <a:r>
              <a:rPr lang="en-US" dirty="0"/>
              <a:t>Second difference penalty (D2 penalty)</a:t>
            </a:r>
          </a:p>
        </p:txBody>
      </p:sp>
      <p:pic>
        <p:nvPicPr>
          <p:cNvPr id="16" name="Picture 15">
            <a:extLst>
              <a:ext uri="{FF2B5EF4-FFF2-40B4-BE49-F238E27FC236}">
                <a16:creationId xmlns:a16="http://schemas.microsoft.com/office/drawing/2014/main" id="{C7FF6804-61CE-6123-AD0E-85F85B382C31}"/>
              </a:ext>
            </a:extLst>
          </p:cNvPr>
          <p:cNvPicPr>
            <a:picLocks noChangeAspect="1"/>
          </p:cNvPicPr>
          <p:nvPr/>
        </p:nvPicPr>
        <p:blipFill>
          <a:blip r:embed="rId3"/>
          <a:stretch>
            <a:fillRect/>
          </a:stretch>
        </p:blipFill>
        <p:spPr>
          <a:xfrm>
            <a:off x="4839069" y="3915777"/>
            <a:ext cx="5753903" cy="819264"/>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B6B931E-1B18-9B2F-D00E-CA19C9DE21C6}"/>
                  </a:ext>
                </a:extLst>
              </p:cNvPr>
              <p:cNvSpPr txBox="1"/>
              <p:nvPr/>
            </p:nvSpPr>
            <p:spPr>
              <a:xfrm>
                <a:off x="3784209" y="5008098"/>
                <a:ext cx="6977576" cy="369332"/>
              </a:xfrm>
              <a:prstGeom prst="rect">
                <a:avLst/>
              </a:prstGeom>
              <a:noFill/>
            </p:spPr>
            <p:txBody>
              <a:bodyPr wrap="square" rtlCol="0">
                <a:spAutoFit/>
              </a:bodyPr>
              <a:lstStyle/>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𝐼</m:t>
                    </m:r>
                    <m:r>
                      <a:rPr lang="en-US" b="0" i="1" smtClean="0">
                        <a:latin typeface="Cambria Math" panose="02040503050406030204" pitchFamily="18" charset="0"/>
                      </a:rPr>
                      <m:t> </m:t>
                    </m:r>
                  </m:oMath>
                </a14:m>
                <a:r>
                  <a:rPr lang="en-US" dirty="0"/>
                  <a:t> is the second difference in currents</a:t>
                </a:r>
              </a:p>
            </p:txBody>
          </p:sp>
        </mc:Choice>
        <mc:Fallback xmlns="">
          <p:sp>
            <p:nvSpPr>
              <p:cNvPr id="17" name="TextBox 16">
                <a:extLst>
                  <a:ext uri="{FF2B5EF4-FFF2-40B4-BE49-F238E27FC236}">
                    <a16:creationId xmlns:a16="http://schemas.microsoft.com/office/drawing/2014/main" id="{1B6B931E-1B18-9B2F-D00E-CA19C9DE21C6}"/>
                  </a:ext>
                </a:extLst>
              </p:cNvPr>
              <p:cNvSpPr txBox="1">
                <a:spLocks noRot="1" noChangeAspect="1" noMove="1" noResize="1" noEditPoints="1" noAdjustHandles="1" noChangeArrowheads="1" noChangeShapeType="1" noTextEdit="1"/>
              </p:cNvSpPr>
              <p:nvPr/>
            </p:nvSpPr>
            <p:spPr>
              <a:xfrm>
                <a:off x="3784209" y="5008098"/>
                <a:ext cx="6977576" cy="369332"/>
              </a:xfrm>
              <a:prstGeom prst="rect">
                <a:avLst/>
              </a:prstGeom>
              <a:blipFill>
                <a:blip r:embed="rId4"/>
                <a:stretch>
                  <a:fillRect l="-787" t="-8333" b="-28333"/>
                </a:stretch>
              </a:blipFill>
            </p:spPr>
            <p:txBody>
              <a:bodyPr/>
              <a:lstStyle/>
              <a:p>
                <a:r>
                  <a:rPr lang="en-US">
                    <a:noFill/>
                  </a:rPr>
                  <a:t> </a:t>
                </a:r>
              </a:p>
            </p:txBody>
          </p:sp>
        </mc:Fallback>
      </mc:AlternateContent>
    </p:spTree>
    <p:extLst>
      <p:ext uri="{BB962C8B-B14F-4D97-AF65-F5344CB8AC3E}">
        <p14:creationId xmlns:p14="http://schemas.microsoft.com/office/powerpoint/2010/main" val="335968506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E81E6-6427-4A38-0221-BD6DB225BE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FB99881-2AB8-F9FE-016B-1FB498974BD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6436A2C-34D2-B505-B64D-A39FD20A4286}"/>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4FF5E5C5-8DC8-5A97-7DBF-6A41E5E0C2CF}"/>
              </a:ext>
            </a:extLst>
          </p:cNvPr>
          <p:cNvSpPr>
            <a:spLocks noGrp="1"/>
          </p:cNvSpPr>
          <p:nvPr>
            <p:ph type="sldNum" sz="quarter" idx="12"/>
          </p:nvPr>
        </p:nvSpPr>
        <p:spPr/>
        <p:txBody>
          <a:bodyPr/>
          <a:lstStyle/>
          <a:p>
            <a:fld id="{5D474BC6-09C9-4ED8-ADF6-087D6F25D5BC}" type="slidenum">
              <a:rPr lang="en-US" smtClean="0"/>
              <a:t>120</a:t>
            </a:fld>
            <a:endParaRPr lang="en-US"/>
          </a:p>
        </p:txBody>
      </p:sp>
      <p:sp>
        <p:nvSpPr>
          <p:cNvPr id="9" name="TextBox 8">
            <a:extLst>
              <a:ext uri="{FF2B5EF4-FFF2-40B4-BE49-F238E27FC236}">
                <a16:creationId xmlns:a16="http://schemas.microsoft.com/office/drawing/2014/main" id="{099252EB-3224-0A58-DC91-CD2ADE5B3ACD}"/>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9CCFEF7-6F0C-84FB-5559-6DCB41D676EF}"/>
                  </a:ext>
                </a:extLst>
              </p:cNvPr>
              <p:cNvSpPr txBox="1"/>
              <p:nvPr/>
            </p:nvSpPr>
            <p:spPr>
              <a:xfrm>
                <a:off x="918972" y="1098246"/>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09CCFEF7-6F0C-84FB-5559-6DCB41D676EF}"/>
                  </a:ext>
                </a:extLst>
              </p:cNvPr>
              <p:cNvSpPr txBox="1">
                <a:spLocks noRot="1" noChangeAspect="1" noMove="1" noResize="1" noEditPoints="1" noAdjustHandles="1" noChangeArrowheads="1" noChangeShapeType="1" noTextEdit="1"/>
              </p:cNvSpPr>
              <p:nvPr/>
            </p:nvSpPr>
            <p:spPr>
              <a:xfrm>
                <a:off x="918972" y="1098246"/>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8F7981A-AA93-D8E0-DB3F-5EB8619A74D5}"/>
                  </a:ext>
                </a:extLst>
              </p:cNvPr>
              <p:cNvSpPr txBox="1"/>
              <p:nvPr/>
            </p:nvSpPr>
            <p:spPr>
              <a:xfrm>
                <a:off x="2732706" y="1135981"/>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68F7981A-AA93-D8E0-DB3F-5EB8619A74D5}"/>
                  </a:ext>
                </a:extLst>
              </p:cNvPr>
              <p:cNvSpPr txBox="1">
                <a:spLocks noRot="1" noChangeAspect="1" noMove="1" noResize="1" noEditPoints="1" noAdjustHandles="1" noChangeArrowheads="1" noChangeShapeType="1" noTextEdit="1"/>
              </p:cNvSpPr>
              <p:nvPr/>
            </p:nvSpPr>
            <p:spPr>
              <a:xfrm>
                <a:off x="2732706" y="1135981"/>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65F5BB9-15BE-938B-C861-EE193F1E919A}"/>
              </a:ext>
            </a:extLst>
          </p:cNvPr>
          <p:cNvSpPr txBox="1"/>
          <p:nvPr/>
        </p:nvSpPr>
        <p:spPr>
          <a:xfrm>
            <a:off x="4430094" y="1064588"/>
            <a:ext cx="3694176" cy="369332"/>
          </a:xfrm>
          <a:prstGeom prst="rect">
            <a:avLst/>
          </a:prstGeom>
          <a:noFill/>
        </p:spPr>
        <p:txBody>
          <a:bodyPr wrap="square" rtlCol="0">
            <a:spAutoFit/>
          </a:bodyPr>
          <a:lstStyle/>
          <a:p>
            <a:r>
              <a:rPr lang="en-US" dirty="0"/>
              <a:t>the curvature penalty factor</a:t>
            </a:r>
          </a:p>
        </p:txBody>
      </p:sp>
      <p:pic>
        <p:nvPicPr>
          <p:cNvPr id="10" name="Picture 9">
            <a:extLst>
              <a:ext uri="{FF2B5EF4-FFF2-40B4-BE49-F238E27FC236}">
                <a16:creationId xmlns:a16="http://schemas.microsoft.com/office/drawing/2014/main" id="{E4A559F7-F54F-EFF3-DC4B-F1B5FCBA50A1}"/>
              </a:ext>
            </a:extLst>
          </p:cNvPr>
          <p:cNvPicPr>
            <a:picLocks noChangeAspect="1"/>
          </p:cNvPicPr>
          <p:nvPr/>
        </p:nvPicPr>
        <p:blipFill>
          <a:blip r:embed="rId5"/>
          <a:stretch>
            <a:fillRect/>
          </a:stretch>
        </p:blipFill>
        <p:spPr>
          <a:xfrm>
            <a:off x="0" y="1452292"/>
            <a:ext cx="6115904" cy="4715533"/>
          </a:xfrm>
          <a:prstGeom prst="rect">
            <a:avLst/>
          </a:prstGeom>
        </p:spPr>
      </p:pic>
      <p:pic>
        <p:nvPicPr>
          <p:cNvPr id="12" name="Picture 11">
            <a:extLst>
              <a:ext uri="{FF2B5EF4-FFF2-40B4-BE49-F238E27FC236}">
                <a16:creationId xmlns:a16="http://schemas.microsoft.com/office/drawing/2014/main" id="{C955871F-1958-8CE8-1E02-5BAA327832D7}"/>
              </a:ext>
            </a:extLst>
          </p:cNvPr>
          <p:cNvPicPr>
            <a:picLocks noChangeAspect="1"/>
          </p:cNvPicPr>
          <p:nvPr/>
        </p:nvPicPr>
        <p:blipFill>
          <a:blip r:embed="rId6"/>
          <a:stretch>
            <a:fillRect/>
          </a:stretch>
        </p:blipFill>
        <p:spPr>
          <a:xfrm>
            <a:off x="6115904" y="1488074"/>
            <a:ext cx="5526628" cy="4292695"/>
          </a:xfrm>
          <a:prstGeom prst="rect">
            <a:avLst/>
          </a:prstGeom>
        </p:spPr>
      </p:pic>
      <p:pic>
        <p:nvPicPr>
          <p:cNvPr id="14" name="Picture 13">
            <a:extLst>
              <a:ext uri="{FF2B5EF4-FFF2-40B4-BE49-F238E27FC236}">
                <a16:creationId xmlns:a16="http://schemas.microsoft.com/office/drawing/2014/main" id="{51937991-75CA-CE13-A056-13D42F89F873}"/>
              </a:ext>
            </a:extLst>
          </p:cNvPr>
          <p:cNvPicPr>
            <a:picLocks noChangeAspect="1"/>
          </p:cNvPicPr>
          <p:nvPr/>
        </p:nvPicPr>
        <p:blipFill>
          <a:blip r:embed="rId7"/>
          <a:stretch>
            <a:fillRect/>
          </a:stretch>
        </p:blipFill>
        <p:spPr>
          <a:xfrm>
            <a:off x="6857679" y="5969294"/>
            <a:ext cx="4591691" cy="352474"/>
          </a:xfrm>
          <a:prstGeom prst="rect">
            <a:avLst/>
          </a:prstGeom>
        </p:spPr>
      </p:pic>
      <p:pic>
        <p:nvPicPr>
          <p:cNvPr id="2" name="Picture 1">
            <a:extLst>
              <a:ext uri="{FF2B5EF4-FFF2-40B4-BE49-F238E27FC236}">
                <a16:creationId xmlns:a16="http://schemas.microsoft.com/office/drawing/2014/main" id="{03EA94DA-9E26-869B-B661-E5DB276A60E1}"/>
              </a:ext>
            </a:extLst>
          </p:cNvPr>
          <p:cNvPicPr>
            <a:picLocks noChangeAspect="1"/>
          </p:cNvPicPr>
          <p:nvPr/>
        </p:nvPicPr>
        <p:blipFill>
          <a:blip r:embed="rId8"/>
          <a:stretch>
            <a:fillRect/>
          </a:stretch>
        </p:blipFill>
        <p:spPr>
          <a:xfrm>
            <a:off x="7816693" y="1002423"/>
            <a:ext cx="3285201" cy="467760"/>
          </a:xfrm>
          <a:prstGeom prst="rect">
            <a:avLst/>
          </a:prstGeom>
        </p:spPr>
      </p:pic>
    </p:spTree>
    <p:extLst>
      <p:ext uri="{BB962C8B-B14F-4D97-AF65-F5344CB8AC3E}">
        <p14:creationId xmlns:p14="http://schemas.microsoft.com/office/powerpoint/2010/main" val="12367401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2D245-4C56-F425-9AFE-D14B770D7D8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8E7933B-E45B-D171-B890-D689F52A2E7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CE4AAAF-EE43-7726-5974-E1227BA0038B}"/>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1E77A446-CB36-5625-6626-070178EEDF3D}"/>
              </a:ext>
            </a:extLst>
          </p:cNvPr>
          <p:cNvSpPr>
            <a:spLocks noGrp="1"/>
          </p:cNvSpPr>
          <p:nvPr>
            <p:ph type="sldNum" sz="quarter" idx="12"/>
          </p:nvPr>
        </p:nvSpPr>
        <p:spPr/>
        <p:txBody>
          <a:bodyPr/>
          <a:lstStyle/>
          <a:p>
            <a:fld id="{5D474BC6-09C9-4ED8-ADF6-087D6F25D5BC}" type="slidenum">
              <a:rPr lang="en-US" smtClean="0"/>
              <a:t>121</a:t>
            </a:fld>
            <a:endParaRPr lang="en-US"/>
          </a:p>
        </p:txBody>
      </p:sp>
      <p:sp>
        <p:nvSpPr>
          <p:cNvPr id="9" name="TextBox 8">
            <a:extLst>
              <a:ext uri="{FF2B5EF4-FFF2-40B4-BE49-F238E27FC236}">
                <a16:creationId xmlns:a16="http://schemas.microsoft.com/office/drawing/2014/main" id="{95EA9B88-E687-A0AB-538C-7B5FF963548C}"/>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D61D6A-3F07-9608-3D3D-4B59D78CC64B}"/>
                  </a:ext>
                </a:extLst>
              </p:cNvPr>
              <p:cNvSpPr txBox="1"/>
              <p:nvPr/>
            </p:nvSpPr>
            <p:spPr>
              <a:xfrm>
                <a:off x="722219" y="1286127"/>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CFD61D6A-3F07-9608-3D3D-4B59D78CC64B}"/>
                  </a:ext>
                </a:extLst>
              </p:cNvPr>
              <p:cNvSpPr txBox="1">
                <a:spLocks noRot="1" noChangeAspect="1" noMove="1" noResize="1" noEditPoints="1" noAdjustHandles="1" noChangeArrowheads="1" noChangeShapeType="1" noTextEdit="1"/>
              </p:cNvSpPr>
              <p:nvPr/>
            </p:nvSpPr>
            <p:spPr>
              <a:xfrm>
                <a:off x="722219" y="1286127"/>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39B34A-CC51-73A0-CFF3-11BC0638A2F6}"/>
                  </a:ext>
                </a:extLst>
              </p:cNvPr>
              <p:cNvSpPr txBox="1"/>
              <p:nvPr/>
            </p:nvSpPr>
            <p:spPr>
              <a:xfrm>
                <a:off x="2600484" y="1309331"/>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4839B34A-CC51-73A0-CFF3-11BC0638A2F6}"/>
                  </a:ext>
                </a:extLst>
              </p:cNvPr>
              <p:cNvSpPr txBox="1">
                <a:spLocks noRot="1" noChangeAspect="1" noMove="1" noResize="1" noEditPoints="1" noAdjustHandles="1" noChangeArrowheads="1" noChangeShapeType="1" noTextEdit="1"/>
              </p:cNvSpPr>
              <p:nvPr/>
            </p:nvSpPr>
            <p:spPr>
              <a:xfrm>
                <a:off x="2600484" y="1309331"/>
                <a:ext cx="1697388" cy="276999"/>
              </a:xfrm>
              <a:prstGeom prst="rect">
                <a:avLst/>
              </a:prstGeom>
              <a:blipFill>
                <a:blip r:embed="rId3"/>
                <a:stretch>
                  <a:fillRect l="-3237" t="-2222" r="-5036" b="-3555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CAF7EE9-A213-07E3-6A3F-3450A1EA04EA}"/>
              </a:ext>
            </a:extLst>
          </p:cNvPr>
          <p:cNvSpPr txBox="1"/>
          <p:nvPr/>
        </p:nvSpPr>
        <p:spPr>
          <a:xfrm>
            <a:off x="4459224" y="1255041"/>
            <a:ext cx="3694176" cy="369332"/>
          </a:xfrm>
          <a:prstGeom prst="rect">
            <a:avLst/>
          </a:prstGeom>
          <a:noFill/>
        </p:spPr>
        <p:txBody>
          <a:bodyPr wrap="square" rtlCol="0">
            <a:spAutoFit/>
          </a:bodyPr>
          <a:lstStyle/>
          <a:p>
            <a:r>
              <a:rPr lang="en-US" dirty="0"/>
              <a:t>the curvature penalty factor</a:t>
            </a:r>
          </a:p>
        </p:txBody>
      </p:sp>
      <p:pic>
        <p:nvPicPr>
          <p:cNvPr id="11" name="Picture 10">
            <a:extLst>
              <a:ext uri="{FF2B5EF4-FFF2-40B4-BE49-F238E27FC236}">
                <a16:creationId xmlns:a16="http://schemas.microsoft.com/office/drawing/2014/main" id="{BBAA5AE8-F6A4-1EEA-0053-CCF1C8CCF58A}"/>
              </a:ext>
            </a:extLst>
          </p:cNvPr>
          <p:cNvPicPr>
            <a:picLocks noChangeAspect="1"/>
          </p:cNvPicPr>
          <p:nvPr/>
        </p:nvPicPr>
        <p:blipFill>
          <a:blip r:embed="rId4"/>
          <a:stretch>
            <a:fillRect/>
          </a:stretch>
        </p:blipFill>
        <p:spPr>
          <a:xfrm>
            <a:off x="685800" y="1825286"/>
            <a:ext cx="4905123" cy="3800164"/>
          </a:xfrm>
          <a:prstGeom prst="rect">
            <a:avLst/>
          </a:prstGeom>
        </p:spPr>
      </p:pic>
      <p:pic>
        <p:nvPicPr>
          <p:cNvPr id="15" name="Picture 14">
            <a:extLst>
              <a:ext uri="{FF2B5EF4-FFF2-40B4-BE49-F238E27FC236}">
                <a16:creationId xmlns:a16="http://schemas.microsoft.com/office/drawing/2014/main" id="{A485AB9C-FB4F-13AF-DEF3-45E04207A458}"/>
              </a:ext>
            </a:extLst>
          </p:cNvPr>
          <p:cNvPicPr>
            <a:picLocks noChangeAspect="1"/>
          </p:cNvPicPr>
          <p:nvPr/>
        </p:nvPicPr>
        <p:blipFill>
          <a:blip r:embed="rId5"/>
          <a:stretch>
            <a:fillRect/>
          </a:stretch>
        </p:blipFill>
        <p:spPr>
          <a:xfrm>
            <a:off x="5845746" y="1598933"/>
            <a:ext cx="5529707" cy="4306394"/>
          </a:xfrm>
          <a:prstGeom prst="rect">
            <a:avLst/>
          </a:prstGeom>
        </p:spPr>
      </p:pic>
      <p:pic>
        <p:nvPicPr>
          <p:cNvPr id="2" name="Picture 1">
            <a:extLst>
              <a:ext uri="{FF2B5EF4-FFF2-40B4-BE49-F238E27FC236}">
                <a16:creationId xmlns:a16="http://schemas.microsoft.com/office/drawing/2014/main" id="{4F308CED-BFAB-2BD4-17BC-95A92FD5401D}"/>
              </a:ext>
            </a:extLst>
          </p:cNvPr>
          <p:cNvPicPr>
            <a:picLocks noChangeAspect="1"/>
          </p:cNvPicPr>
          <p:nvPr/>
        </p:nvPicPr>
        <p:blipFill>
          <a:blip r:embed="rId6"/>
          <a:stretch>
            <a:fillRect/>
          </a:stretch>
        </p:blipFill>
        <p:spPr>
          <a:xfrm>
            <a:off x="7534115" y="1013051"/>
            <a:ext cx="4114801" cy="585882"/>
          </a:xfrm>
          <a:prstGeom prst="rect">
            <a:avLst/>
          </a:prstGeom>
        </p:spPr>
      </p:pic>
    </p:spTree>
    <p:extLst>
      <p:ext uri="{BB962C8B-B14F-4D97-AF65-F5344CB8AC3E}">
        <p14:creationId xmlns:p14="http://schemas.microsoft.com/office/powerpoint/2010/main" val="3807389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E290A-07F0-F2D1-7A4E-8C8197224CE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AA872AE-C102-7C26-2F30-EAB4B8251B1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C4C3EE9-3D22-A201-05E8-C2D5DFD98206}"/>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6BCFF8BE-806C-51EE-524B-D89AB6CD79FF}"/>
              </a:ext>
            </a:extLst>
          </p:cNvPr>
          <p:cNvSpPr>
            <a:spLocks noGrp="1"/>
          </p:cNvSpPr>
          <p:nvPr>
            <p:ph type="sldNum" sz="quarter" idx="12"/>
          </p:nvPr>
        </p:nvSpPr>
        <p:spPr/>
        <p:txBody>
          <a:bodyPr/>
          <a:lstStyle/>
          <a:p>
            <a:fld id="{5D474BC6-09C9-4ED8-ADF6-087D6F25D5BC}" type="slidenum">
              <a:rPr lang="en-US" smtClean="0"/>
              <a:t>122</a:t>
            </a:fld>
            <a:endParaRPr lang="en-US"/>
          </a:p>
        </p:txBody>
      </p:sp>
      <p:sp>
        <p:nvSpPr>
          <p:cNvPr id="9" name="TextBox 8">
            <a:extLst>
              <a:ext uri="{FF2B5EF4-FFF2-40B4-BE49-F238E27FC236}">
                <a16:creationId xmlns:a16="http://schemas.microsoft.com/office/drawing/2014/main" id="{B0FACFED-6CD4-F5E8-885A-E8F5A489D792}"/>
              </a:ext>
            </a:extLst>
          </p:cNvPr>
          <p:cNvSpPr txBox="1"/>
          <p:nvPr/>
        </p:nvSpPr>
        <p:spPr>
          <a:xfrm>
            <a:off x="685800" y="448056"/>
            <a:ext cx="10177272" cy="646331"/>
          </a:xfrm>
          <a:prstGeom prst="rect">
            <a:avLst/>
          </a:prstGeom>
          <a:noFill/>
        </p:spPr>
        <p:txBody>
          <a:bodyPr wrap="square" rtlCol="0">
            <a:spAutoFit/>
          </a:bodyPr>
          <a:lstStyle/>
          <a:p>
            <a:r>
              <a:rPr lang="en-US" b="1" dirty="0"/>
              <a:t>For n = 111 coils, from – 2.5 to 2.5 m with zero side coils; a comparison of random and Chebyshev points using Dr Slocum’s code</a:t>
            </a:r>
          </a:p>
        </p:txBody>
      </p:sp>
      <p:pic>
        <p:nvPicPr>
          <p:cNvPr id="11" name="Picture 10">
            <a:extLst>
              <a:ext uri="{FF2B5EF4-FFF2-40B4-BE49-F238E27FC236}">
                <a16:creationId xmlns:a16="http://schemas.microsoft.com/office/drawing/2014/main" id="{612F28BA-B28B-7260-56EB-EE4C3B4A481D}"/>
              </a:ext>
            </a:extLst>
          </p:cNvPr>
          <p:cNvPicPr>
            <a:picLocks noChangeAspect="1"/>
          </p:cNvPicPr>
          <p:nvPr/>
        </p:nvPicPr>
        <p:blipFill>
          <a:blip r:embed="rId3"/>
          <a:srcRect b="3103"/>
          <a:stretch>
            <a:fillRect/>
          </a:stretch>
        </p:blipFill>
        <p:spPr>
          <a:xfrm>
            <a:off x="1541791" y="1339630"/>
            <a:ext cx="9419755" cy="4178740"/>
          </a:xfrm>
          <a:prstGeom prst="rect">
            <a:avLst/>
          </a:prstGeom>
        </p:spPr>
      </p:pic>
    </p:spTree>
    <p:extLst>
      <p:ext uri="{BB962C8B-B14F-4D97-AF65-F5344CB8AC3E}">
        <p14:creationId xmlns:p14="http://schemas.microsoft.com/office/powerpoint/2010/main" val="193722946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2B91F-4718-751B-5E77-E1BF8F8EF65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AD20C8E-B57F-8472-AD43-48F73F0B27E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42B7897-086F-3178-E56F-7891BDCFEEA0}"/>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CFF15C8E-C0A3-9953-ADDA-928314849CA7}"/>
              </a:ext>
            </a:extLst>
          </p:cNvPr>
          <p:cNvSpPr>
            <a:spLocks noGrp="1"/>
          </p:cNvSpPr>
          <p:nvPr>
            <p:ph type="sldNum" sz="quarter" idx="12"/>
          </p:nvPr>
        </p:nvSpPr>
        <p:spPr/>
        <p:txBody>
          <a:bodyPr/>
          <a:lstStyle/>
          <a:p>
            <a:fld id="{5D474BC6-09C9-4ED8-ADF6-087D6F25D5BC}" type="slidenum">
              <a:rPr lang="en-US" smtClean="0"/>
              <a:t>123</a:t>
            </a:fld>
            <a:endParaRPr lang="en-US"/>
          </a:p>
        </p:txBody>
      </p:sp>
      <p:sp>
        <p:nvSpPr>
          <p:cNvPr id="9" name="TextBox 8">
            <a:extLst>
              <a:ext uri="{FF2B5EF4-FFF2-40B4-BE49-F238E27FC236}">
                <a16:creationId xmlns:a16="http://schemas.microsoft.com/office/drawing/2014/main" id="{7DFE0196-FB9A-967D-47E3-57C87F5EBE16}"/>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uniform distribution + D2 penalty + weight function)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6F47FC8-CD89-322A-C9E8-16383D759D91}"/>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D6F47FC8-CD89-322A-C9E8-16383D759D91}"/>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EA3A02-AF93-06EC-D945-4089C5394D57}"/>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CBEA3A02-AF93-06EC-D945-4089C5394D57}"/>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2372B6CF-5DC6-6F4E-46D6-5C288F82ED7E}"/>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spTree>
    <p:extLst>
      <p:ext uri="{BB962C8B-B14F-4D97-AF65-F5344CB8AC3E}">
        <p14:creationId xmlns:p14="http://schemas.microsoft.com/office/powerpoint/2010/main" val="232361979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1491-F617-6E79-C2D8-D62BFD36D7A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0E11F4-E08A-10C0-1630-FD42879B9F9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B85C474-FB2F-DE68-FC4D-E66C74380B61}"/>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4513F567-9CD5-0CD4-8C82-6B1A362FCFCD}"/>
              </a:ext>
            </a:extLst>
          </p:cNvPr>
          <p:cNvSpPr>
            <a:spLocks noGrp="1"/>
          </p:cNvSpPr>
          <p:nvPr>
            <p:ph type="sldNum" sz="quarter" idx="12"/>
          </p:nvPr>
        </p:nvSpPr>
        <p:spPr/>
        <p:txBody>
          <a:bodyPr/>
          <a:lstStyle/>
          <a:p>
            <a:fld id="{5D474BC6-09C9-4ED8-ADF6-087D6F25D5BC}" type="slidenum">
              <a:rPr lang="en-US" smtClean="0"/>
              <a:t>124</a:t>
            </a:fld>
            <a:endParaRPr lang="en-US"/>
          </a:p>
        </p:txBody>
      </p:sp>
      <p:sp>
        <p:nvSpPr>
          <p:cNvPr id="9" name="TextBox 8">
            <a:extLst>
              <a:ext uri="{FF2B5EF4-FFF2-40B4-BE49-F238E27FC236}">
                <a16:creationId xmlns:a16="http://schemas.microsoft.com/office/drawing/2014/main" id="{46F2F058-FD44-AFB1-50DB-67FB3E10CC4A}"/>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uniform distribution + D2 penalty +  NO weight function)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6136CDD-253C-60D3-66C4-94D5BFAE3982}"/>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A6136CDD-253C-60D3-66C4-94D5BFAE3982}"/>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221A840-7317-3563-4079-3473EF835726}"/>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E221A840-7317-3563-4079-3473EF835726}"/>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EB395A3-0321-2684-C477-51CF3B76DC4D}"/>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spTree>
    <p:extLst>
      <p:ext uri="{BB962C8B-B14F-4D97-AF65-F5344CB8AC3E}">
        <p14:creationId xmlns:p14="http://schemas.microsoft.com/office/powerpoint/2010/main" val="178203551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3CCEF-D289-C6A5-1EC2-A8D3D959949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42CF881-F990-9AB1-733A-A47B3D69156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EAFF474D-F8F6-21DA-9BB9-F7EAF65FF946}"/>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AD40C253-35D8-F954-C816-930DDC1C4471}"/>
              </a:ext>
            </a:extLst>
          </p:cNvPr>
          <p:cNvSpPr>
            <a:spLocks noGrp="1"/>
          </p:cNvSpPr>
          <p:nvPr>
            <p:ph type="sldNum" sz="quarter" idx="12"/>
          </p:nvPr>
        </p:nvSpPr>
        <p:spPr/>
        <p:txBody>
          <a:bodyPr/>
          <a:lstStyle/>
          <a:p>
            <a:fld id="{5D474BC6-09C9-4ED8-ADF6-087D6F25D5BC}" type="slidenum">
              <a:rPr lang="en-US" smtClean="0"/>
              <a:t>125</a:t>
            </a:fld>
            <a:endParaRPr lang="en-US"/>
          </a:p>
        </p:txBody>
      </p:sp>
      <p:sp>
        <p:nvSpPr>
          <p:cNvPr id="9" name="TextBox 8">
            <a:extLst>
              <a:ext uri="{FF2B5EF4-FFF2-40B4-BE49-F238E27FC236}">
                <a16:creationId xmlns:a16="http://schemas.microsoft.com/office/drawing/2014/main" id="{67355319-1CF1-219E-3CB6-29A925A401D0}"/>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random distribution + D2 penalty +  NO weight function)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9CE29F0-9425-E272-ACD1-94CAFD76C808}"/>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89CE29F0-9425-E272-ACD1-94CAFD76C808}"/>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491592-AF08-E690-5163-64F6725037E6}"/>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9B491592-AF08-E690-5163-64F6725037E6}"/>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FC877E6-34D3-9E9A-1D82-49681B8C404C}"/>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spTree>
    <p:extLst>
      <p:ext uri="{BB962C8B-B14F-4D97-AF65-F5344CB8AC3E}">
        <p14:creationId xmlns:p14="http://schemas.microsoft.com/office/powerpoint/2010/main" val="37421133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7602D-94D1-E1DF-04C6-95C8FC1751D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B007869-0403-00AC-240B-29B06BD686C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8D62AA1D-028A-0EC4-B173-93F0A7FA4959}"/>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8CFBF4BC-0D4C-D2D0-1AC0-06F7513F4FF3}"/>
              </a:ext>
            </a:extLst>
          </p:cNvPr>
          <p:cNvSpPr>
            <a:spLocks noGrp="1"/>
          </p:cNvSpPr>
          <p:nvPr>
            <p:ph type="sldNum" sz="quarter" idx="12"/>
          </p:nvPr>
        </p:nvSpPr>
        <p:spPr/>
        <p:txBody>
          <a:bodyPr/>
          <a:lstStyle/>
          <a:p>
            <a:fld id="{5D474BC6-09C9-4ED8-ADF6-087D6F25D5BC}" type="slidenum">
              <a:rPr lang="en-US" smtClean="0"/>
              <a:t>126</a:t>
            </a:fld>
            <a:endParaRPr lang="en-US"/>
          </a:p>
        </p:txBody>
      </p:sp>
      <p:sp>
        <p:nvSpPr>
          <p:cNvPr id="9" name="TextBox 8">
            <a:extLst>
              <a:ext uri="{FF2B5EF4-FFF2-40B4-BE49-F238E27FC236}">
                <a16:creationId xmlns:a16="http://schemas.microsoft.com/office/drawing/2014/main" id="{AEE20777-BF96-CA8A-F86C-B667C1638CC7}"/>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random distribution + D2 penalty + weight function)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F82AAD-CFCC-4239-461E-D006EED9CDD9}"/>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CFF82AAD-CFCC-4239-461E-D006EED9CDD9}"/>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6187476-4EDB-B959-D119-1AD7B73F6C8B}"/>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66187476-4EDB-B959-D119-1AD7B73F6C8B}"/>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0B9D9C4-4D1B-DFD7-508D-A2D3B53A0BB7}"/>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spTree>
    <p:extLst>
      <p:ext uri="{BB962C8B-B14F-4D97-AF65-F5344CB8AC3E}">
        <p14:creationId xmlns:p14="http://schemas.microsoft.com/office/powerpoint/2010/main" val="34956998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E104F-A6A2-C854-3ECF-2D23B03CD01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674273B-679D-4C25-4D99-C947B1608F5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1486539-7EDA-8E63-D6B2-F4BB09D41F05}"/>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F9A0024A-FED6-B016-B338-CB4B5973723F}"/>
              </a:ext>
            </a:extLst>
          </p:cNvPr>
          <p:cNvSpPr>
            <a:spLocks noGrp="1"/>
          </p:cNvSpPr>
          <p:nvPr>
            <p:ph type="sldNum" sz="quarter" idx="12"/>
          </p:nvPr>
        </p:nvSpPr>
        <p:spPr/>
        <p:txBody>
          <a:bodyPr/>
          <a:lstStyle/>
          <a:p>
            <a:fld id="{5D474BC6-09C9-4ED8-ADF6-087D6F25D5BC}" type="slidenum">
              <a:rPr lang="en-US" smtClean="0"/>
              <a:t>127</a:t>
            </a:fld>
            <a:endParaRPr lang="en-US"/>
          </a:p>
        </p:txBody>
      </p:sp>
      <p:sp>
        <p:nvSpPr>
          <p:cNvPr id="9" name="TextBox 8">
            <a:extLst>
              <a:ext uri="{FF2B5EF4-FFF2-40B4-BE49-F238E27FC236}">
                <a16:creationId xmlns:a16="http://schemas.microsoft.com/office/drawing/2014/main" id="{ED12411B-334F-B4EB-4D5E-F36628DE6194}"/>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Chebyshev distribution + D2 penalty + NO weight)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EED9D9C-08BB-0B47-9E9B-795FDB7173D3}"/>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0EED9D9C-08BB-0B47-9E9B-795FDB7173D3}"/>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951C13F-1994-5475-9D85-AAAE66C3C7C9}"/>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8951C13F-1994-5475-9D85-AAAE66C3C7C9}"/>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ABCE301-14A2-0230-8E83-8EE29762F6F4}"/>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spTree>
    <p:extLst>
      <p:ext uri="{BB962C8B-B14F-4D97-AF65-F5344CB8AC3E}">
        <p14:creationId xmlns:p14="http://schemas.microsoft.com/office/powerpoint/2010/main" val="172069696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40DEC-8462-B05D-9A68-0E338A001B2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B82740C-AA89-8F9E-4D7B-F093CBA5C88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999E0038-1F96-D0BA-EA15-7B7709B4C2CF}"/>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FB63472B-0426-5B14-3862-86CACFE6096B}"/>
              </a:ext>
            </a:extLst>
          </p:cNvPr>
          <p:cNvSpPr>
            <a:spLocks noGrp="1"/>
          </p:cNvSpPr>
          <p:nvPr>
            <p:ph type="sldNum" sz="quarter" idx="12"/>
          </p:nvPr>
        </p:nvSpPr>
        <p:spPr/>
        <p:txBody>
          <a:bodyPr/>
          <a:lstStyle/>
          <a:p>
            <a:fld id="{5D474BC6-09C9-4ED8-ADF6-087D6F25D5BC}" type="slidenum">
              <a:rPr lang="en-US" smtClean="0"/>
              <a:t>128</a:t>
            </a:fld>
            <a:endParaRPr lang="en-US"/>
          </a:p>
        </p:txBody>
      </p:sp>
      <p:sp>
        <p:nvSpPr>
          <p:cNvPr id="9" name="TextBox 8">
            <a:extLst>
              <a:ext uri="{FF2B5EF4-FFF2-40B4-BE49-F238E27FC236}">
                <a16:creationId xmlns:a16="http://schemas.microsoft.com/office/drawing/2014/main" id="{2D4BFED0-79A2-9972-92BC-C0BF2462E834}"/>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Chebyshev distribution + D2 penalty + weight)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750DF81-5496-D9A4-DB9A-DFE4795DCCD1}"/>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9C57872E-322F-75AA-36E7-31C6683FEE19}"/>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5B47B1F-FC9F-F21C-B891-6BDCAA782949}"/>
                  </a:ext>
                </a:extLst>
              </p:cNvPr>
              <p:cNvSpPr txBox="1"/>
              <p:nvPr/>
            </p:nvSpPr>
            <p:spPr>
              <a:xfrm>
                <a:off x="3890772" y="1087877"/>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A07ABD36-ED13-BBD4-1BDD-5ECF236506D2}"/>
                  </a:ext>
                </a:extLst>
              </p:cNvPr>
              <p:cNvSpPr txBox="1">
                <a:spLocks noRot="1" noChangeAspect="1" noMove="1" noResize="1" noEditPoints="1" noAdjustHandles="1" noChangeArrowheads="1" noChangeShapeType="1" noTextEdit="1"/>
              </p:cNvSpPr>
              <p:nvPr/>
            </p:nvSpPr>
            <p:spPr>
              <a:xfrm>
                <a:off x="3890772" y="1087877"/>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F0C8ABA-BEED-61D5-5C9B-2EE463AE46C3}"/>
              </a:ext>
            </a:extLst>
          </p:cNvPr>
          <p:cNvSpPr txBox="1"/>
          <p:nvPr/>
        </p:nvSpPr>
        <p:spPr>
          <a:xfrm>
            <a:off x="6067425" y="1035672"/>
            <a:ext cx="3694176" cy="369332"/>
          </a:xfrm>
          <a:prstGeom prst="rect">
            <a:avLst/>
          </a:prstGeom>
          <a:noFill/>
        </p:spPr>
        <p:txBody>
          <a:bodyPr wrap="square" rtlCol="0">
            <a:spAutoFit/>
          </a:bodyPr>
          <a:lstStyle/>
          <a:p>
            <a:r>
              <a:rPr lang="en-US" dirty="0"/>
              <a:t>the curvature penalty factor</a:t>
            </a:r>
          </a:p>
        </p:txBody>
      </p:sp>
      <p:pic>
        <p:nvPicPr>
          <p:cNvPr id="10" name="Picture 9">
            <a:extLst>
              <a:ext uri="{FF2B5EF4-FFF2-40B4-BE49-F238E27FC236}">
                <a16:creationId xmlns:a16="http://schemas.microsoft.com/office/drawing/2014/main" id="{B85DF759-6A2D-ED7A-4773-901E388C59CF}"/>
              </a:ext>
            </a:extLst>
          </p:cNvPr>
          <p:cNvPicPr>
            <a:picLocks noChangeAspect="1"/>
          </p:cNvPicPr>
          <p:nvPr/>
        </p:nvPicPr>
        <p:blipFill>
          <a:blip r:embed="rId5"/>
          <a:stretch>
            <a:fillRect/>
          </a:stretch>
        </p:blipFill>
        <p:spPr>
          <a:xfrm>
            <a:off x="0" y="1452292"/>
            <a:ext cx="6115904" cy="4715533"/>
          </a:xfrm>
          <a:prstGeom prst="rect">
            <a:avLst/>
          </a:prstGeom>
        </p:spPr>
      </p:pic>
      <p:pic>
        <p:nvPicPr>
          <p:cNvPr id="12" name="Picture 11">
            <a:extLst>
              <a:ext uri="{FF2B5EF4-FFF2-40B4-BE49-F238E27FC236}">
                <a16:creationId xmlns:a16="http://schemas.microsoft.com/office/drawing/2014/main" id="{9972D6FE-EDE6-BF2A-8F00-9DA4AC419F85}"/>
              </a:ext>
            </a:extLst>
          </p:cNvPr>
          <p:cNvPicPr>
            <a:picLocks noChangeAspect="1"/>
          </p:cNvPicPr>
          <p:nvPr/>
        </p:nvPicPr>
        <p:blipFill>
          <a:blip r:embed="rId6"/>
          <a:stretch>
            <a:fillRect/>
          </a:stretch>
        </p:blipFill>
        <p:spPr>
          <a:xfrm>
            <a:off x="6115904" y="1488074"/>
            <a:ext cx="5526628" cy="4292695"/>
          </a:xfrm>
          <a:prstGeom prst="rect">
            <a:avLst/>
          </a:prstGeom>
        </p:spPr>
      </p:pic>
      <p:pic>
        <p:nvPicPr>
          <p:cNvPr id="14" name="Picture 13">
            <a:extLst>
              <a:ext uri="{FF2B5EF4-FFF2-40B4-BE49-F238E27FC236}">
                <a16:creationId xmlns:a16="http://schemas.microsoft.com/office/drawing/2014/main" id="{0D6771D3-7D52-7C75-369B-5B1527F47353}"/>
              </a:ext>
            </a:extLst>
          </p:cNvPr>
          <p:cNvPicPr>
            <a:picLocks noChangeAspect="1"/>
          </p:cNvPicPr>
          <p:nvPr/>
        </p:nvPicPr>
        <p:blipFill>
          <a:blip r:embed="rId7"/>
          <a:stretch>
            <a:fillRect/>
          </a:stretch>
        </p:blipFill>
        <p:spPr>
          <a:xfrm>
            <a:off x="6857679" y="5969294"/>
            <a:ext cx="4591691" cy="352474"/>
          </a:xfrm>
          <a:prstGeom prst="rect">
            <a:avLst/>
          </a:prstGeom>
        </p:spPr>
      </p:pic>
    </p:spTree>
    <p:extLst>
      <p:ext uri="{BB962C8B-B14F-4D97-AF65-F5344CB8AC3E}">
        <p14:creationId xmlns:p14="http://schemas.microsoft.com/office/powerpoint/2010/main" val="235672887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05ADE-D599-6649-C2C6-5188B0F026D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11631F-7ABE-F13B-55B3-BC0814ABF7E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10D9B47-418F-89A0-37EF-B4D90E71A9DE}"/>
              </a:ext>
            </a:extLst>
          </p:cNvPr>
          <p:cNvSpPr>
            <a:spLocks noGrp="1"/>
          </p:cNvSpPr>
          <p:nvPr>
            <p:ph type="ftr" sz="quarter" idx="11"/>
          </p:nvPr>
        </p:nvSpPr>
        <p:spPr/>
        <p:txBody>
          <a:bodyPr/>
          <a:lstStyle/>
          <a:p>
            <a:r>
              <a:rPr lang="en-US" dirty="0"/>
              <a:t>Jan 24, 2026</a:t>
            </a:r>
          </a:p>
        </p:txBody>
      </p:sp>
      <p:sp>
        <p:nvSpPr>
          <p:cNvPr id="6" name="Slide Number Placeholder 5">
            <a:extLst>
              <a:ext uri="{FF2B5EF4-FFF2-40B4-BE49-F238E27FC236}">
                <a16:creationId xmlns:a16="http://schemas.microsoft.com/office/drawing/2014/main" id="{A97666E4-E921-CA96-B1B5-55B0E7477BA2}"/>
              </a:ext>
            </a:extLst>
          </p:cNvPr>
          <p:cNvSpPr>
            <a:spLocks noGrp="1"/>
          </p:cNvSpPr>
          <p:nvPr>
            <p:ph type="sldNum" sz="quarter" idx="12"/>
          </p:nvPr>
        </p:nvSpPr>
        <p:spPr/>
        <p:txBody>
          <a:bodyPr/>
          <a:lstStyle/>
          <a:p>
            <a:fld id="{5D474BC6-09C9-4ED8-ADF6-087D6F25D5BC}" type="slidenum">
              <a:rPr lang="en-US" smtClean="0"/>
              <a:t>129</a:t>
            </a:fld>
            <a:endParaRPr lang="en-US"/>
          </a:p>
        </p:txBody>
      </p:sp>
      <p:sp>
        <p:nvSpPr>
          <p:cNvPr id="7" name="TextBox 6">
            <a:extLst>
              <a:ext uri="{FF2B5EF4-FFF2-40B4-BE49-F238E27FC236}">
                <a16:creationId xmlns:a16="http://schemas.microsoft.com/office/drawing/2014/main" id="{5A9384C7-A8AF-F11A-E936-B5A7FE3F436D}"/>
              </a:ext>
            </a:extLst>
          </p:cNvPr>
          <p:cNvSpPr txBox="1"/>
          <p:nvPr/>
        </p:nvSpPr>
        <p:spPr>
          <a:xfrm>
            <a:off x="2388108" y="2180776"/>
            <a:ext cx="7415784" cy="1754326"/>
          </a:xfrm>
          <a:prstGeom prst="rect">
            <a:avLst/>
          </a:prstGeom>
          <a:noFill/>
        </p:spPr>
        <p:txBody>
          <a:bodyPr wrap="square" rtlCol="0">
            <a:spAutoFit/>
          </a:bodyPr>
          <a:lstStyle/>
          <a:p>
            <a:pPr algn="ctr"/>
            <a:endParaRPr lang="en-US" dirty="0"/>
          </a:p>
          <a:p>
            <a:pPr algn="ctr"/>
            <a:r>
              <a:rPr lang="en-US" dirty="0"/>
              <a:t>Mubi Khan</a:t>
            </a:r>
          </a:p>
          <a:p>
            <a:pPr algn="ctr"/>
            <a:endParaRPr lang="en-US" dirty="0"/>
          </a:p>
          <a:p>
            <a:pPr algn="ctr"/>
            <a:r>
              <a:rPr lang="en-US" dirty="0"/>
              <a:t>University of Kentucky</a:t>
            </a:r>
          </a:p>
          <a:p>
            <a:pPr algn="ctr"/>
            <a:endParaRPr lang="en-US" dirty="0"/>
          </a:p>
          <a:p>
            <a:pPr algn="ctr"/>
            <a:r>
              <a:rPr lang="en-US" dirty="0"/>
              <a:t>Feb 9, 2026</a:t>
            </a:r>
          </a:p>
        </p:txBody>
      </p:sp>
    </p:spTree>
    <p:extLst>
      <p:ext uri="{BB962C8B-B14F-4D97-AF65-F5344CB8AC3E}">
        <p14:creationId xmlns:p14="http://schemas.microsoft.com/office/powerpoint/2010/main" val="170082092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7B989-1184-A019-148C-074CB187B55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EE37D11-64BF-7EB6-050A-A07D31EB389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73B57CA-D928-6B65-DD73-9E0F3ED71334}"/>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5A006571-4B24-2248-4ABE-844BC9B3B6A6}"/>
              </a:ext>
            </a:extLst>
          </p:cNvPr>
          <p:cNvSpPr>
            <a:spLocks noGrp="1"/>
          </p:cNvSpPr>
          <p:nvPr>
            <p:ph type="sldNum" sz="quarter" idx="12"/>
          </p:nvPr>
        </p:nvSpPr>
        <p:spPr/>
        <p:txBody>
          <a:bodyPr/>
          <a:lstStyle/>
          <a:p>
            <a:fld id="{5D474BC6-09C9-4ED8-ADF6-087D6F25D5BC}" type="slidenum">
              <a:rPr lang="en-US" smtClean="0"/>
              <a:t>130</a:t>
            </a:fld>
            <a:endParaRPr lang="en-US"/>
          </a:p>
        </p:txBody>
      </p:sp>
      <p:sp>
        <p:nvSpPr>
          <p:cNvPr id="9" name="TextBox 8">
            <a:extLst>
              <a:ext uri="{FF2B5EF4-FFF2-40B4-BE49-F238E27FC236}">
                <a16:creationId xmlns:a16="http://schemas.microsoft.com/office/drawing/2014/main" id="{268A2763-309E-4A60-26F9-9CA19C63A9BD}"/>
              </a:ext>
            </a:extLst>
          </p:cNvPr>
          <p:cNvSpPr txBox="1"/>
          <p:nvPr/>
        </p:nvSpPr>
        <p:spPr>
          <a:xfrm>
            <a:off x="685800" y="448056"/>
            <a:ext cx="10177272" cy="646331"/>
          </a:xfrm>
          <a:prstGeom prst="rect">
            <a:avLst/>
          </a:prstGeom>
          <a:noFill/>
        </p:spPr>
        <p:txBody>
          <a:bodyPr wrap="square" rtlCol="0">
            <a:spAutoFit/>
          </a:bodyPr>
          <a:lstStyle/>
          <a:p>
            <a:r>
              <a:rPr lang="en-US" b="1" dirty="0"/>
              <a:t>For n = 54 coils (including 6 side coils ID 50 cm each side), d ~ 92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BF394A8-CA23-5E7F-4432-E683D458B24E}"/>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293C5F23-4E45-1F3B-3A43-ED4AFAE8DDB3}"/>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8FC04B-A7FD-8B77-7435-D49DAD0B74BB}"/>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DE4C9166-1B9B-83CD-827B-39E19508CB69}"/>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5629E4C-34EF-E14F-8ACA-F4610A7BB5DC}"/>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F3144240-7F81-38DD-BE21-7C63A5940826}"/>
              </a:ext>
            </a:extLst>
          </p:cNvPr>
          <p:cNvSpPr txBox="1"/>
          <p:nvPr/>
        </p:nvSpPr>
        <p:spPr>
          <a:xfrm>
            <a:off x="6364224" y="6086778"/>
            <a:ext cx="4498848" cy="646331"/>
          </a:xfrm>
          <a:prstGeom prst="rect">
            <a:avLst/>
          </a:prstGeom>
          <a:noFill/>
        </p:spPr>
        <p:txBody>
          <a:bodyPr wrap="square" rtlCol="0">
            <a:spAutoFit/>
          </a:bodyPr>
          <a:lstStyle/>
          <a:p>
            <a:r>
              <a:rPr lang="en-US" dirty="0"/>
              <a:t>Worst ppm = 1.027 for z = 1.75, and 0.019 for z = 1.56</a:t>
            </a:r>
          </a:p>
        </p:txBody>
      </p:sp>
      <p:pic>
        <p:nvPicPr>
          <p:cNvPr id="10" name="Picture 9">
            <a:extLst>
              <a:ext uri="{FF2B5EF4-FFF2-40B4-BE49-F238E27FC236}">
                <a16:creationId xmlns:a16="http://schemas.microsoft.com/office/drawing/2014/main" id="{CFC5C781-8735-DE15-192F-7743B6F8BFC8}"/>
              </a:ext>
            </a:extLst>
          </p:cNvPr>
          <p:cNvPicPr>
            <a:picLocks noChangeAspect="1"/>
          </p:cNvPicPr>
          <p:nvPr/>
        </p:nvPicPr>
        <p:blipFill>
          <a:blip r:embed="rId4"/>
          <a:stretch>
            <a:fillRect/>
          </a:stretch>
        </p:blipFill>
        <p:spPr>
          <a:xfrm>
            <a:off x="5900928" y="1765088"/>
            <a:ext cx="5531792" cy="4225203"/>
          </a:xfrm>
          <a:prstGeom prst="rect">
            <a:avLst/>
          </a:prstGeom>
        </p:spPr>
      </p:pic>
      <p:pic>
        <p:nvPicPr>
          <p:cNvPr id="16" name="Picture 15">
            <a:extLst>
              <a:ext uri="{FF2B5EF4-FFF2-40B4-BE49-F238E27FC236}">
                <a16:creationId xmlns:a16="http://schemas.microsoft.com/office/drawing/2014/main" id="{BAC958DF-BF47-1920-D134-9B2AD9F259B9}"/>
              </a:ext>
            </a:extLst>
          </p:cNvPr>
          <p:cNvPicPr>
            <a:picLocks noChangeAspect="1"/>
          </p:cNvPicPr>
          <p:nvPr/>
        </p:nvPicPr>
        <p:blipFill>
          <a:blip r:embed="rId5"/>
          <a:srcRect t="8267"/>
          <a:stretch>
            <a:fillRect/>
          </a:stretch>
        </p:blipFill>
        <p:spPr>
          <a:xfrm>
            <a:off x="0" y="1730935"/>
            <a:ext cx="6211167" cy="4474225"/>
          </a:xfrm>
          <a:prstGeom prst="rect">
            <a:avLst/>
          </a:prstGeom>
        </p:spPr>
      </p:pic>
      <p:sp>
        <p:nvSpPr>
          <p:cNvPr id="2" name="TextBox 1">
            <a:extLst>
              <a:ext uri="{FF2B5EF4-FFF2-40B4-BE49-F238E27FC236}">
                <a16:creationId xmlns:a16="http://schemas.microsoft.com/office/drawing/2014/main" id="{64774C12-569B-DA06-CC3F-B168A74B5863}"/>
              </a:ext>
            </a:extLst>
          </p:cNvPr>
          <p:cNvSpPr txBox="1"/>
          <p:nvPr/>
        </p:nvSpPr>
        <p:spPr>
          <a:xfrm>
            <a:off x="466725" y="78724"/>
            <a:ext cx="2762250" cy="369332"/>
          </a:xfrm>
          <a:prstGeom prst="rect">
            <a:avLst/>
          </a:prstGeom>
          <a:noFill/>
        </p:spPr>
        <p:txBody>
          <a:bodyPr wrap="square" rtlCol="0">
            <a:spAutoFit/>
          </a:bodyPr>
          <a:lstStyle/>
          <a:p>
            <a:r>
              <a:rPr lang="en-US" dirty="0">
                <a:highlight>
                  <a:srgbClr val="FFFF00"/>
                </a:highlight>
              </a:rPr>
              <a:t>LAST TIME:</a:t>
            </a:r>
          </a:p>
        </p:txBody>
      </p:sp>
    </p:spTree>
    <p:extLst>
      <p:ext uri="{BB962C8B-B14F-4D97-AF65-F5344CB8AC3E}">
        <p14:creationId xmlns:p14="http://schemas.microsoft.com/office/powerpoint/2010/main" val="43262250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EE9D-0D5D-3C3B-2BB5-36C1AB95468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36D1AD3-E2E3-61D9-D982-29037037AB7D}"/>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137D4A7-FA30-75E1-ED34-93C2762E9822}"/>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453BD401-FAC7-35D1-12D1-510EAFFE91C8}"/>
              </a:ext>
            </a:extLst>
          </p:cNvPr>
          <p:cNvSpPr>
            <a:spLocks noGrp="1"/>
          </p:cNvSpPr>
          <p:nvPr>
            <p:ph type="sldNum" sz="quarter" idx="12"/>
          </p:nvPr>
        </p:nvSpPr>
        <p:spPr/>
        <p:txBody>
          <a:bodyPr/>
          <a:lstStyle/>
          <a:p>
            <a:fld id="{5D474BC6-09C9-4ED8-ADF6-087D6F25D5BC}" type="slidenum">
              <a:rPr lang="en-US" smtClean="0"/>
              <a:t>131</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10ABB4-B5FE-F07A-E47A-1A7A67079E29}"/>
                  </a:ext>
                </a:extLst>
              </p:cNvPr>
              <p:cNvSpPr txBox="1"/>
              <p:nvPr/>
            </p:nvSpPr>
            <p:spPr>
              <a:xfrm>
                <a:off x="685800" y="448056"/>
                <a:ext cx="10177272" cy="646331"/>
              </a:xfrm>
              <a:prstGeom prst="rect">
                <a:avLst/>
              </a:prstGeom>
              <a:noFill/>
            </p:spPr>
            <p:txBody>
              <a:bodyPr wrap="square" rtlCol="0">
                <a:spAutoFit/>
              </a:bodyPr>
              <a:lstStyle/>
              <a:p>
                <a:r>
                  <a:rPr lang="en-US" b="1" dirty="0"/>
                  <a:t>For n = 68 coils – 5 to 5 m (NO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9210ABB4-B5FE-F07A-E47A-1A7A67079E29}"/>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29F9E2F5-53D4-76F6-EEAD-AA05AF52BFFE}"/>
              </a:ext>
            </a:extLst>
          </p:cNvPr>
          <p:cNvPicPr>
            <a:picLocks noChangeAspect="1"/>
          </p:cNvPicPr>
          <p:nvPr/>
        </p:nvPicPr>
        <p:blipFill>
          <a:blip r:embed="rId4"/>
          <a:stretch>
            <a:fillRect/>
          </a:stretch>
        </p:blipFill>
        <p:spPr>
          <a:xfrm>
            <a:off x="581794" y="1560707"/>
            <a:ext cx="5457056" cy="4136634"/>
          </a:xfrm>
          <a:prstGeom prst="rect">
            <a:avLst/>
          </a:prstGeom>
        </p:spPr>
      </p:pic>
      <p:pic>
        <p:nvPicPr>
          <p:cNvPr id="13" name="Picture 12">
            <a:extLst>
              <a:ext uri="{FF2B5EF4-FFF2-40B4-BE49-F238E27FC236}">
                <a16:creationId xmlns:a16="http://schemas.microsoft.com/office/drawing/2014/main" id="{225F8F9B-0E21-0E02-0096-39983695B1A8}"/>
              </a:ext>
            </a:extLst>
          </p:cNvPr>
          <p:cNvPicPr>
            <a:picLocks noChangeAspect="1"/>
          </p:cNvPicPr>
          <p:nvPr/>
        </p:nvPicPr>
        <p:blipFill>
          <a:blip r:embed="rId5"/>
          <a:stretch>
            <a:fillRect/>
          </a:stretch>
        </p:blipFill>
        <p:spPr>
          <a:xfrm>
            <a:off x="6038850" y="1402420"/>
            <a:ext cx="5748886" cy="4453209"/>
          </a:xfrm>
          <a:prstGeom prst="rect">
            <a:avLst/>
          </a:prstGeom>
        </p:spPr>
      </p:pic>
      <p:pic>
        <p:nvPicPr>
          <p:cNvPr id="16" name="Picture 15">
            <a:extLst>
              <a:ext uri="{FF2B5EF4-FFF2-40B4-BE49-F238E27FC236}">
                <a16:creationId xmlns:a16="http://schemas.microsoft.com/office/drawing/2014/main" id="{002DE9E0-4CFA-344B-4F03-8FBE8AAB041B}"/>
              </a:ext>
            </a:extLst>
          </p:cNvPr>
          <p:cNvPicPr>
            <a:picLocks noChangeAspect="1"/>
          </p:cNvPicPr>
          <p:nvPr/>
        </p:nvPicPr>
        <p:blipFill>
          <a:blip r:embed="rId6"/>
          <a:stretch>
            <a:fillRect/>
          </a:stretch>
        </p:blipFill>
        <p:spPr>
          <a:xfrm>
            <a:off x="2152659" y="5956824"/>
            <a:ext cx="7886682" cy="365125"/>
          </a:xfrm>
          <a:prstGeom prst="rect">
            <a:avLst/>
          </a:prstGeom>
        </p:spPr>
      </p:pic>
    </p:spTree>
    <p:extLst>
      <p:ext uri="{BB962C8B-B14F-4D97-AF65-F5344CB8AC3E}">
        <p14:creationId xmlns:p14="http://schemas.microsoft.com/office/powerpoint/2010/main" val="411727714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BF614-F301-99A7-E0B8-50DE02291CD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2B2A68-812C-8EF4-0839-A6E8DBE90EC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0681B17-06E6-4079-AC52-363E8EE6A03C}"/>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73E1BE6D-83B9-EBBC-1F65-64D199ABEC19}"/>
              </a:ext>
            </a:extLst>
          </p:cNvPr>
          <p:cNvSpPr>
            <a:spLocks noGrp="1"/>
          </p:cNvSpPr>
          <p:nvPr>
            <p:ph type="sldNum" sz="quarter" idx="12"/>
          </p:nvPr>
        </p:nvSpPr>
        <p:spPr/>
        <p:txBody>
          <a:bodyPr/>
          <a:lstStyle/>
          <a:p>
            <a:fld id="{5D474BC6-09C9-4ED8-ADF6-087D6F25D5BC}" type="slidenum">
              <a:rPr lang="en-US" smtClean="0"/>
              <a:t>132</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16B391-D8F0-2951-7452-E45C66B24C3F}"/>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4.5 to 4.5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C516B391-D8F0-2951-7452-E45C66B24C3F}"/>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19" name="Picture 18">
            <a:extLst>
              <a:ext uri="{FF2B5EF4-FFF2-40B4-BE49-F238E27FC236}">
                <a16:creationId xmlns:a16="http://schemas.microsoft.com/office/drawing/2014/main" id="{49AC980C-E549-CCB9-490E-423ABC232F5E}"/>
              </a:ext>
            </a:extLst>
          </p:cNvPr>
          <p:cNvPicPr>
            <a:picLocks noChangeAspect="1"/>
          </p:cNvPicPr>
          <p:nvPr/>
        </p:nvPicPr>
        <p:blipFill>
          <a:blip r:embed="rId4"/>
          <a:stretch>
            <a:fillRect/>
          </a:stretch>
        </p:blipFill>
        <p:spPr>
          <a:xfrm>
            <a:off x="159983" y="1475387"/>
            <a:ext cx="5840767" cy="4358943"/>
          </a:xfrm>
          <a:prstGeom prst="rect">
            <a:avLst/>
          </a:prstGeom>
        </p:spPr>
      </p:pic>
      <p:pic>
        <p:nvPicPr>
          <p:cNvPr id="21" name="Picture 20">
            <a:extLst>
              <a:ext uri="{FF2B5EF4-FFF2-40B4-BE49-F238E27FC236}">
                <a16:creationId xmlns:a16="http://schemas.microsoft.com/office/drawing/2014/main" id="{6B6702A3-E05A-76C2-A139-88B5D62C3BD1}"/>
              </a:ext>
            </a:extLst>
          </p:cNvPr>
          <p:cNvPicPr>
            <a:picLocks noChangeAspect="1"/>
          </p:cNvPicPr>
          <p:nvPr/>
        </p:nvPicPr>
        <p:blipFill>
          <a:blip r:embed="rId5"/>
          <a:stretch>
            <a:fillRect/>
          </a:stretch>
        </p:blipFill>
        <p:spPr>
          <a:xfrm>
            <a:off x="6000750" y="1475387"/>
            <a:ext cx="5592012" cy="4194008"/>
          </a:xfrm>
          <a:prstGeom prst="rect">
            <a:avLst/>
          </a:prstGeom>
        </p:spPr>
      </p:pic>
      <p:pic>
        <p:nvPicPr>
          <p:cNvPr id="23" name="Picture 22">
            <a:extLst>
              <a:ext uri="{FF2B5EF4-FFF2-40B4-BE49-F238E27FC236}">
                <a16:creationId xmlns:a16="http://schemas.microsoft.com/office/drawing/2014/main" id="{44E02B51-1060-0F49-77B6-0978C1AB6F0A}"/>
              </a:ext>
            </a:extLst>
          </p:cNvPr>
          <p:cNvPicPr>
            <a:picLocks noChangeAspect="1"/>
          </p:cNvPicPr>
          <p:nvPr/>
        </p:nvPicPr>
        <p:blipFill>
          <a:blip r:embed="rId6"/>
          <a:stretch>
            <a:fillRect/>
          </a:stretch>
        </p:blipFill>
        <p:spPr>
          <a:xfrm>
            <a:off x="2287773" y="6003915"/>
            <a:ext cx="7616453" cy="347785"/>
          </a:xfrm>
          <a:prstGeom prst="rect">
            <a:avLst/>
          </a:prstGeom>
        </p:spPr>
      </p:pic>
    </p:spTree>
    <p:extLst>
      <p:ext uri="{BB962C8B-B14F-4D97-AF65-F5344CB8AC3E}">
        <p14:creationId xmlns:p14="http://schemas.microsoft.com/office/powerpoint/2010/main" val="41921538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E58A7-D6D9-81A1-AE4D-37BCD154389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9E06339-BD12-2DBB-E5ED-0BE02D2DB1F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DBA71CD-9966-9CFA-85E1-4DBE8C051943}"/>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A65EA9FC-2400-F50E-0410-6151A6845DB2}"/>
              </a:ext>
            </a:extLst>
          </p:cNvPr>
          <p:cNvSpPr>
            <a:spLocks noGrp="1"/>
          </p:cNvSpPr>
          <p:nvPr>
            <p:ph type="sldNum" sz="quarter" idx="12"/>
          </p:nvPr>
        </p:nvSpPr>
        <p:spPr/>
        <p:txBody>
          <a:bodyPr/>
          <a:lstStyle/>
          <a:p>
            <a:fld id="{5D474BC6-09C9-4ED8-ADF6-087D6F25D5BC}" type="slidenum">
              <a:rPr lang="en-US" smtClean="0"/>
              <a:t>133</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5A90BD-D218-93B4-CBFE-7D4FF5051C89}"/>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4 to 4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AC5A90BD-D218-93B4-CBFE-7D4FF5051C89}"/>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50BCBF7B-090A-32CC-A3D7-031705956A9F}"/>
              </a:ext>
            </a:extLst>
          </p:cNvPr>
          <p:cNvPicPr>
            <a:picLocks noChangeAspect="1"/>
          </p:cNvPicPr>
          <p:nvPr/>
        </p:nvPicPr>
        <p:blipFill>
          <a:blip r:embed="rId4"/>
          <a:stretch>
            <a:fillRect/>
          </a:stretch>
        </p:blipFill>
        <p:spPr>
          <a:xfrm>
            <a:off x="212749" y="1549468"/>
            <a:ext cx="5387951" cy="4128699"/>
          </a:xfrm>
          <a:prstGeom prst="rect">
            <a:avLst/>
          </a:prstGeom>
        </p:spPr>
      </p:pic>
      <p:pic>
        <p:nvPicPr>
          <p:cNvPr id="8" name="Picture 7">
            <a:extLst>
              <a:ext uri="{FF2B5EF4-FFF2-40B4-BE49-F238E27FC236}">
                <a16:creationId xmlns:a16="http://schemas.microsoft.com/office/drawing/2014/main" id="{EEBF2479-DB00-8518-F4A9-DA20636A1981}"/>
              </a:ext>
            </a:extLst>
          </p:cNvPr>
          <p:cNvPicPr>
            <a:picLocks noChangeAspect="1"/>
          </p:cNvPicPr>
          <p:nvPr/>
        </p:nvPicPr>
        <p:blipFill>
          <a:blip r:embed="rId5"/>
          <a:srcRect b="3851"/>
          <a:stretch>
            <a:fillRect/>
          </a:stretch>
        </p:blipFill>
        <p:spPr>
          <a:xfrm>
            <a:off x="5524146" y="1152422"/>
            <a:ext cx="6334479" cy="4922793"/>
          </a:xfrm>
          <a:prstGeom prst="rect">
            <a:avLst/>
          </a:prstGeom>
        </p:spPr>
      </p:pic>
      <p:pic>
        <p:nvPicPr>
          <p:cNvPr id="11" name="Picture 10">
            <a:extLst>
              <a:ext uri="{FF2B5EF4-FFF2-40B4-BE49-F238E27FC236}">
                <a16:creationId xmlns:a16="http://schemas.microsoft.com/office/drawing/2014/main" id="{546093B5-E816-CD73-96B7-73FAD6D9A0BF}"/>
              </a:ext>
            </a:extLst>
          </p:cNvPr>
          <p:cNvPicPr>
            <a:picLocks noChangeAspect="1"/>
          </p:cNvPicPr>
          <p:nvPr/>
        </p:nvPicPr>
        <p:blipFill>
          <a:blip r:embed="rId6"/>
          <a:srcRect b="15636"/>
          <a:stretch>
            <a:fillRect/>
          </a:stretch>
        </p:blipFill>
        <p:spPr>
          <a:xfrm>
            <a:off x="2181225" y="5976926"/>
            <a:ext cx="7934848" cy="495335"/>
          </a:xfrm>
          <a:prstGeom prst="rect">
            <a:avLst/>
          </a:prstGeom>
        </p:spPr>
      </p:pic>
    </p:spTree>
    <p:extLst>
      <p:ext uri="{BB962C8B-B14F-4D97-AF65-F5344CB8AC3E}">
        <p14:creationId xmlns:p14="http://schemas.microsoft.com/office/powerpoint/2010/main" val="105978813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E9C9F-BC0C-CEBB-0ED4-306867C57DC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E86B1DF-A323-4256-A5D3-B2D47A8210EC}"/>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6DBE2DE-4B81-05B4-D283-2223B0D0598A}"/>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55321119-7AA9-CE97-EDA3-CCFD8E7EDDDB}"/>
              </a:ext>
            </a:extLst>
          </p:cNvPr>
          <p:cNvSpPr>
            <a:spLocks noGrp="1"/>
          </p:cNvSpPr>
          <p:nvPr>
            <p:ph type="sldNum" sz="quarter" idx="12"/>
          </p:nvPr>
        </p:nvSpPr>
        <p:spPr/>
        <p:txBody>
          <a:bodyPr/>
          <a:lstStyle/>
          <a:p>
            <a:fld id="{5D474BC6-09C9-4ED8-ADF6-087D6F25D5BC}" type="slidenum">
              <a:rPr lang="en-US" smtClean="0"/>
              <a:t>134</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71D2F1-C5E8-B823-9D1D-3C91084CDA70}"/>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3.5 to 3.5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AF71D2F1-C5E8-B823-9D1D-3C91084CDA70}"/>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6D0C9328-3D9B-81D7-4620-435A75E9418B}"/>
              </a:ext>
            </a:extLst>
          </p:cNvPr>
          <p:cNvPicPr>
            <a:picLocks noChangeAspect="1"/>
          </p:cNvPicPr>
          <p:nvPr/>
        </p:nvPicPr>
        <p:blipFill>
          <a:blip r:embed="rId4"/>
          <a:stretch>
            <a:fillRect/>
          </a:stretch>
        </p:blipFill>
        <p:spPr>
          <a:xfrm>
            <a:off x="273073" y="1333500"/>
            <a:ext cx="5352210" cy="4143646"/>
          </a:xfrm>
          <a:prstGeom prst="rect">
            <a:avLst/>
          </a:prstGeom>
        </p:spPr>
      </p:pic>
      <p:pic>
        <p:nvPicPr>
          <p:cNvPr id="12" name="Picture 11">
            <a:extLst>
              <a:ext uri="{FF2B5EF4-FFF2-40B4-BE49-F238E27FC236}">
                <a16:creationId xmlns:a16="http://schemas.microsoft.com/office/drawing/2014/main" id="{1AC2A22B-A929-0F23-74BB-5817F3AB0B33}"/>
              </a:ext>
            </a:extLst>
          </p:cNvPr>
          <p:cNvPicPr>
            <a:picLocks noChangeAspect="1"/>
          </p:cNvPicPr>
          <p:nvPr/>
        </p:nvPicPr>
        <p:blipFill>
          <a:blip r:embed="rId5"/>
          <a:stretch>
            <a:fillRect/>
          </a:stretch>
        </p:blipFill>
        <p:spPr>
          <a:xfrm>
            <a:off x="5838473" y="1222834"/>
            <a:ext cx="5686777" cy="4254312"/>
          </a:xfrm>
          <a:prstGeom prst="rect">
            <a:avLst/>
          </a:prstGeom>
        </p:spPr>
      </p:pic>
      <p:pic>
        <p:nvPicPr>
          <p:cNvPr id="14" name="Picture 13">
            <a:extLst>
              <a:ext uri="{FF2B5EF4-FFF2-40B4-BE49-F238E27FC236}">
                <a16:creationId xmlns:a16="http://schemas.microsoft.com/office/drawing/2014/main" id="{1431C46A-3C9B-B0F1-9AFE-8CC13D0BE3D5}"/>
              </a:ext>
            </a:extLst>
          </p:cNvPr>
          <p:cNvPicPr>
            <a:picLocks noChangeAspect="1"/>
          </p:cNvPicPr>
          <p:nvPr/>
        </p:nvPicPr>
        <p:blipFill>
          <a:blip r:embed="rId6"/>
          <a:stretch>
            <a:fillRect/>
          </a:stretch>
        </p:blipFill>
        <p:spPr>
          <a:xfrm>
            <a:off x="2343857" y="5819774"/>
            <a:ext cx="7504286" cy="356575"/>
          </a:xfrm>
          <a:prstGeom prst="rect">
            <a:avLst/>
          </a:prstGeom>
        </p:spPr>
      </p:pic>
    </p:spTree>
    <p:extLst>
      <p:ext uri="{BB962C8B-B14F-4D97-AF65-F5344CB8AC3E}">
        <p14:creationId xmlns:p14="http://schemas.microsoft.com/office/powerpoint/2010/main" val="130441265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6680E-E02F-B2CC-085C-D6739A00CDC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F7BE1EE-FA2B-6B5D-08F3-B44AF85EA44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A09F6F5-4A30-587C-EDD1-741075904ACA}"/>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FA0FE6BD-9A7C-3A2B-0EA8-EB227B4D0FAC}"/>
              </a:ext>
            </a:extLst>
          </p:cNvPr>
          <p:cNvSpPr>
            <a:spLocks noGrp="1"/>
          </p:cNvSpPr>
          <p:nvPr>
            <p:ph type="sldNum" sz="quarter" idx="12"/>
          </p:nvPr>
        </p:nvSpPr>
        <p:spPr/>
        <p:txBody>
          <a:bodyPr/>
          <a:lstStyle/>
          <a:p>
            <a:fld id="{5D474BC6-09C9-4ED8-ADF6-087D6F25D5BC}" type="slidenum">
              <a:rPr lang="en-US" smtClean="0"/>
              <a:t>135</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36A1251-91E7-79A3-D1AA-4780E9F2EEDF}"/>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3 to 3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736A1251-91E7-79A3-D1AA-4780E9F2EEDF}"/>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ED93E486-BF07-2925-957B-1BE1B38B8724}"/>
              </a:ext>
            </a:extLst>
          </p:cNvPr>
          <p:cNvPicPr>
            <a:picLocks noChangeAspect="1"/>
          </p:cNvPicPr>
          <p:nvPr/>
        </p:nvPicPr>
        <p:blipFill>
          <a:blip r:embed="rId4"/>
          <a:stretch>
            <a:fillRect/>
          </a:stretch>
        </p:blipFill>
        <p:spPr>
          <a:xfrm>
            <a:off x="6096000" y="1211923"/>
            <a:ext cx="5661927" cy="4318418"/>
          </a:xfrm>
          <a:prstGeom prst="rect">
            <a:avLst/>
          </a:prstGeom>
        </p:spPr>
      </p:pic>
      <p:pic>
        <p:nvPicPr>
          <p:cNvPr id="10" name="Picture 9">
            <a:extLst>
              <a:ext uri="{FF2B5EF4-FFF2-40B4-BE49-F238E27FC236}">
                <a16:creationId xmlns:a16="http://schemas.microsoft.com/office/drawing/2014/main" id="{42E45EFF-E564-2BE3-CE62-92A29157151B}"/>
              </a:ext>
            </a:extLst>
          </p:cNvPr>
          <p:cNvPicPr>
            <a:picLocks noChangeAspect="1"/>
          </p:cNvPicPr>
          <p:nvPr/>
        </p:nvPicPr>
        <p:blipFill>
          <a:blip r:embed="rId5"/>
          <a:stretch>
            <a:fillRect/>
          </a:stretch>
        </p:blipFill>
        <p:spPr>
          <a:xfrm>
            <a:off x="325127" y="1248403"/>
            <a:ext cx="5770873" cy="4361193"/>
          </a:xfrm>
          <a:prstGeom prst="rect">
            <a:avLst/>
          </a:prstGeom>
        </p:spPr>
      </p:pic>
      <p:pic>
        <p:nvPicPr>
          <p:cNvPr id="13" name="Picture 12">
            <a:extLst>
              <a:ext uri="{FF2B5EF4-FFF2-40B4-BE49-F238E27FC236}">
                <a16:creationId xmlns:a16="http://schemas.microsoft.com/office/drawing/2014/main" id="{BA90AA86-E502-1EB2-D093-457CD5B74618}"/>
              </a:ext>
            </a:extLst>
          </p:cNvPr>
          <p:cNvPicPr>
            <a:picLocks noChangeAspect="1"/>
          </p:cNvPicPr>
          <p:nvPr/>
        </p:nvPicPr>
        <p:blipFill>
          <a:blip r:embed="rId6"/>
          <a:stretch>
            <a:fillRect/>
          </a:stretch>
        </p:blipFill>
        <p:spPr>
          <a:xfrm>
            <a:off x="2261652" y="5873689"/>
            <a:ext cx="8245737" cy="365125"/>
          </a:xfrm>
          <a:prstGeom prst="rect">
            <a:avLst/>
          </a:prstGeom>
        </p:spPr>
      </p:pic>
    </p:spTree>
    <p:extLst>
      <p:ext uri="{BB962C8B-B14F-4D97-AF65-F5344CB8AC3E}">
        <p14:creationId xmlns:p14="http://schemas.microsoft.com/office/powerpoint/2010/main" val="19144263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8C5DA-D358-C805-041B-477C9C0F962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AFF3000-59EE-5644-FBB5-CE323AE5DE2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FDACCC7-63E7-CDC9-8894-5535AB5E31C3}"/>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C4E695D1-BE3D-5DD3-389E-AB1C122E8350}"/>
              </a:ext>
            </a:extLst>
          </p:cNvPr>
          <p:cNvSpPr>
            <a:spLocks noGrp="1"/>
          </p:cNvSpPr>
          <p:nvPr>
            <p:ph type="sldNum" sz="quarter" idx="12"/>
          </p:nvPr>
        </p:nvSpPr>
        <p:spPr/>
        <p:txBody>
          <a:bodyPr/>
          <a:lstStyle/>
          <a:p>
            <a:fld id="{5D474BC6-09C9-4ED8-ADF6-087D6F25D5BC}" type="slidenum">
              <a:rPr lang="en-US" smtClean="0"/>
              <a:t>136</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3B242EE-DE7F-1D9B-4147-BA290979B74A}"/>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2.5 to 2.5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33B242EE-DE7F-1D9B-4147-BA290979B74A}"/>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597B9CA-1807-44CC-FFD1-425E906EE014}"/>
              </a:ext>
            </a:extLst>
          </p:cNvPr>
          <p:cNvPicPr>
            <a:picLocks noChangeAspect="1"/>
          </p:cNvPicPr>
          <p:nvPr/>
        </p:nvPicPr>
        <p:blipFill>
          <a:blip r:embed="rId4"/>
          <a:stretch>
            <a:fillRect/>
          </a:stretch>
        </p:blipFill>
        <p:spPr>
          <a:xfrm>
            <a:off x="5857206" y="1246378"/>
            <a:ext cx="5651599" cy="4340001"/>
          </a:xfrm>
          <a:prstGeom prst="rect">
            <a:avLst/>
          </a:prstGeom>
        </p:spPr>
      </p:pic>
      <p:pic>
        <p:nvPicPr>
          <p:cNvPr id="11" name="Picture 10">
            <a:extLst>
              <a:ext uri="{FF2B5EF4-FFF2-40B4-BE49-F238E27FC236}">
                <a16:creationId xmlns:a16="http://schemas.microsoft.com/office/drawing/2014/main" id="{F6729167-A1F7-CC3C-C383-76395D52AC38}"/>
              </a:ext>
            </a:extLst>
          </p:cNvPr>
          <p:cNvPicPr>
            <a:picLocks noChangeAspect="1"/>
          </p:cNvPicPr>
          <p:nvPr/>
        </p:nvPicPr>
        <p:blipFill>
          <a:blip r:embed="rId5"/>
          <a:stretch>
            <a:fillRect/>
          </a:stretch>
        </p:blipFill>
        <p:spPr>
          <a:xfrm>
            <a:off x="413995" y="1323976"/>
            <a:ext cx="5334592" cy="4184806"/>
          </a:xfrm>
          <a:prstGeom prst="rect">
            <a:avLst/>
          </a:prstGeom>
        </p:spPr>
      </p:pic>
      <p:pic>
        <p:nvPicPr>
          <p:cNvPr id="14" name="Picture 13">
            <a:extLst>
              <a:ext uri="{FF2B5EF4-FFF2-40B4-BE49-F238E27FC236}">
                <a16:creationId xmlns:a16="http://schemas.microsoft.com/office/drawing/2014/main" id="{3ED6FEF3-2CB5-C3C0-0A56-5D6EC12565BA}"/>
              </a:ext>
            </a:extLst>
          </p:cNvPr>
          <p:cNvPicPr>
            <a:picLocks noChangeAspect="1"/>
          </p:cNvPicPr>
          <p:nvPr/>
        </p:nvPicPr>
        <p:blipFill>
          <a:blip r:embed="rId6"/>
          <a:stretch>
            <a:fillRect/>
          </a:stretch>
        </p:blipFill>
        <p:spPr>
          <a:xfrm>
            <a:off x="2262200" y="5913629"/>
            <a:ext cx="7667600" cy="365124"/>
          </a:xfrm>
          <a:prstGeom prst="rect">
            <a:avLst/>
          </a:prstGeom>
        </p:spPr>
      </p:pic>
    </p:spTree>
    <p:extLst>
      <p:ext uri="{BB962C8B-B14F-4D97-AF65-F5344CB8AC3E}">
        <p14:creationId xmlns:p14="http://schemas.microsoft.com/office/powerpoint/2010/main" val="118368487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E333-3ED3-69EB-0C5C-E2238A5A4BA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AA29710-0DCB-153D-089C-94026000FC2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C187B07-C548-A4CF-3FAA-DFBD069CAABF}"/>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06ABD03D-A226-14A1-C981-5A28EBFC8B9C}"/>
              </a:ext>
            </a:extLst>
          </p:cNvPr>
          <p:cNvSpPr>
            <a:spLocks noGrp="1"/>
          </p:cNvSpPr>
          <p:nvPr>
            <p:ph type="sldNum" sz="quarter" idx="12"/>
          </p:nvPr>
        </p:nvSpPr>
        <p:spPr/>
        <p:txBody>
          <a:bodyPr/>
          <a:lstStyle/>
          <a:p>
            <a:fld id="{5D474BC6-09C9-4ED8-ADF6-087D6F25D5BC}" type="slidenum">
              <a:rPr lang="en-US" smtClean="0"/>
              <a:t>137</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4D0EF4E-4D4D-1E5B-AD0A-966D6F52E9B6}"/>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2.75 to 2.75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54D0EF4E-4D4D-1E5B-AD0A-966D6F52E9B6}"/>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r="-180" b="-1415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800FDBD5-A77E-1705-7D19-2BF460A86509}"/>
              </a:ext>
            </a:extLst>
          </p:cNvPr>
          <p:cNvPicPr>
            <a:picLocks noChangeAspect="1"/>
          </p:cNvPicPr>
          <p:nvPr/>
        </p:nvPicPr>
        <p:blipFill>
          <a:blip r:embed="rId4"/>
          <a:stretch>
            <a:fillRect/>
          </a:stretch>
        </p:blipFill>
        <p:spPr>
          <a:xfrm>
            <a:off x="434971" y="1156245"/>
            <a:ext cx="5395003" cy="4175081"/>
          </a:xfrm>
          <a:prstGeom prst="rect">
            <a:avLst/>
          </a:prstGeom>
        </p:spPr>
      </p:pic>
      <p:pic>
        <p:nvPicPr>
          <p:cNvPr id="10" name="Picture 9">
            <a:extLst>
              <a:ext uri="{FF2B5EF4-FFF2-40B4-BE49-F238E27FC236}">
                <a16:creationId xmlns:a16="http://schemas.microsoft.com/office/drawing/2014/main" id="{83DC7C7B-39E4-50E2-3EAF-B722C5B0026C}"/>
              </a:ext>
            </a:extLst>
          </p:cNvPr>
          <p:cNvPicPr>
            <a:picLocks noChangeAspect="1"/>
          </p:cNvPicPr>
          <p:nvPr/>
        </p:nvPicPr>
        <p:blipFill>
          <a:blip r:embed="rId5"/>
          <a:stretch>
            <a:fillRect/>
          </a:stretch>
        </p:blipFill>
        <p:spPr>
          <a:xfrm>
            <a:off x="6096000" y="1044726"/>
            <a:ext cx="5386738" cy="4190820"/>
          </a:xfrm>
          <a:prstGeom prst="rect">
            <a:avLst/>
          </a:prstGeom>
        </p:spPr>
      </p:pic>
      <p:pic>
        <p:nvPicPr>
          <p:cNvPr id="13" name="Picture 12">
            <a:extLst>
              <a:ext uri="{FF2B5EF4-FFF2-40B4-BE49-F238E27FC236}">
                <a16:creationId xmlns:a16="http://schemas.microsoft.com/office/drawing/2014/main" id="{CD9CACD9-BBEE-5041-13C6-9456390E6AE7}"/>
              </a:ext>
            </a:extLst>
          </p:cNvPr>
          <p:cNvPicPr>
            <a:picLocks noChangeAspect="1"/>
          </p:cNvPicPr>
          <p:nvPr/>
        </p:nvPicPr>
        <p:blipFill>
          <a:blip r:embed="rId6"/>
          <a:stretch>
            <a:fillRect/>
          </a:stretch>
        </p:blipFill>
        <p:spPr>
          <a:xfrm>
            <a:off x="1343527" y="5748672"/>
            <a:ext cx="10139211" cy="479309"/>
          </a:xfrm>
          <a:prstGeom prst="rect">
            <a:avLst/>
          </a:prstGeom>
        </p:spPr>
      </p:pic>
    </p:spTree>
    <p:extLst>
      <p:ext uri="{BB962C8B-B14F-4D97-AF65-F5344CB8AC3E}">
        <p14:creationId xmlns:p14="http://schemas.microsoft.com/office/powerpoint/2010/main" val="254878488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B8A2-6D82-8057-EC3D-CA9CC59D31A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09A6177-40BC-771F-DF3E-8B9E58C8F817}"/>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F4878A0E-F11B-F097-53B6-2966572C2BF8}"/>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753E4BD4-CFEB-F36F-097F-8FFEBDA6797F}"/>
              </a:ext>
            </a:extLst>
          </p:cNvPr>
          <p:cNvSpPr>
            <a:spLocks noGrp="1"/>
          </p:cNvSpPr>
          <p:nvPr>
            <p:ph type="sldNum" sz="quarter" idx="12"/>
          </p:nvPr>
        </p:nvSpPr>
        <p:spPr/>
        <p:txBody>
          <a:bodyPr/>
          <a:lstStyle/>
          <a:p>
            <a:fld id="{5D474BC6-09C9-4ED8-ADF6-087D6F25D5BC}" type="slidenum">
              <a:rPr lang="en-US" smtClean="0"/>
              <a:t>138</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CD2438-CEB6-BEB4-616A-1D70487F241E}"/>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2.65 to 2.65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38CD2438-CEB6-BEB4-616A-1D70487F241E}"/>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r="-180" b="-1415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415E77A-4B25-06C9-A83B-26C60E29C786}"/>
              </a:ext>
            </a:extLst>
          </p:cNvPr>
          <p:cNvPicPr>
            <a:picLocks noChangeAspect="1"/>
          </p:cNvPicPr>
          <p:nvPr/>
        </p:nvPicPr>
        <p:blipFill>
          <a:blip r:embed="rId4"/>
          <a:stretch>
            <a:fillRect/>
          </a:stretch>
        </p:blipFill>
        <p:spPr>
          <a:xfrm>
            <a:off x="472414" y="1350035"/>
            <a:ext cx="5360721" cy="4157929"/>
          </a:xfrm>
          <a:prstGeom prst="rect">
            <a:avLst/>
          </a:prstGeom>
        </p:spPr>
      </p:pic>
      <p:pic>
        <p:nvPicPr>
          <p:cNvPr id="11" name="Picture 10">
            <a:extLst>
              <a:ext uri="{FF2B5EF4-FFF2-40B4-BE49-F238E27FC236}">
                <a16:creationId xmlns:a16="http://schemas.microsoft.com/office/drawing/2014/main" id="{270BA128-FE33-F48A-D03A-B538538BE517}"/>
              </a:ext>
            </a:extLst>
          </p:cNvPr>
          <p:cNvPicPr>
            <a:picLocks noChangeAspect="1"/>
          </p:cNvPicPr>
          <p:nvPr/>
        </p:nvPicPr>
        <p:blipFill>
          <a:blip r:embed="rId5"/>
          <a:stretch>
            <a:fillRect/>
          </a:stretch>
        </p:blipFill>
        <p:spPr>
          <a:xfrm>
            <a:off x="5972951" y="1157115"/>
            <a:ext cx="5542773" cy="4283052"/>
          </a:xfrm>
          <a:prstGeom prst="rect">
            <a:avLst/>
          </a:prstGeom>
        </p:spPr>
      </p:pic>
      <p:pic>
        <p:nvPicPr>
          <p:cNvPr id="14" name="Picture 13">
            <a:extLst>
              <a:ext uri="{FF2B5EF4-FFF2-40B4-BE49-F238E27FC236}">
                <a16:creationId xmlns:a16="http://schemas.microsoft.com/office/drawing/2014/main" id="{84D84627-DD9D-A8DA-CBC8-94FE7DC4A15E}"/>
              </a:ext>
            </a:extLst>
          </p:cNvPr>
          <p:cNvPicPr>
            <a:picLocks noChangeAspect="1"/>
          </p:cNvPicPr>
          <p:nvPr/>
        </p:nvPicPr>
        <p:blipFill>
          <a:blip r:embed="rId6"/>
          <a:stretch>
            <a:fillRect/>
          </a:stretch>
        </p:blipFill>
        <p:spPr>
          <a:xfrm>
            <a:off x="2495549" y="5887992"/>
            <a:ext cx="8151076" cy="345895"/>
          </a:xfrm>
          <a:prstGeom prst="rect">
            <a:avLst/>
          </a:prstGeom>
        </p:spPr>
      </p:pic>
    </p:spTree>
    <p:extLst>
      <p:ext uri="{BB962C8B-B14F-4D97-AF65-F5344CB8AC3E}">
        <p14:creationId xmlns:p14="http://schemas.microsoft.com/office/powerpoint/2010/main" val="53327782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06141-689F-45A0-EC25-8AC92ACDEA8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980F6E1-2C77-59DB-0371-3CE04F1C217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97C94B88-8826-9748-4DBD-CCC83E1A7759}"/>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FF5AC835-28E6-F23F-FBF6-A83E171FB1F4}"/>
              </a:ext>
            </a:extLst>
          </p:cNvPr>
          <p:cNvSpPr>
            <a:spLocks noGrp="1"/>
          </p:cNvSpPr>
          <p:nvPr>
            <p:ph type="sldNum" sz="quarter" idx="12"/>
          </p:nvPr>
        </p:nvSpPr>
        <p:spPr/>
        <p:txBody>
          <a:bodyPr/>
          <a:lstStyle/>
          <a:p>
            <a:fld id="{5D474BC6-09C9-4ED8-ADF6-087D6F25D5BC}" type="slidenum">
              <a:rPr lang="en-US" smtClean="0"/>
              <a:t>139</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DAEE13E-FB79-21FA-3ADD-72EC5F7A7B36}"/>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2.55 to 2.55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FDAEE13E-FB79-21FA-3ADD-72EC5F7A7B36}"/>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r="-180" b="-1415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5CE93A2E-124E-3132-D392-4F1F49F4AF0A}"/>
              </a:ext>
            </a:extLst>
          </p:cNvPr>
          <p:cNvPicPr>
            <a:picLocks noChangeAspect="1"/>
          </p:cNvPicPr>
          <p:nvPr/>
        </p:nvPicPr>
        <p:blipFill>
          <a:blip r:embed="rId4"/>
          <a:stretch>
            <a:fillRect/>
          </a:stretch>
        </p:blipFill>
        <p:spPr>
          <a:xfrm>
            <a:off x="5848802" y="1138805"/>
            <a:ext cx="5523595" cy="4264385"/>
          </a:xfrm>
          <a:prstGeom prst="rect">
            <a:avLst/>
          </a:prstGeom>
        </p:spPr>
      </p:pic>
      <p:pic>
        <p:nvPicPr>
          <p:cNvPr id="10" name="Picture 9">
            <a:extLst>
              <a:ext uri="{FF2B5EF4-FFF2-40B4-BE49-F238E27FC236}">
                <a16:creationId xmlns:a16="http://schemas.microsoft.com/office/drawing/2014/main" id="{1F86C362-3CF4-F0BD-BF0C-9F60D7AD77A7}"/>
              </a:ext>
            </a:extLst>
          </p:cNvPr>
          <p:cNvPicPr>
            <a:picLocks noChangeAspect="1"/>
          </p:cNvPicPr>
          <p:nvPr/>
        </p:nvPicPr>
        <p:blipFill>
          <a:blip r:embed="rId5"/>
          <a:stretch>
            <a:fillRect/>
          </a:stretch>
        </p:blipFill>
        <p:spPr>
          <a:xfrm>
            <a:off x="461026" y="1138805"/>
            <a:ext cx="5269198" cy="4098265"/>
          </a:xfrm>
          <a:prstGeom prst="rect">
            <a:avLst/>
          </a:prstGeom>
        </p:spPr>
      </p:pic>
      <p:pic>
        <p:nvPicPr>
          <p:cNvPr id="13" name="Picture 12">
            <a:extLst>
              <a:ext uri="{FF2B5EF4-FFF2-40B4-BE49-F238E27FC236}">
                <a16:creationId xmlns:a16="http://schemas.microsoft.com/office/drawing/2014/main" id="{8811BA69-BBF0-FB40-793C-DAE38560EAE1}"/>
              </a:ext>
            </a:extLst>
          </p:cNvPr>
          <p:cNvPicPr>
            <a:picLocks noChangeAspect="1"/>
          </p:cNvPicPr>
          <p:nvPr/>
        </p:nvPicPr>
        <p:blipFill>
          <a:blip r:embed="rId6"/>
          <a:stretch>
            <a:fillRect/>
          </a:stretch>
        </p:blipFill>
        <p:spPr>
          <a:xfrm>
            <a:off x="2209800" y="5656883"/>
            <a:ext cx="8566578" cy="445773"/>
          </a:xfrm>
          <a:prstGeom prst="rect">
            <a:avLst/>
          </a:prstGeom>
        </p:spPr>
      </p:pic>
    </p:spTree>
    <p:extLst>
      <p:ext uri="{BB962C8B-B14F-4D97-AF65-F5344CB8AC3E}">
        <p14:creationId xmlns:p14="http://schemas.microsoft.com/office/powerpoint/2010/main" val="30035686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DA1C8-F5A9-F611-7FC0-D1B61110233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C9D7E7E-9ABC-976C-8848-E3FE3363C7AF}"/>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7F1DDB8-BA6C-2B31-1174-2E44D6137C4A}"/>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B4D218BB-B57F-2ACD-6FEB-9137965FB355}"/>
              </a:ext>
            </a:extLst>
          </p:cNvPr>
          <p:cNvSpPr>
            <a:spLocks noGrp="1"/>
          </p:cNvSpPr>
          <p:nvPr>
            <p:ph type="sldNum" sz="quarter" idx="12"/>
          </p:nvPr>
        </p:nvSpPr>
        <p:spPr/>
        <p:txBody>
          <a:bodyPr/>
          <a:lstStyle/>
          <a:p>
            <a:fld id="{5D474BC6-09C9-4ED8-ADF6-087D6F25D5BC}" type="slidenum">
              <a:rPr lang="en-US" smtClean="0"/>
              <a:t>140</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8253A1-53BD-0239-9475-A3CE235016B7}"/>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2.5 to 2.5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718253A1-53BD-0239-9475-A3CE235016B7}"/>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8B2CED07-5699-4FEA-AB9E-1294894513C8}"/>
              </a:ext>
            </a:extLst>
          </p:cNvPr>
          <p:cNvPicPr>
            <a:picLocks noChangeAspect="1"/>
          </p:cNvPicPr>
          <p:nvPr/>
        </p:nvPicPr>
        <p:blipFill>
          <a:blip r:embed="rId4"/>
          <a:stretch>
            <a:fillRect/>
          </a:stretch>
        </p:blipFill>
        <p:spPr>
          <a:xfrm>
            <a:off x="5990531" y="1223281"/>
            <a:ext cx="5689007" cy="4411437"/>
          </a:xfrm>
          <a:prstGeom prst="rect">
            <a:avLst/>
          </a:prstGeom>
        </p:spPr>
      </p:pic>
      <p:pic>
        <p:nvPicPr>
          <p:cNvPr id="11" name="Picture 10">
            <a:extLst>
              <a:ext uri="{FF2B5EF4-FFF2-40B4-BE49-F238E27FC236}">
                <a16:creationId xmlns:a16="http://schemas.microsoft.com/office/drawing/2014/main" id="{2C6EE9FC-C551-A80C-7679-FBD4CF411C0B}"/>
              </a:ext>
            </a:extLst>
          </p:cNvPr>
          <p:cNvPicPr>
            <a:picLocks noChangeAspect="1"/>
          </p:cNvPicPr>
          <p:nvPr/>
        </p:nvPicPr>
        <p:blipFill>
          <a:blip r:embed="rId5"/>
          <a:stretch>
            <a:fillRect/>
          </a:stretch>
        </p:blipFill>
        <p:spPr>
          <a:xfrm>
            <a:off x="625761" y="1487085"/>
            <a:ext cx="5081926" cy="3883829"/>
          </a:xfrm>
          <a:prstGeom prst="rect">
            <a:avLst/>
          </a:prstGeom>
        </p:spPr>
      </p:pic>
      <p:pic>
        <p:nvPicPr>
          <p:cNvPr id="14" name="Picture 13">
            <a:extLst>
              <a:ext uri="{FF2B5EF4-FFF2-40B4-BE49-F238E27FC236}">
                <a16:creationId xmlns:a16="http://schemas.microsoft.com/office/drawing/2014/main" id="{290C7775-F031-9011-60F3-626EEBAFECB1}"/>
              </a:ext>
            </a:extLst>
          </p:cNvPr>
          <p:cNvPicPr>
            <a:picLocks noChangeAspect="1"/>
          </p:cNvPicPr>
          <p:nvPr/>
        </p:nvPicPr>
        <p:blipFill>
          <a:blip r:embed="rId6"/>
          <a:stretch>
            <a:fillRect/>
          </a:stretch>
        </p:blipFill>
        <p:spPr>
          <a:xfrm>
            <a:off x="1828727" y="5889455"/>
            <a:ext cx="8534546" cy="385307"/>
          </a:xfrm>
          <a:prstGeom prst="rect">
            <a:avLst/>
          </a:prstGeom>
        </p:spPr>
      </p:pic>
    </p:spTree>
    <p:extLst>
      <p:ext uri="{BB962C8B-B14F-4D97-AF65-F5344CB8AC3E}">
        <p14:creationId xmlns:p14="http://schemas.microsoft.com/office/powerpoint/2010/main" val="200645971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970F1-740E-F73D-F9F3-55BE2D44DC7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D869AE6-D634-2289-0BCC-C4699063095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C9872ECA-F249-1676-B47A-7AD2EAD5B177}"/>
              </a:ext>
            </a:extLst>
          </p:cNvPr>
          <p:cNvSpPr>
            <a:spLocks noGrp="1"/>
          </p:cNvSpPr>
          <p:nvPr>
            <p:ph type="ftr" sz="quarter" idx="11"/>
          </p:nvPr>
        </p:nvSpPr>
        <p:spPr/>
        <p:txBody>
          <a:bodyPr/>
          <a:lstStyle/>
          <a:p>
            <a:r>
              <a:rPr lang="en-US" dirty="0"/>
              <a:t>Feb 9, 2026</a:t>
            </a:r>
          </a:p>
        </p:txBody>
      </p:sp>
      <p:sp>
        <p:nvSpPr>
          <p:cNvPr id="6" name="Slide Number Placeholder 5">
            <a:extLst>
              <a:ext uri="{FF2B5EF4-FFF2-40B4-BE49-F238E27FC236}">
                <a16:creationId xmlns:a16="http://schemas.microsoft.com/office/drawing/2014/main" id="{091B40BC-652F-6066-E3BE-30A1FBE3CB98}"/>
              </a:ext>
            </a:extLst>
          </p:cNvPr>
          <p:cNvSpPr>
            <a:spLocks noGrp="1"/>
          </p:cNvSpPr>
          <p:nvPr>
            <p:ph type="sldNum" sz="quarter" idx="12"/>
          </p:nvPr>
        </p:nvSpPr>
        <p:spPr/>
        <p:txBody>
          <a:bodyPr/>
          <a:lstStyle/>
          <a:p>
            <a:fld id="{5D474BC6-09C9-4ED8-ADF6-087D6F25D5BC}" type="slidenum">
              <a:rPr lang="en-US" smtClean="0"/>
              <a:t>141</a:t>
            </a:fld>
            <a:endParaRPr lang="en-US"/>
          </a:p>
        </p:txBody>
      </p:sp>
      <p:sp>
        <p:nvSpPr>
          <p:cNvPr id="7" name="TextBox 6">
            <a:extLst>
              <a:ext uri="{FF2B5EF4-FFF2-40B4-BE49-F238E27FC236}">
                <a16:creationId xmlns:a16="http://schemas.microsoft.com/office/drawing/2014/main" id="{AB36C0B6-2A02-6CAD-FC91-92DFBB3C8EEC}"/>
              </a:ext>
            </a:extLst>
          </p:cNvPr>
          <p:cNvSpPr txBox="1"/>
          <p:nvPr/>
        </p:nvSpPr>
        <p:spPr>
          <a:xfrm>
            <a:off x="2388108" y="2180776"/>
            <a:ext cx="7415784" cy="1754326"/>
          </a:xfrm>
          <a:prstGeom prst="rect">
            <a:avLst/>
          </a:prstGeom>
          <a:noFill/>
        </p:spPr>
        <p:txBody>
          <a:bodyPr wrap="square" rtlCol="0">
            <a:spAutoFit/>
          </a:bodyPr>
          <a:lstStyle/>
          <a:p>
            <a:pPr algn="ctr"/>
            <a:endParaRPr lang="en-US" dirty="0"/>
          </a:p>
          <a:p>
            <a:pPr algn="ctr"/>
            <a:r>
              <a:rPr lang="en-US" dirty="0"/>
              <a:t>Mubi Khan</a:t>
            </a:r>
          </a:p>
          <a:p>
            <a:pPr algn="ctr"/>
            <a:endParaRPr lang="en-US" dirty="0"/>
          </a:p>
          <a:p>
            <a:pPr algn="ctr"/>
            <a:r>
              <a:rPr lang="en-US" dirty="0"/>
              <a:t>University of Kentucky</a:t>
            </a:r>
          </a:p>
          <a:p>
            <a:pPr algn="ctr"/>
            <a:endParaRPr lang="en-US" dirty="0"/>
          </a:p>
          <a:p>
            <a:pPr algn="ctr"/>
            <a:r>
              <a:rPr lang="en-US" dirty="0"/>
              <a:t>Feb 9, 2026</a:t>
            </a:r>
          </a:p>
        </p:txBody>
      </p:sp>
    </p:spTree>
    <p:extLst>
      <p:ext uri="{BB962C8B-B14F-4D97-AF65-F5344CB8AC3E}">
        <p14:creationId xmlns:p14="http://schemas.microsoft.com/office/powerpoint/2010/main" val="220347210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E394B-8583-371B-F55C-E4011022F38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E44345C-421D-FC8D-1FA3-28F873FA85A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BC15500-4233-115C-C63C-C000DE039DBB}"/>
              </a:ext>
            </a:extLst>
          </p:cNvPr>
          <p:cNvSpPr>
            <a:spLocks noGrp="1"/>
          </p:cNvSpPr>
          <p:nvPr>
            <p:ph type="ftr" sz="quarter" idx="11"/>
          </p:nvPr>
        </p:nvSpPr>
        <p:spPr/>
        <p:txBody>
          <a:bodyPr/>
          <a:lstStyle/>
          <a:p>
            <a:r>
              <a:rPr lang="en-US" dirty="0"/>
              <a:t>Jan 24</a:t>
            </a:r>
          </a:p>
        </p:txBody>
      </p:sp>
      <p:sp>
        <p:nvSpPr>
          <p:cNvPr id="6" name="Slide Number Placeholder 5">
            <a:extLst>
              <a:ext uri="{FF2B5EF4-FFF2-40B4-BE49-F238E27FC236}">
                <a16:creationId xmlns:a16="http://schemas.microsoft.com/office/drawing/2014/main" id="{FF7B0FF5-6D8E-585D-295C-CE36D1F67137}"/>
              </a:ext>
            </a:extLst>
          </p:cNvPr>
          <p:cNvSpPr>
            <a:spLocks noGrp="1"/>
          </p:cNvSpPr>
          <p:nvPr>
            <p:ph type="sldNum" sz="quarter" idx="12"/>
          </p:nvPr>
        </p:nvSpPr>
        <p:spPr/>
        <p:txBody>
          <a:bodyPr/>
          <a:lstStyle/>
          <a:p>
            <a:fld id="{5D474BC6-09C9-4ED8-ADF6-087D6F25D5BC}" type="slidenum">
              <a:rPr lang="en-US" smtClean="0"/>
              <a:t>142</a:t>
            </a:fld>
            <a:endParaRPr lang="en-US"/>
          </a:p>
        </p:txBody>
      </p:sp>
      <p:sp>
        <p:nvSpPr>
          <p:cNvPr id="9" name="TextBox 8">
            <a:extLst>
              <a:ext uri="{FF2B5EF4-FFF2-40B4-BE49-F238E27FC236}">
                <a16:creationId xmlns:a16="http://schemas.microsoft.com/office/drawing/2014/main" id="{657EC7C7-5DA5-C5A1-153E-8B29416A987B}"/>
              </a:ext>
            </a:extLst>
          </p:cNvPr>
          <p:cNvSpPr txBox="1"/>
          <p:nvPr/>
        </p:nvSpPr>
        <p:spPr>
          <a:xfrm>
            <a:off x="685800" y="448056"/>
            <a:ext cx="10177272" cy="646331"/>
          </a:xfrm>
          <a:prstGeom prst="rect">
            <a:avLst/>
          </a:prstGeom>
          <a:noFill/>
        </p:spPr>
        <p:txBody>
          <a:bodyPr wrap="square" rtlCol="0">
            <a:spAutoFit/>
          </a:bodyPr>
          <a:lstStyle/>
          <a:p>
            <a:r>
              <a:rPr lang="en-US" b="1" dirty="0"/>
              <a:t>For n = 54 coils (including 6 side coils ID 50 cm each side), d ~ 92 mm – currents and ppm levels (penalizing fluctuation in currents)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4B70452-FD2B-0AAD-8861-3393F6FC6CD2}"/>
                  </a:ext>
                </a:extLst>
              </p:cNvPr>
              <p:cNvSpPr txBox="1"/>
              <p:nvPr/>
            </p:nvSpPr>
            <p:spPr>
              <a:xfrm>
                <a:off x="1947672" y="1041711"/>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=1.7</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293C5F23-4E45-1F3B-3A43-ED4AFAE8DDB3}"/>
                  </a:ext>
                </a:extLst>
              </p:cNvPr>
              <p:cNvSpPr txBox="1">
                <a:spLocks noRot="1" noChangeAspect="1" noMove="1" noResize="1" noEditPoints="1" noAdjustHandles="1" noChangeArrowheads="1" noChangeShapeType="1" noTextEdit="1"/>
              </p:cNvSpPr>
              <p:nvPr/>
            </p:nvSpPr>
            <p:spPr>
              <a:xfrm>
                <a:off x="1947672" y="1041711"/>
                <a:ext cx="168859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A03D391-6421-E54C-5439-EAA48C674543}"/>
                  </a:ext>
                </a:extLst>
              </p:cNvPr>
              <p:cNvSpPr txBox="1"/>
              <p:nvPr/>
            </p:nvSpPr>
            <p:spPr>
              <a:xfrm>
                <a:off x="3890772" y="1087877"/>
                <a:ext cx="780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=2.5</m:t>
                      </m:r>
                    </m:oMath>
                  </m:oMathPara>
                </a14:m>
                <a:endParaRPr lang="en-US" dirty="0"/>
              </a:p>
            </p:txBody>
          </p:sp>
        </mc:Choice>
        <mc:Fallback xmlns="">
          <p:sp>
            <p:nvSpPr>
              <p:cNvPr id="3" name="TextBox 2">
                <a:extLst>
                  <a:ext uri="{FF2B5EF4-FFF2-40B4-BE49-F238E27FC236}">
                    <a16:creationId xmlns:a16="http://schemas.microsoft.com/office/drawing/2014/main" id="{DE4C9166-1B9B-83CD-827B-39E19508CB69}"/>
                  </a:ext>
                </a:extLst>
              </p:cNvPr>
              <p:cNvSpPr txBox="1">
                <a:spLocks noRot="1" noChangeAspect="1" noMove="1" noResize="1" noEditPoints="1" noAdjustHandles="1" noChangeArrowheads="1" noChangeShapeType="1" noTextEdit="1"/>
              </p:cNvSpPr>
              <p:nvPr/>
            </p:nvSpPr>
            <p:spPr>
              <a:xfrm>
                <a:off x="3890772" y="1087877"/>
                <a:ext cx="780983" cy="276999"/>
              </a:xfrm>
              <a:prstGeom prst="rect">
                <a:avLst/>
              </a:prstGeom>
              <a:blipFill>
                <a:blip r:embed="rId3"/>
                <a:stretch>
                  <a:fillRect l="-7813" r="-7813" b="-2391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A1ED1B0-E660-9914-1E8D-3B5A61B3B514}"/>
              </a:ext>
            </a:extLst>
          </p:cNvPr>
          <p:cNvSpPr txBox="1"/>
          <p:nvPr/>
        </p:nvSpPr>
        <p:spPr>
          <a:xfrm>
            <a:off x="4608576" y="1042157"/>
            <a:ext cx="3694176" cy="369332"/>
          </a:xfrm>
          <a:prstGeom prst="rect">
            <a:avLst/>
          </a:prstGeom>
          <a:noFill/>
        </p:spPr>
        <p:txBody>
          <a:bodyPr wrap="square" rtlCol="0">
            <a:spAutoFit/>
          </a:bodyPr>
          <a:lstStyle/>
          <a:p>
            <a:r>
              <a:rPr lang="en-US" dirty="0"/>
              <a:t>the penalization factor</a:t>
            </a:r>
          </a:p>
        </p:txBody>
      </p:sp>
      <p:sp>
        <p:nvSpPr>
          <p:cNvPr id="14" name="TextBox 13">
            <a:extLst>
              <a:ext uri="{FF2B5EF4-FFF2-40B4-BE49-F238E27FC236}">
                <a16:creationId xmlns:a16="http://schemas.microsoft.com/office/drawing/2014/main" id="{35C51DC6-2043-4D4A-B863-118C00A17A59}"/>
              </a:ext>
            </a:extLst>
          </p:cNvPr>
          <p:cNvSpPr txBox="1"/>
          <p:nvPr/>
        </p:nvSpPr>
        <p:spPr>
          <a:xfrm>
            <a:off x="6364224" y="6086778"/>
            <a:ext cx="4498848" cy="646331"/>
          </a:xfrm>
          <a:prstGeom prst="rect">
            <a:avLst/>
          </a:prstGeom>
          <a:noFill/>
        </p:spPr>
        <p:txBody>
          <a:bodyPr wrap="square" rtlCol="0">
            <a:spAutoFit/>
          </a:bodyPr>
          <a:lstStyle/>
          <a:p>
            <a:r>
              <a:rPr lang="en-US" dirty="0"/>
              <a:t>Worst ppm = 1.027 for z = 1.75, and 0.019 for z = 1.56</a:t>
            </a:r>
          </a:p>
        </p:txBody>
      </p:sp>
      <p:pic>
        <p:nvPicPr>
          <p:cNvPr id="10" name="Picture 9">
            <a:extLst>
              <a:ext uri="{FF2B5EF4-FFF2-40B4-BE49-F238E27FC236}">
                <a16:creationId xmlns:a16="http://schemas.microsoft.com/office/drawing/2014/main" id="{6EA22973-FBC1-4B73-6E4E-57EEFF9AC3F2}"/>
              </a:ext>
            </a:extLst>
          </p:cNvPr>
          <p:cNvPicPr>
            <a:picLocks noChangeAspect="1"/>
          </p:cNvPicPr>
          <p:nvPr/>
        </p:nvPicPr>
        <p:blipFill>
          <a:blip r:embed="rId4"/>
          <a:stretch>
            <a:fillRect/>
          </a:stretch>
        </p:blipFill>
        <p:spPr>
          <a:xfrm>
            <a:off x="5900928" y="1765088"/>
            <a:ext cx="5531792" cy="4225203"/>
          </a:xfrm>
          <a:prstGeom prst="rect">
            <a:avLst/>
          </a:prstGeom>
        </p:spPr>
      </p:pic>
      <p:pic>
        <p:nvPicPr>
          <p:cNvPr id="16" name="Picture 15">
            <a:extLst>
              <a:ext uri="{FF2B5EF4-FFF2-40B4-BE49-F238E27FC236}">
                <a16:creationId xmlns:a16="http://schemas.microsoft.com/office/drawing/2014/main" id="{0FF7306C-66D2-7A7D-B879-872740AB3EBD}"/>
              </a:ext>
            </a:extLst>
          </p:cNvPr>
          <p:cNvPicPr>
            <a:picLocks noChangeAspect="1"/>
          </p:cNvPicPr>
          <p:nvPr/>
        </p:nvPicPr>
        <p:blipFill>
          <a:blip r:embed="rId5"/>
          <a:srcRect t="8267"/>
          <a:stretch>
            <a:fillRect/>
          </a:stretch>
        </p:blipFill>
        <p:spPr>
          <a:xfrm>
            <a:off x="0" y="1730935"/>
            <a:ext cx="6211167" cy="4474225"/>
          </a:xfrm>
          <a:prstGeom prst="rect">
            <a:avLst/>
          </a:prstGeom>
        </p:spPr>
      </p:pic>
      <p:sp>
        <p:nvSpPr>
          <p:cNvPr id="2" name="TextBox 1">
            <a:extLst>
              <a:ext uri="{FF2B5EF4-FFF2-40B4-BE49-F238E27FC236}">
                <a16:creationId xmlns:a16="http://schemas.microsoft.com/office/drawing/2014/main" id="{E6D20643-9170-EEFF-96C3-A8DDAC1632C1}"/>
              </a:ext>
            </a:extLst>
          </p:cNvPr>
          <p:cNvSpPr txBox="1"/>
          <p:nvPr/>
        </p:nvSpPr>
        <p:spPr>
          <a:xfrm>
            <a:off x="466724" y="78724"/>
            <a:ext cx="5434203" cy="369332"/>
          </a:xfrm>
          <a:prstGeom prst="rect">
            <a:avLst/>
          </a:prstGeom>
          <a:noFill/>
        </p:spPr>
        <p:txBody>
          <a:bodyPr wrap="square" rtlCol="0">
            <a:spAutoFit/>
          </a:bodyPr>
          <a:lstStyle/>
          <a:p>
            <a:r>
              <a:rPr lang="en-US" dirty="0">
                <a:highlight>
                  <a:srgbClr val="FFFF00"/>
                </a:highlight>
              </a:rPr>
              <a:t>Best result from last time:</a:t>
            </a:r>
          </a:p>
        </p:txBody>
      </p:sp>
    </p:spTree>
    <p:extLst>
      <p:ext uri="{BB962C8B-B14F-4D97-AF65-F5344CB8AC3E}">
        <p14:creationId xmlns:p14="http://schemas.microsoft.com/office/powerpoint/2010/main" val="216244160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BE9D9-94E3-290A-E3D3-5E9B8C8DF0E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19D359C-49CE-2057-A904-27FD934835E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664C457-34CC-6A6D-292B-9B1E6A42582E}"/>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A45F8402-ED9B-FDD5-46F8-891290194856}"/>
              </a:ext>
            </a:extLst>
          </p:cNvPr>
          <p:cNvSpPr>
            <a:spLocks noGrp="1"/>
          </p:cNvSpPr>
          <p:nvPr>
            <p:ph type="sldNum" sz="quarter" idx="12"/>
          </p:nvPr>
        </p:nvSpPr>
        <p:spPr/>
        <p:txBody>
          <a:bodyPr/>
          <a:lstStyle/>
          <a:p>
            <a:fld id="{5D474BC6-09C9-4ED8-ADF6-087D6F25D5BC}" type="slidenum">
              <a:rPr lang="en-US" smtClean="0"/>
              <a:t>143</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A23B85E-298A-1E7B-0631-65102ED5F0C6}"/>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3.5 to 3.5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2A23B85E-298A-1E7B-0631-65102ED5F0C6}"/>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834F734-BDF9-1210-FE91-5B23F13D3D2C}"/>
              </a:ext>
            </a:extLst>
          </p:cNvPr>
          <p:cNvPicPr>
            <a:picLocks noChangeAspect="1"/>
          </p:cNvPicPr>
          <p:nvPr/>
        </p:nvPicPr>
        <p:blipFill>
          <a:blip r:embed="rId4"/>
          <a:stretch>
            <a:fillRect/>
          </a:stretch>
        </p:blipFill>
        <p:spPr>
          <a:xfrm>
            <a:off x="273073" y="1333500"/>
            <a:ext cx="5352210" cy="4143646"/>
          </a:xfrm>
          <a:prstGeom prst="rect">
            <a:avLst/>
          </a:prstGeom>
        </p:spPr>
      </p:pic>
      <p:pic>
        <p:nvPicPr>
          <p:cNvPr id="12" name="Picture 11">
            <a:extLst>
              <a:ext uri="{FF2B5EF4-FFF2-40B4-BE49-F238E27FC236}">
                <a16:creationId xmlns:a16="http://schemas.microsoft.com/office/drawing/2014/main" id="{BB1BFF85-9773-206C-F336-725D213DFFF7}"/>
              </a:ext>
            </a:extLst>
          </p:cNvPr>
          <p:cNvPicPr>
            <a:picLocks noChangeAspect="1"/>
          </p:cNvPicPr>
          <p:nvPr/>
        </p:nvPicPr>
        <p:blipFill>
          <a:blip r:embed="rId5"/>
          <a:stretch>
            <a:fillRect/>
          </a:stretch>
        </p:blipFill>
        <p:spPr>
          <a:xfrm>
            <a:off x="5838473" y="1222834"/>
            <a:ext cx="5686777" cy="4254312"/>
          </a:xfrm>
          <a:prstGeom prst="rect">
            <a:avLst/>
          </a:prstGeom>
        </p:spPr>
      </p:pic>
      <p:pic>
        <p:nvPicPr>
          <p:cNvPr id="14" name="Picture 13">
            <a:extLst>
              <a:ext uri="{FF2B5EF4-FFF2-40B4-BE49-F238E27FC236}">
                <a16:creationId xmlns:a16="http://schemas.microsoft.com/office/drawing/2014/main" id="{29D0B013-FBE6-69A9-8E19-D5754D099A12}"/>
              </a:ext>
            </a:extLst>
          </p:cNvPr>
          <p:cNvPicPr>
            <a:picLocks noChangeAspect="1"/>
          </p:cNvPicPr>
          <p:nvPr/>
        </p:nvPicPr>
        <p:blipFill>
          <a:blip r:embed="rId6"/>
          <a:stretch>
            <a:fillRect/>
          </a:stretch>
        </p:blipFill>
        <p:spPr>
          <a:xfrm>
            <a:off x="2343857" y="5819774"/>
            <a:ext cx="7504286" cy="356575"/>
          </a:xfrm>
          <a:prstGeom prst="rect">
            <a:avLst/>
          </a:prstGeom>
        </p:spPr>
      </p:pic>
    </p:spTree>
    <p:extLst>
      <p:ext uri="{BB962C8B-B14F-4D97-AF65-F5344CB8AC3E}">
        <p14:creationId xmlns:p14="http://schemas.microsoft.com/office/powerpoint/2010/main" val="263013289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400C6-BC85-B1DB-FEC0-B55A79072C4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DD3572C-4909-044C-B761-F1480975F414}"/>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961074E-0F16-DB59-1604-2608A098B85F}"/>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318AE915-F012-0BEB-C6CC-B3E46C2CE6CA}"/>
              </a:ext>
            </a:extLst>
          </p:cNvPr>
          <p:cNvSpPr>
            <a:spLocks noGrp="1"/>
          </p:cNvSpPr>
          <p:nvPr>
            <p:ph type="sldNum" sz="quarter" idx="12"/>
          </p:nvPr>
        </p:nvSpPr>
        <p:spPr/>
        <p:txBody>
          <a:bodyPr/>
          <a:lstStyle/>
          <a:p>
            <a:fld id="{5D474BC6-09C9-4ED8-ADF6-087D6F25D5BC}" type="slidenum">
              <a:rPr lang="en-US" smtClean="0"/>
              <a:t>144</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2FDB119-A6AE-255F-66A7-B31A0157ADFD}"/>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3 to 3 m </a:t>
                </a:r>
                <a:r>
                  <a:rPr lang="en-US" b="1" dirty="0"/>
                  <a:t>(NO side coils), currents and ppm levels (penalizing fluctuation in currents; </a:t>
                </a:r>
                <a14:m>
                  <m:oMath xmlns:m="http://schemas.openxmlformats.org/officeDocument/2006/math">
                    <m:r>
                      <a:rPr lang="en-US" b="1" i="1" smtClean="0">
                        <a:latin typeface="Cambria Math" panose="02040503050406030204" pitchFamily="18" charset="0"/>
                      </a:rPr>
                      <m:t>𝜼</m:t>
                    </m:r>
                    <m:r>
                      <a:rPr lang="en-US" b="1" i="1" smtClean="0">
                        <a:latin typeface="Cambria Math" panose="02040503050406030204" pitchFamily="18" charset="0"/>
                      </a:rPr>
                      <m:t>=</m:t>
                    </m:r>
                    <m:r>
                      <a:rPr lang="en-US" b="1" i="1" smtClean="0">
                        <a:latin typeface="Cambria Math" panose="02040503050406030204" pitchFamily="18" charset="0"/>
                      </a:rPr>
                      <m:t>𝟑𝟎</m:t>
                    </m:r>
                  </m:oMath>
                </a14:m>
                <a:r>
                  <a:rPr lang="en-US" b="1" dirty="0"/>
                  <a:t>)</a:t>
                </a:r>
              </a:p>
            </p:txBody>
          </p:sp>
        </mc:Choice>
        <mc:Fallback xmlns="">
          <p:sp>
            <p:nvSpPr>
              <p:cNvPr id="9" name="TextBox 8">
                <a:extLst>
                  <a:ext uri="{FF2B5EF4-FFF2-40B4-BE49-F238E27FC236}">
                    <a16:creationId xmlns:a16="http://schemas.microsoft.com/office/drawing/2014/main" id="{E2FDB119-A6AE-255F-66A7-B31A0157ADFD}"/>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DE349F38-2CF5-8288-532A-1FB90C99DD72}"/>
              </a:ext>
            </a:extLst>
          </p:cNvPr>
          <p:cNvPicPr>
            <a:picLocks noChangeAspect="1"/>
          </p:cNvPicPr>
          <p:nvPr/>
        </p:nvPicPr>
        <p:blipFill>
          <a:blip r:embed="rId4"/>
          <a:stretch>
            <a:fillRect/>
          </a:stretch>
        </p:blipFill>
        <p:spPr>
          <a:xfrm>
            <a:off x="6096000" y="1211923"/>
            <a:ext cx="5661927" cy="4318418"/>
          </a:xfrm>
          <a:prstGeom prst="rect">
            <a:avLst/>
          </a:prstGeom>
        </p:spPr>
      </p:pic>
      <p:pic>
        <p:nvPicPr>
          <p:cNvPr id="10" name="Picture 9">
            <a:extLst>
              <a:ext uri="{FF2B5EF4-FFF2-40B4-BE49-F238E27FC236}">
                <a16:creationId xmlns:a16="http://schemas.microsoft.com/office/drawing/2014/main" id="{4DE70466-896E-E782-56AD-480824481466}"/>
              </a:ext>
            </a:extLst>
          </p:cNvPr>
          <p:cNvPicPr>
            <a:picLocks noChangeAspect="1"/>
          </p:cNvPicPr>
          <p:nvPr/>
        </p:nvPicPr>
        <p:blipFill>
          <a:blip r:embed="rId5"/>
          <a:stretch>
            <a:fillRect/>
          </a:stretch>
        </p:blipFill>
        <p:spPr>
          <a:xfrm>
            <a:off x="325127" y="1248403"/>
            <a:ext cx="5770873" cy="4361193"/>
          </a:xfrm>
          <a:prstGeom prst="rect">
            <a:avLst/>
          </a:prstGeom>
        </p:spPr>
      </p:pic>
      <p:pic>
        <p:nvPicPr>
          <p:cNvPr id="13" name="Picture 12">
            <a:extLst>
              <a:ext uri="{FF2B5EF4-FFF2-40B4-BE49-F238E27FC236}">
                <a16:creationId xmlns:a16="http://schemas.microsoft.com/office/drawing/2014/main" id="{A23CBB74-9AD9-E7A6-D5A5-28784429DB0B}"/>
              </a:ext>
            </a:extLst>
          </p:cNvPr>
          <p:cNvPicPr>
            <a:picLocks noChangeAspect="1"/>
          </p:cNvPicPr>
          <p:nvPr/>
        </p:nvPicPr>
        <p:blipFill>
          <a:blip r:embed="rId6"/>
          <a:stretch>
            <a:fillRect/>
          </a:stretch>
        </p:blipFill>
        <p:spPr>
          <a:xfrm>
            <a:off x="2261652" y="5873689"/>
            <a:ext cx="8245737" cy="365125"/>
          </a:xfrm>
          <a:prstGeom prst="rect">
            <a:avLst/>
          </a:prstGeom>
        </p:spPr>
      </p:pic>
    </p:spTree>
    <p:extLst>
      <p:ext uri="{BB962C8B-B14F-4D97-AF65-F5344CB8AC3E}">
        <p14:creationId xmlns:p14="http://schemas.microsoft.com/office/powerpoint/2010/main" val="199108734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282D-EB33-ADA6-227A-67D46368ED4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E6FEA87-E458-574F-ED4E-E2BB0ECE2C4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2F89FDC-8A09-472F-58D0-87B6B137CC50}"/>
              </a:ext>
            </a:extLst>
          </p:cNvPr>
          <p:cNvSpPr>
            <a:spLocks noGrp="1"/>
          </p:cNvSpPr>
          <p:nvPr>
            <p:ph type="ftr" sz="quarter" idx="11"/>
          </p:nvPr>
        </p:nvSpPr>
        <p:spPr/>
        <p:txBody>
          <a:bodyPr/>
          <a:lstStyle/>
          <a:p>
            <a:r>
              <a:rPr lang="en-US" dirty="0"/>
              <a:t>Feb 8</a:t>
            </a:r>
          </a:p>
        </p:txBody>
      </p:sp>
      <p:sp>
        <p:nvSpPr>
          <p:cNvPr id="6" name="Slide Number Placeholder 5">
            <a:extLst>
              <a:ext uri="{FF2B5EF4-FFF2-40B4-BE49-F238E27FC236}">
                <a16:creationId xmlns:a16="http://schemas.microsoft.com/office/drawing/2014/main" id="{FD9639DF-78B2-C7C3-FFB8-4ABE4CB5EC39}"/>
              </a:ext>
            </a:extLst>
          </p:cNvPr>
          <p:cNvSpPr>
            <a:spLocks noGrp="1"/>
          </p:cNvSpPr>
          <p:nvPr>
            <p:ph type="sldNum" sz="quarter" idx="12"/>
          </p:nvPr>
        </p:nvSpPr>
        <p:spPr/>
        <p:txBody>
          <a:bodyPr/>
          <a:lstStyle/>
          <a:p>
            <a:fld id="{5D474BC6-09C9-4ED8-ADF6-087D6F25D5BC}" type="slidenum">
              <a:rPr lang="en-US" smtClean="0"/>
              <a:t>145</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5D971EC-37B7-424B-703D-76226F241F19}"/>
                  </a:ext>
                </a:extLst>
              </p:cNvPr>
              <p:cNvSpPr txBox="1"/>
              <p:nvPr/>
            </p:nvSpPr>
            <p:spPr>
              <a:xfrm>
                <a:off x="685800" y="448056"/>
                <a:ext cx="10177272" cy="646331"/>
              </a:xfrm>
              <a:prstGeom prst="rect">
                <a:avLst/>
              </a:prstGeom>
              <a:noFill/>
            </p:spPr>
            <p:txBody>
              <a:bodyPr wrap="square" rtlCol="0">
                <a:spAutoFit/>
              </a:bodyPr>
              <a:lstStyle/>
              <a:p>
                <a:r>
                  <a:rPr lang="en-US" b="1" dirty="0"/>
                  <a:t>For n = 68 coils </a:t>
                </a:r>
                <a:r>
                  <a:rPr lang="en-US" b="1" dirty="0">
                    <a:highlight>
                      <a:srgbClr val="FFFF00"/>
                    </a:highlight>
                  </a:rPr>
                  <a:t>– 3 to 3 m </a:t>
                </a:r>
                <a:r>
                  <a:rPr lang="en-US" b="1" dirty="0"/>
                  <a:t>(NO side coils), currents and ppm levels (penalizing fluctuation in currents; </a:t>
                </a:r>
                <a14:m>
                  <m:oMath xmlns:m="http://schemas.openxmlformats.org/officeDocument/2006/math">
                    <m:r>
                      <a:rPr lang="en-US" b="1" i="1" smtClean="0">
                        <a:highlight>
                          <a:srgbClr val="FFFF00"/>
                        </a:highlight>
                        <a:latin typeface="Cambria Math" panose="02040503050406030204" pitchFamily="18" charset="0"/>
                      </a:rPr>
                      <m:t>𝜼</m:t>
                    </m:r>
                    <m:r>
                      <a:rPr lang="en-US" b="1" i="1" smtClean="0">
                        <a:highlight>
                          <a:srgbClr val="FFFF00"/>
                        </a:highlight>
                        <a:latin typeface="Cambria Math" panose="02040503050406030204" pitchFamily="18" charset="0"/>
                      </a:rPr>
                      <m:t>=</m:t>
                    </m:r>
                    <m:r>
                      <a:rPr lang="en-US" b="1" i="1" smtClean="0">
                        <a:highlight>
                          <a:srgbClr val="FFFF00"/>
                        </a:highlight>
                        <a:latin typeface="Cambria Math" panose="02040503050406030204" pitchFamily="18" charset="0"/>
                      </a:rPr>
                      <m:t>𝟔𝟎</m:t>
                    </m:r>
                  </m:oMath>
                </a14:m>
                <a:r>
                  <a:rPr lang="en-US" b="1" dirty="0"/>
                  <a:t>)</a:t>
                </a:r>
              </a:p>
            </p:txBody>
          </p:sp>
        </mc:Choice>
        <mc:Fallback xmlns="">
          <p:sp>
            <p:nvSpPr>
              <p:cNvPr id="9" name="TextBox 8">
                <a:extLst>
                  <a:ext uri="{FF2B5EF4-FFF2-40B4-BE49-F238E27FC236}">
                    <a16:creationId xmlns:a16="http://schemas.microsoft.com/office/drawing/2014/main" id="{35D971EC-37B7-424B-703D-76226F241F19}"/>
                  </a:ext>
                </a:extLst>
              </p:cNvPr>
              <p:cNvSpPr txBox="1">
                <a:spLocks noRot="1" noChangeAspect="1" noMove="1" noResize="1" noEditPoints="1" noAdjustHandles="1" noChangeArrowheads="1" noChangeShapeType="1" noTextEdit="1"/>
              </p:cNvSpPr>
              <p:nvPr/>
            </p:nvSpPr>
            <p:spPr>
              <a:xfrm>
                <a:off x="685800" y="448056"/>
                <a:ext cx="10177272" cy="646331"/>
              </a:xfrm>
              <a:prstGeom prst="rect">
                <a:avLst/>
              </a:prstGeom>
              <a:blipFill>
                <a:blip r:embed="rId3"/>
                <a:stretch>
                  <a:fillRect l="-539" t="-4717" b="-1415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9CD3287-CE74-AF9C-F447-7F551D8C1722}"/>
              </a:ext>
            </a:extLst>
          </p:cNvPr>
          <p:cNvPicPr>
            <a:picLocks noChangeAspect="1"/>
          </p:cNvPicPr>
          <p:nvPr/>
        </p:nvPicPr>
        <p:blipFill>
          <a:blip r:embed="rId4"/>
          <a:stretch>
            <a:fillRect/>
          </a:stretch>
        </p:blipFill>
        <p:spPr>
          <a:xfrm>
            <a:off x="403270" y="1230193"/>
            <a:ext cx="5300350" cy="4168235"/>
          </a:xfrm>
          <a:prstGeom prst="rect">
            <a:avLst/>
          </a:prstGeom>
        </p:spPr>
      </p:pic>
      <p:pic>
        <p:nvPicPr>
          <p:cNvPr id="11" name="Picture 10">
            <a:extLst>
              <a:ext uri="{FF2B5EF4-FFF2-40B4-BE49-F238E27FC236}">
                <a16:creationId xmlns:a16="http://schemas.microsoft.com/office/drawing/2014/main" id="{F7576584-7368-68AD-96C9-4C7BB88A2E57}"/>
              </a:ext>
            </a:extLst>
          </p:cNvPr>
          <p:cNvPicPr>
            <a:picLocks noChangeAspect="1"/>
          </p:cNvPicPr>
          <p:nvPr/>
        </p:nvPicPr>
        <p:blipFill>
          <a:blip r:embed="rId5"/>
          <a:stretch>
            <a:fillRect/>
          </a:stretch>
        </p:blipFill>
        <p:spPr>
          <a:xfrm>
            <a:off x="6096000" y="1230193"/>
            <a:ext cx="5406325" cy="4168235"/>
          </a:xfrm>
          <a:prstGeom prst="rect">
            <a:avLst/>
          </a:prstGeom>
        </p:spPr>
      </p:pic>
      <p:pic>
        <p:nvPicPr>
          <p:cNvPr id="14" name="Picture 13">
            <a:extLst>
              <a:ext uri="{FF2B5EF4-FFF2-40B4-BE49-F238E27FC236}">
                <a16:creationId xmlns:a16="http://schemas.microsoft.com/office/drawing/2014/main" id="{FD42B078-D12A-EB15-210D-B5B987BB0D96}"/>
              </a:ext>
            </a:extLst>
          </p:cNvPr>
          <p:cNvPicPr>
            <a:picLocks noChangeAspect="1"/>
          </p:cNvPicPr>
          <p:nvPr/>
        </p:nvPicPr>
        <p:blipFill>
          <a:blip r:embed="rId6"/>
          <a:stretch>
            <a:fillRect/>
          </a:stretch>
        </p:blipFill>
        <p:spPr>
          <a:xfrm>
            <a:off x="2461912" y="5759466"/>
            <a:ext cx="7485052" cy="365124"/>
          </a:xfrm>
          <a:prstGeom prst="rect">
            <a:avLst/>
          </a:prstGeom>
        </p:spPr>
      </p:pic>
    </p:spTree>
    <p:extLst>
      <p:ext uri="{BB962C8B-B14F-4D97-AF65-F5344CB8AC3E}">
        <p14:creationId xmlns:p14="http://schemas.microsoft.com/office/powerpoint/2010/main" val="354703899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864F8-CAFE-C2B0-ACA2-F785A663D89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AEF1E59-9DAF-BCD6-49E4-AB16ED235F8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4992B587-5CD1-A101-C632-937C4A792ADA}"/>
              </a:ext>
            </a:extLst>
          </p:cNvPr>
          <p:cNvSpPr>
            <a:spLocks noGrp="1"/>
          </p:cNvSpPr>
          <p:nvPr>
            <p:ph type="ftr" sz="quarter" idx="11"/>
          </p:nvPr>
        </p:nvSpPr>
        <p:spPr/>
        <p:txBody>
          <a:bodyPr/>
          <a:lstStyle/>
          <a:p>
            <a:r>
              <a:rPr lang="en-US" dirty="0"/>
              <a:t>Feb 8</a:t>
            </a:r>
          </a:p>
        </p:txBody>
      </p:sp>
      <p:sp>
        <p:nvSpPr>
          <p:cNvPr id="6" name="Slide Number Placeholder 5">
            <a:extLst>
              <a:ext uri="{FF2B5EF4-FFF2-40B4-BE49-F238E27FC236}">
                <a16:creationId xmlns:a16="http://schemas.microsoft.com/office/drawing/2014/main" id="{73149E01-E8D7-1E81-E33F-C9C5C8767309}"/>
              </a:ext>
            </a:extLst>
          </p:cNvPr>
          <p:cNvSpPr>
            <a:spLocks noGrp="1"/>
          </p:cNvSpPr>
          <p:nvPr>
            <p:ph type="sldNum" sz="quarter" idx="12"/>
          </p:nvPr>
        </p:nvSpPr>
        <p:spPr/>
        <p:txBody>
          <a:bodyPr/>
          <a:lstStyle/>
          <a:p>
            <a:fld id="{5D474BC6-09C9-4ED8-ADF6-087D6F25D5BC}" type="slidenum">
              <a:rPr lang="en-US" smtClean="0"/>
              <a:t>146</a:t>
            </a:fld>
            <a:endParaRPr lang="en-US" dirty="0"/>
          </a:p>
        </p:txBody>
      </p:sp>
      <p:sp>
        <p:nvSpPr>
          <p:cNvPr id="9" name="TextBox 8">
            <a:extLst>
              <a:ext uri="{FF2B5EF4-FFF2-40B4-BE49-F238E27FC236}">
                <a16:creationId xmlns:a16="http://schemas.microsoft.com/office/drawing/2014/main" id="{0EC38DD3-443F-26ED-87B9-15E54DB82691}"/>
              </a:ext>
            </a:extLst>
          </p:cNvPr>
          <p:cNvSpPr txBox="1"/>
          <p:nvPr/>
        </p:nvSpPr>
        <p:spPr>
          <a:xfrm>
            <a:off x="685800" y="448056"/>
            <a:ext cx="10177272" cy="369332"/>
          </a:xfrm>
          <a:prstGeom prst="rect">
            <a:avLst/>
          </a:prstGeom>
          <a:noFill/>
        </p:spPr>
        <p:txBody>
          <a:bodyPr wrap="square" rtlCol="0">
            <a:spAutoFit/>
          </a:bodyPr>
          <a:lstStyle/>
          <a:p>
            <a:r>
              <a:rPr lang="en-US" b="1" dirty="0"/>
              <a:t>For n = 68 coils </a:t>
            </a:r>
            <a:r>
              <a:rPr lang="en-US" b="1" dirty="0">
                <a:highlight>
                  <a:srgbClr val="FFFF00"/>
                </a:highlight>
              </a:rPr>
              <a:t>– 3 to 3 m </a:t>
            </a:r>
            <a:r>
              <a:rPr lang="en-US" b="1" dirty="0"/>
              <a:t>(NO side coils), comparison (penalizing fluctuation in currents)</a:t>
            </a:r>
          </a:p>
        </p:txBody>
      </p:sp>
      <p:pic>
        <p:nvPicPr>
          <p:cNvPr id="3" name="Picture 2">
            <a:extLst>
              <a:ext uri="{FF2B5EF4-FFF2-40B4-BE49-F238E27FC236}">
                <a16:creationId xmlns:a16="http://schemas.microsoft.com/office/drawing/2014/main" id="{93FEA3F7-8600-DE9C-8CA2-0FCC628AFB37}"/>
              </a:ext>
            </a:extLst>
          </p:cNvPr>
          <p:cNvPicPr>
            <a:picLocks noChangeAspect="1"/>
          </p:cNvPicPr>
          <p:nvPr/>
        </p:nvPicPr>
        <p:blipFill>
          <a:blip r:embed="rId3"/>
          <a:stretch>
            <a:fillRect/>
          </a:stretch>
        </p:blipFill>
        <p:spPr>
          <a:xfrm>
            <a:off x="428625" y="986490"/>
            <a:ext cx="5600700" cy="4446869"/>
          </a:xfrm>
          <a:prstGeom prst="rect">
            <a:avLst/>
          </a:prstGeom>
        </p:spPr>
      </p:pic>
      <p:pic>
        <p:nvPicPr>
          <p:cNvPr id="10" name="Picture 9">
            <a:extLst>
              <a:ext uri="{FF2B5EF4-FFF2-40B4-BE49-F238E27FC236}">
                <a16:creationId xmlns:a16="http://schemas.microsoft.com/office/drawing/2014/main" id="{EE42476D-15B8-8FE5-4676-251FE9170E9F}"/>
              </a:ext>
            </a:extLst>
          </p:cNvPr>
          <p:cNvPicPr>
            <a:picLocks noChangeAspect="1"/>
          </p:cNvPicPr>
          <p:nvPr/>
        </p:nvPicPr>
        <p:blipFill>
          <a:blip r:embed="rId4"/>
          <a:stretch>
            <a:fillRect/>
          </a:stretch>
        </p:blipFill>
        <p:spPr>
          <a:xfrm>
            <a:off x="6333753" y="986490"/>
            <a:ext cx="5287148" cy="4446869"/>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DB8FF8F-E8C7-1519-2EC2-1BF6D5002F6E}"/>
                  </a:ext>
                </a:extLst>
              </p:cNvPr>
              <p:cNvSpPr txBox="1"/>
              <p:nvPr/>
            </p:nvSpPr>
            <p:spPr>
              <a:xfrm>
                <a:off x="7315201" y="5602461"/>
                <a:ext cx="3190874"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=60, </m:t>
                    </m:r>
                  </m:oMath>
                </a14:m>
                <a:r>
                  <a:rPr lang="en-US" dirty="0"/>
                  <a:t> Worst ppm = 0.222 </a:t>
                </a:r>
              </a:p>
            </p:txBody>
          </p:sp>
        </mc:Choice>
        <mc:Fallback xmlns="">
          <p:sp>
            <p:nvSpPr>
              <p:cNvPr id="13" name="TextBox 12">
                <a:extLst>
                  <a:ext uri="{FF2B5EF4-FFF2-40B4-BE49-F238E27FC236}">
                    <a16:creationId xmlns:a16="http://schemas.microsoft.com/office/drawing/2014/main" id="{CDB8FF8F-E8C7-1519-2EC2-1BF6D5002F6E}"/>
                  </a:ext>
                </a:extLst>
              </p:cNvPr>
              <p:cNvSpPr txBox="1">
                <a:spLocks noRot="1" noChangeAspect="1" noMove="1" noResize="1" noEditPoints="1" noAdjustHandles="1" noChangeArrowheads="1" noChangeShapeType="1" noTextEdit="1"/>
              </p:cNvSpPr>
              <p:nvPr/>
            </p:nvSpPr>
            <p:spPr>
              <a:xfrm>
                <a:off x="7315201" y="5602461"/>
                <a:ext cx="3190874" cy="369332"/>
              </a:xfrm>
              <a:prstGeom prst="rect">
                <a:avLst/>
              </a:prstGeom>
              <a:blipFill>
                <a:blip r:embed="rId5"/>
                <a:stretch>
                  <a:fillRect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59D9AB8-8404-D7D9-B0E9-612E236F2207}"/>
                  </a:ext>
                </a:extLst>
              </p:cNvPr>
              <p:cNvSpPr txBox="1"/>
              <p:nvPr/>
            </p:nvSpPr>
            <p:spPr>
              <a:xfrm>
                <a:off x="1695451" y="5532514"/>
                <a:ext cx="3190874"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=30, </m:t>
                    </m:r>
                  </m:oMath>
                </a14:m>
                <a:r>
                  <a:rPr lang="en-US" dirty="0"/>
                  <a:t> Worst ppm = 0.0286 </a:t>
                </a:r>
              </a:p>
            </p:txBody>
          </p:sp>
        </mc:Choice>
        <mc:Fallback xmlns="">
          <p:sp>
            <p:nvSpPr>
              <p:cNvPr id="15" name="TextBox 14">
                <a:extLst>
                  <a:ext uri="{FF2B5EF4-FFF2-40B4-BE49-F238E27FC236}">
                    <a16:creationId xmlns:a16="http://schemas.microsoft.com/office/drawing/2014/main" id="{B59D9AB8-8404-D7D9-B0E9-612E236F2207}"/>
                  </a:ext>
                </a:extLst>
              </p:cNvPr>
              <p:cNvSpPr txBox="1">
                <a:spLocks noRot="1" noChangeAspect="1" noMove="1" noResize="1" noEditPoints="1" noAdjustHandles="1" noChangeArrowheads="1" noChangeShapeType="1" noTextEdit="1"/>
              </p:cNvSpPr>
              <p:nvPr/>
            </p:nvSpPr>
            <p:spPr>
              <a:xfrm>
                <a:off x="1695451" y="5532514"/>
                <a:ext cx="3190874" cy="369332"/>
              </a:xfrm>
              <a:prstGeom prst="rect">
                <a:avLst/>
              </a:prstGeom>
              <a:blipFill>
                <a:blip r:embed="rId6"/>
                <a:stretch>
                  <a:fillRect t="-8333" b="-28333"/>
                </a:stretch>
              </a:blipFill>
            </p:spPr>
            <p:txBody>
              <a:bodyPr/>
              <a:lstStyle/>
              <a:p>
                <a:r>
                  <a:rPr lang="en-US">
                    <a:noFill/>
                  </a:rPr>
                  <a:t> </a:t>
                </a:r>
              </a:p>
            </p:txBody>
          </p:sp>
        </mc:Fallback>
      </mc:AlternateContent>
    </p:spTree>
    <p:extLst>
      <p:ext uri="{BB962C8B-B14F-4D97-AF65-F5344CB8AC3E}">
        <p14:creationId xmlns:p14="http://schemas.microsoft.com/office/powerpoint/2010/main" val="354600568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5FA9F-7FCE-48E5-E132-2BEB84097CC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59593C8-4041-0EB6-08F0-4D7DDE191015}"/>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67191FA-2DF5-52FB-C790-A6FB99E90574}"/>
              </a:ext>
            </a:extLst>
          </p:cNvPr>
          <p:cNvSpPr>
            <a:spLocks noGrp="1"/>
          </p:cNvSpPr>
          <p:nvPr>
            <p:ph type="ftr" sz="quarter" idx="11"/>
          </p:nvPr>
        </p:nvSpPr>
        <p:spPr/>
        <p:txBody>
          <a:bodyPr/>
          <a:lstStyle/>
          <a:p>
            <a:r>
              <a:rPr lang="en-US" dirty="0"/>
              <a:t>Feb 9</a:t>
            </a:r>
          </a:p>
        </p:txBody>
      </p:sp>
      <p:sp>
        <p:nvSpPr>
          <p:cNvPr id="6" name="Slide Number Placeholder 5">
            <a:extLst>
              <a:ext uri="{FF2B5EF4-FFF2-40B4-BE49-F238E27FC236}">
                <a16:creationId xmlns:a16="http://schemas.microsoft.com/office/drawing/2014/main" id="{FCF3B0FC-4F91-55C4-9B8A-887B6F46A7F3}"/>
              </a:ext>
            </a:extLst>
          </p:cNvPr>
          <p:cNvSpPr>
            <a:spLocks noGrp="1"/>
          </p:cNvSpPr>
          <p:nvPr>
            <p:ph type="sldNum" sz="quarter" idx="12"/>
          </p:nvPr>
        </p:nvSpPr>
        <p:spPr/>
        <p:txBody>
          <a:bodyPr/>
          <a:lstStyle/>
          <a:p>
            <a:fld id="{5D474BC6-09C9-4ED8-ADF6-087D6F25D5BC}" type="slidenum">
              <a:rPr lang="en-US" smtClean="0"/>
              <a:t>147</a:t>
            </a:fld>
            <a:endParaRPr lang="en-US"/>
          </a:p>
        </p:txBody>
      </p:sp>
      <p:sp>
        <p:nvSpPr>
          <p:cNvPr id="7" name="TextBox 6">
            <a:extLst>
              <a:ext uri="{FF2B5EF4-FFF2-40B4-BE49-F238E27FC236}">
                <a16:creationId xmlns:a16="http://schemas.microsoft.com/office/drawing/2014/main" id="{9D10B9A4-BAC8-9307-0357-D69B6ED0C82F}"/>
              </a:ext>
            </a:extLst>
          </p:cNvPr>
          <p:cNvSpPr txBox="1"/>
          <p:nvPr/>
        </p:nvSpPr>
        <p:spPr>
          <a:xfrm>
            <a:off x="1097280" y="436098"/>
            <a:ext cx="9495692" cy="369332"/>
          </a:xfrm>
          <a:prstGeom prst="rect">
            <a:avLst/>
          </a:prstGeom>
          <a:noFill/>
        </p:spPr>
        <p:txBody>
          <a:bodyPr wrap="square" rtlCol="0">
            <a:spAutoFit/>
          </a:bodyPr>
          <a:lstStyle/>
          <a:p>
            <a:r>
              <a:rPr lang="en-US" dirty="0"/>
              <a:t>New: Chebyshev points, and curvature penalty/ second difference penalty</a:t>
            </a:r>
          </a:p>
        </p:txBody>
      </p:sp>
      <p:pic>
        <p:nvPicPr>
          <p:cNvPr id="9" name="Picture 8">
            <a:extLst>
              <a:ext uri="{FF2B5EF4-FFF2-40B4-BE49-F238E27FC236}">
                <a16:creationId xmlns:a16="http://schemas.microsoft.com/office/drawing/2014/main" id="{7F3CB16D-1C3B-A728-E3EF-5701AD7DE3CB}"/>
              </a:ext>
            </a:extLst>
          </p:cNvPr>
          <p:cNvPicPr>
            <a:picLocks noChangeAspect="1"/>
          </p:cNvPicPr>
          <p:nvPr/>
        </p:nvPicPr>
        <p:blipFill>
          <a:blip r:embed="rId2"/>
          <a:stretch>
            <a:fillRect/>
          </a:stretch>
        </p:blipFill>
        <p:spPr>
          <a:xfrm>
            <a:off x="1097280" y="1915892"/>
            <a:ext cx="7916380" cy="1581371"/>
          </a:xfrm>
          <a:prstGeom prst="rect">
            <a:avLst/>
          </a:prstGeom>
        </p:spPr>
      </p:pic>
      <p:sp>
        <p:nvSpPr>
          <p:cNvPr id="10" name="TextBox 9">
            <a:extLst>
              <a:ext uri="{FF2B5EF4-FFF2-40B4-BE49-F238E27FC236}">
                <a16:creationId xmlns:a16="http://schemas.microsoft.com/office/drawing/2014/main" id="{D9521D9B-0EB3-F1FB-B499-650130505516}"/>
              </a:ext>
            </a:extLst>
          </p:cNvPr>
          <p:cNvSpPr txBox="1"/>
          <p:nvPr/>
        </p:nvSpPr>
        <p:spPr>
          <a:xfrm>
            <a:off x="2209800" y="3556634"/>
            <a:ext cx="6087580" cy="369332"/>
          </a:xfrm>
          <a:prstGeom prst="rect">
            <a:avLst/>
          </a:prstGeom>
          <a:noFill/>
        </p:spPr>
        <p:txBody>
          <a:bodyPr wrap="square" rtlCol="0">
            <a:spAutoFit/>
          </a:bodyPr>
          <a:lstStyle/>
          <a:p>
            <a:r>
              <a:rPr lang="en-US" dirty="0"/>
              <a:t>Example: Chebyshev points distribution for 25 points </a:t>
            </a:r>
          </a:p>
        </p:txBody>
      </p:sp>
      <p:sp>
        <p:nvSpPr>
          <p:cNvPr id="12" name="TextBox 11">
            <a:extLst>
              <a:ext uri="{FF2B5EF4-FFF2-40B4-BE49-F238E27FC236}">
                <a16:creationId xmlns:a16="http://schemas.microsoft.com/office/drawing/2014/main" id="{B7D4B164-7D76-8B77-6D16-462CBA391415}"/>
              </a:ext>
            </a:extLst>
          </p:cNvPr>
          <p:cNvSpPr txBox="1"/>
          <p:nvPr/>
        </p:nvSpPr>
        <p:spPr>
          <a:xfrm>
            <a:off x="864470" y="4604802"/>
            <a:ext cx="4191000" cy="369332"/>
          </a:xfrm>
          <a:prstGeom prst="rect">
            <a:avLst/>
          </a:prstGeom>
          <a:noFill/>
        </p:spPr>
        <p:txBody>
          <a:bodyPr wrap="square" rtlCol="0">
            <a:spAutoFit/>
          </a:bodyPr>
          <a:lstStyle/>
          <a:p>
            <a:r>
              <a:rPr lang="en-US" dirty="0"/>
              <a:t>Second difference penalty (D2 penalty)</a:t>
            </a:r>
          </a:p>
        </p:txBody>
      </p:sp>
      <p:pic>
        <p:nvPicPr>
          <p:cNvPr id="16" name="Picture 15">
            <a:extLst>
              <a:ext uri="{FF2B5EF4-FFF2-40B4-BE49-F238E27FC236}">
                <a16:creationId xmlns:a16="http://schemas.microsoft.com/office/drawing/2014/main" id="{E0031E36-50F9-79F0-8C1A-9AB7A30511B4}"/>
              </a:ext>
            </a:extLst>
          </p:cNvPr>
          <p:cNvPicPr>
            <a:picLocks noChangeAspect="1"/>
          </p:cNvPicPr>
          <p:nvPr/>
        </p:nvPicPr>
        <p:blipFill>
          <a:blip r:embed="rId3"/>
          <a:stretch>
            <a:fillRect/>
          </a:stretch>
        </p:blipFill>
        <p:spPr>
          <a:xfrm>
            <a:off x="5733648" y="4392108"/>
            <a:ext cx="5753903" cy="819264"/>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BCCF30-03BF-8078-674F-3624560C8D69}"/>
                  </a:ext>
                </a:extLst>
              </p:cNvPr>
              <p:cNvSpPr txBox="1"/>
              <p:nvPr/>
            </p:nvSpPr>
            <p:spPr>
              <a:xfrm>
                <a:off x="3240815" y="5308182"/>
                <a:ext cx="6977576" cy="369332"/>
              </a:xfrm>
              <a:prstGeom prst="rect">
                <a:avLst/>
              </a:prstGeom>
              <a:noFill/>
            </p:spPr>
            <p:txBody>
              <a:bodyPr wrap="square" rtlCol="0">
                <a:spAutoFit/>
              </a:bodyPr>
              <a:lstStyle/>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𝐼</m:t>
                    </m:r>
                    <m:r>
                      <a:rPr lang="en-US" b="0" i="1" smtClean="0">
                        <a:latin typeface="Cambria Math" panose="02040503050406030204" pitchFamily="18" charset="0"/>
                      </a:rPr>
                      <m:t> </m:t>
                    </m:r>
                  </m:oMath>
                </a14:m>
                <a:r>
                  <a:rPr lang="en-US" dirty="0"/>
                  <a:t> is the second difference in currents</a:t>
                </a:r>
              </a:p>
            </p:txBody>
          </p:sp>
        </mc:Choice>
        <mc:Fallback xmlns="">
          <p:sp>
            <p:nvSpPr>
              <p:cNvPr id="17" name="TextBox 16">
                <a:extLst>
                  <a:ext uri="{FF2B5EF4-FFF2-40B4-BE49-F238E27FC236}">
                    <a16:creationId xmlns:a16="http://schemas.microsoft.com/office/drawing/2014/main" id="{30BCCF30-03BF-8078-674F-3624560C8D69}"/>
                  </a:ext>
                </a:extLst>
              </p:cNvPr>
              <p:cNvSpPr txBox="1">
                <a:spLocks noRot="1" noChangeAspect="1" noMove="1" noResize="1" noEditPoints="1" noAdjustHandles="1" noChangeArrowheads="1" noChangeShapeType="1" noTextEdit="1"/>
              </p:cNvSpPr>
              <p:nvPr/>
            </p:nvSpPr>
            <p:spPr>
              <a:xfrm>
                <a:off x="3240815" y="5308182"/>
                <a:ext cx="6977576" cy="369332"/>
              </a:xfrm>
              <a:prstGeom prst="rect">
                <a:avLst/>
              </a:prstGeom>
              <a:blipFill>
                <a:blip r:embed="rId4"/>
                <a:stretch>
                  <a:fillRect l="-787" t="-8333" b="-28333"/>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874965EF-D725-AEB0-729B-0A44CB7CBBDF}"/>
              </a:ext>
            </a:extLst>
          </p:cNvPr>
          <p:cNvPicPr>
            <a:picLocks noChangeAspect="1"/>
          </p:cNvPicPr>
          <p:nvPr/>
        </p:nvPicPr>
        <p:blipFill>
          <a:blip r:embed="rId5"/>
          <a:stretch>
            <a:fillRect/>
          </a:stretch>
        </p:blipFill>
        <p:spPr>
          <a:xfrm>
            <a:off x="8717994" y="839417"/>
            <a:ext cx="3000794" cy="265784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BF4FC0-DA35-7149-DB58-2D95EB1B4AE5}"/>
                  </a:ext>
                </a:extLst>
              </p:cNvPr>
              <p:cNvSpPr txBox="1"/>
              <p:nvPr/>
            </p:nvSpPr>
            <p:spPr>
              <a:xfrm>
                <a:off x="473212" y="1479378"/>
                <a:ext cx="9194809" cy="369332"/>
              </a:xfrm>
              <a:prstGeom prst="rect">
                <a:avLst/>
              </a:prstGeom>
              <a:noFill/>
            </p:spPr>
            <p:txBody>
              <a:bodyPr wrap="square" rtlCol="0">
                <a:spAutoFit/>
              </a:bodyPr>
              <a:lstStyle/>
              <a:p>
                <a:r>
                  <a:rPr lang="en-US" dirty="0"/>
                  <a:t>The roots of the Chebyshev polynomial of the first kind: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𝒏</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r>
                      <a:rPr lang="en-US" b="1" i="0" smtClean="0">
                        <a:latin typeface="Cambria Math" panose="02040503050406030204" pitchFamily="18" charset="0"/>
                      </a:rPr>
                      <m:t>𝐜𝐨𝐬</m:t>
                    </m:r>
                    <m:r>
                      <a:rPr lang="en-US" b="1" i="1" smtClean="0">
                        <a:latin typeface="Cambria Math" panose="02040503050406030204" pitchFamily="18" charset="0"/>
                      </a:rPr>
                      <m:t>⁡(</m:t>
                    </m:r>
                    <m:r>
                      <a:rPr lang="en-US" b="1" i="1" smtClean="0">
                        <a:latin typeface="Cambria Math" panose="02040503050406030204" pitchFamily="18" charset="0"/>
                      </a:rPr>
                      <m:t>𝒏</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𝐚𝐫𝐜𝐜𝐨𝐬</m:t>
                        </m:r>
                      </m:fName>
                      <m:e>
                        <m:r>
                          <a:rPr lang="en-US" b="1" i="1" smtClean="0">
                            <a:latin typeface="Cambria Math" panose="02040503050406030204" pitchFamily="18" charset="0"/>
                          </a:rPr>
                          <m:t>𝒙</m:t>
                        </m:r>
                        <m:r>
                          <a:rPr lang="en-US" b="1" i="1" smtClean="0">
                            <a:latin typeface="Cambria Math" panose="02040503050406030204" pitchFamily="18" charset="0"/>
                          </a:rPr>
                          <m:t>)</m:t>
                        </m:r>
                      </m:e>
                    </m:func>
                  </m:oMath>
                </a14:m>
                <a:endParaRPr lang="en-US" b="1" dirty="0"/>
              </a:p>
            </p:txBody>
          </p:sp>
        </mc:Choice>
        <mc:Fallback xmlns="">
          <p:sp>
            <p:nvSpPr>
              <p:cNvPr id="8" name="TextBox 7">
                <a:extLst>
                  <a:ext uri="{FF2B5EF4-FFF2-40B4-BE49-F238E27FC236}">
                    <a16:creationId xmlns:a16="http://schemas.microsoft.com/office/drawing/2014/main" id="{9DBF4FC0-DA35-7149-DB58-2D95EB1B4AE5}"/>
                  </a:ext>
                </a:extLst>
              </p:cNvPr>
              <p:cNvSpPr txBox="1">
                <a:spLocks noRot="1" noChangeAspect="1" noMove="1" noResize="1" noEditPoints="1" noAdjustHandles="1" noChangeArrowheads="1" noChangeShapeType="1" noTextEdit="1"/>
              </p:cNvSpPr>
              <p:nvPr/>
            </p:nvSpPr>
            <p:spPr>
              <a:xfrm>
                <a:off x="473212" y="1479378"/>
                <a:ext cx="9194809" cy="369332"/>
              </a:xfrm>
              <a:prstGeom prst="rect">
                <a:avLst/>
              </a:prstGeom>
              <a:blipFill>
                <a:blip r:embed="rId6"/>
                <a:stretch>
                  <a:fillRect l="-597" t="-8333" b="-28333"/>
                </a:stretch>
              </a:blipFill>
            </p:spPr>
            <p:txBody>
              <a:bodyPr/>
              <a:lstStyle/>
              <a:p>
                <a:r>
                  <a:rPr lang="en-US">
                    <a:noFill/>
                  </a:rPr>
                  <a:t> </a:t>
                </a:r>
              </a:p>
            </p:txBody>
          </p:sp>
        </mc:Fallback>
      </mc:AlternateContent>
    </p:spTree>
    <p:extLst>
      <p:ext uri="{BB962C8B-B14F-4D97-AF65-F5344CB8AC3E}">
        <p14:creationId xmlns:p14="http://schemas.microsoft.com/office/powerpoint/2010/main" val="55306948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2BCF1-7572-97C7-710F-14520BC260B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09637EE-DB94-42B4-4036-71AEE2B6318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6411877-E032-CE4B-D6EE-55B065CB4CC1}"/>
              </a:ext>
            </a:extLst>
          </p:cNvPr>
          <p:cNvSpPr>
            <a:spLocks noGrp="1"/>
          </p:cNvSpPr>
          <p:nvPr>
            <p:ph type="ftr" sz="quarter" idx="11"/>
          </p:nvPr>
        </p:nvSpPr>
        <p:spPr/>
        <p:txBody>
          <a:bodyPr/>
          <a:lstStyle/>
          <a:p>
            <a:r>
              <a:rPr lang="en-US" dirty="0"/>
              <a:t>Jan 29</a:t>
            </a:r>
          </a:p>
        </p:txBody>
      </p:sp>
      <p:sp>
        <p:nvSpPr>
          <p:cNvPr id="6" name="Slide Number Placeholder 5">
            <a:extLst>
              <a:ext uri="{FF2B5EF4-FFF2-40B4-BE49-F238E27FC236}">
                <a16:creationId xmlns:a16="http://schemas.microsoft.com/office/drawing/2014/main" id="{651DE00E-9A7F-4881-06CC-2F7F1B6C82E7}"/>
              </a:ext>
            </a:extLst>
          </p:cNvPr>
          <p:cNvSpPr>
            <a:spLocks noGrp="1"/>
          </p:cNvSpPr>
          <p:nvPr>
            <p:ph type="sldNum" sz="quarter" idx="12"/>
          </p:nvPr>
        </p:nvSpPr>
        <p:spPr/>
        <p:txBody>
          <a:bodyPr/>
          <a:lstStyle/>
          <a:p>
            <a:fld id="{5D474BC6-09C9-4ED8-ADF6-087D6F25D5BC}" type="slidenum">
              <a:rPr lang="en-US" smtClean="0"/>
              <a:t>148</a:t>
            </a:fld>
            <a:endParaRPr lang="en-US"/>
          </a:p>
        </p:txBody>
      </p:sp>
      <p:sp>
        <p:nvSpPr>
          <p:cNvPr id="9" name="TextBox 8">
            <a:extLst>
              <a:ext uri="{FF2B5EF4-FFF2-40B4-BE49-F238E27FC236}">
                <a16:creationId xmlns:a16="http://schemas.microsoft.com/office/drawing/2014/main" id="{AAF9FA57-08A1-0228-FD66-86F0A4FF692D}"/>
              </a:ext>
            </a:extLst>
          </p:cNvPr>
          <p:cNvSpPr txBox="1"/>
          <p:nvPr/>
        </p:nvSpPr>
        <p:spPr>
          <a:xfrm>
            <a:off x="685800" y="448056"/>
            <a:ext cx="10177272" cy="646331"/>
          </a:xfrm>
          <a:prstGeom prst="rect">
            <a:avLst/>
          </a:prstGeom>
          <a:noFill/>
        </p:spPr>
        <p:txBody>
          <a:bodyPr wrap="square" rtlCol="0">
            <a:spAutoFit/>
          </a:bodyPr>
          <a:lstStyle/>
          <a:p>
            <a:r>
              <a:rPr lang="en-US" b="1" dirty="0"/>
              <a:t>For n = 44 coils – 2.5 to 2.5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600C3A6-AF6C-5548-FA75-F2A3CDD4F6EC}"/>
                  </a:ext>
                </a:extLst>
              </p:cNvPr>
              <p:cNvSpPr txBox="1"/>
              <p:nvPr/>
            </p:nvSpPr>
            <p:spPr>
              <a:xfrm>
                <a:off x="918972" y="1098246"/>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09CCFEF7-6F0C-84FB-5559-6DCB41D676EF}"/>
                  </a:ext>
                </a:extLst>
              </p:cNvPr>
              <p:cNvSpPr txBox="1">
                <a:spLocks noRot="1" noChangeAspect="1" noMove="1" noResize="1" noEditPoints="1" noAdjustHandles="1" noChangeArrowheads="1" noChangeShapeType="1" noTextEdit="1"/>
              </p:cNvSpPr>
              <p:nvPr/>
            </p:nvSpPr>
            <p:spPr>
              <a:xfrm>
                <a:off x="918972" y="1098246"/>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0F83F3-F9E3-067B-D17D-89FBC3715265}"/>
                  </a:ext>
                </a:extLst>
              </p:cNvPr>
              <p:cNvSpPr txBox="1"/>
              <p:nvPr/>
            </p:nvSpPr>
            <p:spPr>
              <a:xfrm>
                <a:off x="2732706" y="1135981"/>
                <a:ext cx="16973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=0.021)</m:t>
                      </m:r>
                    </m:oMath>
                  </m:oMathPara>
                </a14:m>
                <a:endParaRPr lang="en-US" dirty="0"/>
              </a:p>
            </p:txBody>
          </p:sp>
        </mc:Choice>
        <mc:Fallback xmlns="">
          <p:sp>
            <p:nvSpPr>
              <p:cNvPr id="3" name="TextBox 2">
                <a:extLst>
                  <a:ext uri="{FF2B5EF4-FFF2-40B4-BE49-F238E27FC236}">
                    <a16:creationId xmlns:a16="http://schemas.microsoft.com/office/drawing/2014/main" id="{68F7981A-AA93-D8E0-DB3F-5EB8619A74D5}"/>
                  </a:ext>
                </a:extLst>
              </p:cNvPr>
              <p:cNvSpPr txBox="1">
                <a:spLocks noRot="1" noChangeAspect="1" noMove="1" noResize="1" noEditPoints="1" noAdjustHandles="1" noChangeArrowheads="1" noChangeShapeType="1" noTextEdit="1"/>
              </p:cNvSpPr>
              <p:nvPr/>
            </p:nvSpPr>
            <p:spPr>
              <a:xfrm>
                <a:off x="2732706" y="1135981"/>
                <a:ext cx="1697388" cy="276999"/>
              </a:xfrm>
              <a:prstGeom prst="rect">
                <a:avLst/>
              </a:prstGeom>
              <a:blipFill>
                <a:blip r:embed="rId4"/>
                <a:stretch>
                  <a:fillRect l="-3226" t="-2174" r="-4659"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4BB9201-D25A-56B1-4AAF-1DBF6ED637CF}"/>
              </a:ext>
            </a:extLst>
          </p:cNvPr>
          <p:cNvSpPr txBox="1"/>
          <p:nvPr/>
        </p:nvSpPr>
        <p:spPr>
          <a:xfrm>
            <a:off x="4459224" y="1088674"/>
            <a:ext cx="3694176" cy="369332"/>
          </a:xfrm>
          <a:prstGeom prst="rect">
            <a:avLst/>
          </a:prstGeom>
          <a:noFill/>
        </p:spPr>
        <p:txBody>
          <a:bodyPr wrap="square" rtlCol="0">
            <a:spAutoFit/>
          </a:bodyPr>
          <a:lstStyle/>
          <a:p>
            <a:r>
              <a:rPr lang="en-US" dirty="0"/>
              <a:t>the curvature penalty factor</a:t>
            </a:r>
          </a:p>
        </p:txBody>
      </p:sp>
      <p:pic>
        <p:nvPicPr>
          <p:cNvPr id="10" name="Picture 9">
            <a:extLst>
              <a:ext uri="{FF2B5EF4-FFF2-40B4-BE49-F238E27FC236}">
                <a16:creationId xmlns:a16="http://schemas.microsoft.com/office/drawing/2014/main" id="{2D82CBD1-2B2E-6274-1304-EE827FA0BB82}"/>
              </a:ext>
            </a:extLst>
          </p:cNvPr>
          <p:cNvPicPr>
            <a:picLocks noChangeAspect="1"/>
          </p:cNvPicPr>
          <p:nvPr/>
        </p:nvPicPr>
        <p:blipFill>
          <a:blip r:embed="rId5"/>
          <a:stretch>
            <a:fillRect/>
          </a:stretch>
        </p:blipFill>
        <p:spPr>
          <a:xfrm>
            <a:off x="0" y="1452292"/>
            <a:ext cx="6115904" cy="4715533"/>
          </a:xfrm>
          <a:prstGeom prst="rect">
            <a:avLst/>
          </a:prstGeom>
        </p:spPr>
      </p:pic>
      <p:pic>
        <p:nvPicPr>
          <p:cNvPr id="12" name="Picture 11">
            <a:extLst>
              <a:ext uri="{FF2B5EF4-FFF2-40B4-BE49-F238E27FC236}">
                <a16:creationId xmlns:a16="http://schemas.microsoft.com/office/drawing/2014/main" id="{E6EF9B84-8F4D-1832-9588-A2D8D3E9364C}"/>
              </a:ext>
            </a:extLst>
          </p:cNvPr>
          <p:cNvPicPr>
            <a:picLocks noChangeAspect="1"/>
          </p:cNvPicPr>
          <p:nvPr/>
        </p:nvPicPr>
        <p:blipFill>
          <a:blip r:embed="rId6"/>
          <a:stretch>
            <a:fillRect/>
          </a:stretch>
        </p:blipFill>
        <p:spPr>
          <a:xfrm>
            <a:off x="6115904" y="1488074"/>
            <a:ext cx="5526628" cy="4292695"/>
          </a:xfrm>
          <a:prstGeom prst="rect">
            <a:avLst/>
          </a:prstGeom>
        </p:spPr>
      </p:pic>
      <p:pic>
        <p:nvPicPr>
          <p:cNvPr id="14" name="Picture 13">
            <a:extLst>
              <a:ext uri="{FF2B5EF4-FFF2-40B4-BE49-F238E27FC236}">
                <a16:creationId xmlns:a16="http://schemas.microsoft.com/office/drawing/2014/main" id="{CD144FBE-ADD2-CD8C-CB58-FFC9EA4DF7BC}"/>
              </a:ext>
            </a:extLst>
          </p:cNvPr>
          <p:cNvPicPr>
            <a:picLocks noChangeAspect="1"/>
          </p:cNvPicPr>
          <p:nvPr/>
        </p:nvPicPr>
        <p:blipFill>
          <a:blip r:embed="rId7"/>
          <a:stretch>
            <a:fillRect/>
          </a:stretch>
        </p:blipFill>
        <p:spPr>
          <a:xfrm>
            <a:off x="6857679" y="5969294"/>
            <a:ext cx="4591691" cy="352474"/>
          </a:xfrm>
          <a:prstGeom prst="rect">
            <a:avLst/>
          </a:prstGeom>
        </p:spPr>
      </p:pic>
    </p:spTree>
    <p:extLst>
      <p:ext uri="{BB962C8B-B14F-4D97-AF65-F5344CB8AC3E}">
        <p14:creationId xmlns:p14="http://schemas.microsoft.com/office/powerpoint/2010/main" val="142948010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C351F-10F6-BD18-F68E-12FF1651826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3D71887-D21C-EA28-2D56-3D1AABF9240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4701AF1-CC61-7E9F-7BF5-C32E6E5BE79D}"/>
              </a:ext>
            </a:extLst>
          </p:cNvPr>
          <p:cNvSpPr>
            <a:spLocks noGrp="1"/>
          </p:cNvSpPr>
          <p:nvPr>
            <p:ph type="ftr" sz="quarter" idx="11"/>
          </p:nvPr>
        </p:nvSpPr>
        <p:spPr/>
        <p:txBody>
          <a:bodyPr/>
          <a:lstStyle/>
          <a:p>
            <a:r>
              <a:rPr lang="en-US" dirty="0"/>
              <a:t>Feb 9</a:t>
            </a:r>
          </a:p>
        </p:txBody>
      </p:sp>
      <p:sp>
        <p:nvSpPr>
          <p:cNvPr id="6" name="Slide Number Placeholder 5">
            <a:extLst>
              <a:ext uri="{FF2B5EF4-FFF2-40B4-BE49-F238E27FC236}">
                <a16:creationId xmlns:a16="http://schemas.microsoft.com/office/drawing/2014/main" id="{3F4685D9-2FDC-81A5-FD21-DBD1E4DB6124}"/>
              </a:ext>
            </a:extLst>
          </p:cNvPr>
          <p:cNvSpPr>
            <a:spLocks noGrp="1"/>
          </p:cNvSpPr>
          <p:nvPr>
            <p:ph type="sldNum" sz="quarter" idx="12"/>
          </p:nvPr>
        </p:nvSpPr>
        <p:spPr/>
        <p:txBody>
          <a:bodyPr/>
          <a:lstStyle/>
          <a:p>
            <a:fld id="{5D474BC6-09C9-4ED8-ADF6-087D6F25D5BC}" type="slidenum">
              <a:rPr lang="en-US" smtClean="0"/>
              <a:t>149</a:t>
            </a:fld>
            <a:endParaRPr lang="en-US"/>
          </a:p>
        </p:txBody>
      </p:sp>
      <p:sp>
        <p:nvSpPr>
          <p:cNvPr id="9" name="TextBox 8">
            <a:extLst>
              <a:ext uri="{FF2B5EF4-FFF2-40B4-BE49-F238E27FC236}">
                <a16:creationId xmlns:a16="http://schemas.microsoft.com/office/drawing/2014/main" id="{EA0458F1-79B8-2886-E3D5-C5F08998B96B}"/>
              </a:ext>
            </a:extLst>
          </p:cNvPr>
          <p:cNvSpPr txBox="1"/>
          <p:nvPr/>
        </p:nvSpPr>
        <p:spPr>
          <a:xfrm>
            <a:off x="685800" y="448056"/>
            <a:ext cx="10177272" cy="646331"/>
          </a:xfrm>
          <a:prstGeom prst="rect">
            <a:avLst/>
          </a:prstGeom>
          <a:noFill/>
        </p:spPr>
        <p:txBody>
          <a:bodyPr wrap="square" rtlCol="0">
            <a:spAutoFit/>
          </a:bodyPr>
          <a:lstStyle/>
          <a:p>
            <a:r>
              <a:rPr lang="en-US" b="1" dirty="0"/>
              <a:t>For n = 68 coils – 2.5 to 2.5 m (NO side coils), currents and ppm levels (penalizing fluctuation in currents + Chebyshev distribution + D2 penalty)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1C7661C-926F-61C9-0E6E-8B95DE96679A}"/>
                  </a:ext>
                </a:extLst>
              </p:cNvPr>
              <p:cNvSpPr txBox="1"/>
              <p:nvPr/>
            </p:nvSpPr>
            <p:spPr>
              <a:xfrm>
                <a:off x="918972" y="1098246"/>
                <a:ext cx="168859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−10</m:t>
                      </m:r>
                    </m:oMath>
                  </m:oMathPara>
                </a14:m>
                <a:endParaRPr lang="en-US" dirty="0"/>
              </a:p>
            </p:txBody>
          </p:sp>
        </mc:Choice>
        <mc:Fallback xmlns="">
          <p:sp>
            <p:nvSpPr>
              <p:cNvPr id="18" name="TextBox 17">
                <a:extLst>
                  <a:ext uri="{FF2B5EF4-FFF2-40B4-BE49-F238E27FC236}">
                    <a16:creationId xmlns:a16="http://schemas.microsoft.com/office/drawing/2014/main" id="{61C7661C-926F-61C9-0E6E-8B95DE96679A}"/>
                  </a:ext>
                </a:extLst>
              </p:cNvPr>
              <p:cNvSpPr txBox="1">
                <a:spLocks noRot="1" noChangeAspect="1" noMove="1" noResize="1" noEditPoints="1" noAdjustHandles="1" noChangeArrowheads="1" noChangeShapeType="1" noTextEdit="1"/>
              </p:cNvSpPr>
              <p:nvPr/>
            </p:nvSpPr>
            <p:spPr>
              <a:xfrm>
                <a:off x="918972" y="1098246"/>
                <a:ext cx="168859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C802B03-755C-8A72-CD94-E30FEB41919C}"/>
                  </a:ext>
                </a:extLst>
              </p:cNvPr>
              <p:cNvSpPr txBox="1"/>
              <p:nvPr/>
            </p:nvSpPr>
            <p:spPr>
              <a:xfrm>
                <a:off x="2732706" y="1135981"/>
                <a:ext cx="12645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m:t>
                      </m:r>
                      <m:r>
                        <a:rPr lang="en-US" b="0" i="1" smtClean="0">
                          <a:latin typeface="Cambria Math" panose="02040503050406030204" pitchFamily="18" charset="0"/>
                        </a:rPr>
                        <m:t>𝜂</m:t>
                      </m:r>
                      <m:r>
                        <a:rPr lang="en-US" b="0" i="1" smtClean="0">
                          <a:latin typeface="Cambria Math" panose="02040503050406030204" pitchFamily="18" charset="0"/>
                        </a:rPr>
                        <m:t>=1)</m:t>
                      </m:r>
                    </m:oMath>
                  </m:oMathPara>
                </a14:m>
                <a:endParaRPr lang="en-US" dirty="0"/>
              </a:p>
            </p:txBody>
          </p:sp>
        </mc:Choice>
        <mc:Fallback xmlns="">
          <p:sp>
            <p:nvSpPr>
              <p:cNvPr id="3" name="TextBox 2">
                <a:extLst>
                  <a:ext uri="{FF2B5EF4-FFF2-40B4-BE49-F238E27FC236}">
                    <a16:creationId xmlns:a16="http://schemas.microsoft.com/office/drawing/2014/main" id="{BC802B03-755C-8A72-CD94-E30FEB41919C}"/>
                  </a:ext>
                </a:extLst>
              </p:cNvPr>
              <p:cNvSpPr txBox="1">
                <a:spLocks noRot="1" noChangeAspect="1" noMove="1" noResize="1" noEditPoints="1" noAdjustHandles="1" noChangeArrowheads="1" noChangeShapeType="1" noTextEdit="1"/>
              </p:cNvSpPr>
              <p:nvPr/>
            </p:nvSpPr>
            <p:spPr>
              <a:xfrm>
                <a:off x="2732706" y="1135981"/>
                <a:ext cx="1264577" cy="276999"/>
              </a:xfrm>
              <a:prstGeom prst="rect">
                <a:avLst/>
              </a:prstGeom>
              <a:blipFill>
                <a:blip r:embed="rId4"/>
                <a:stretch>
                  <a:fillRect l="-4327" t="-2174" r="-6250" b="-3260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C28AF3C-8D36-F783-4584-520AC133A309}"/>
              </a:ext>
            </a:extLst>
          </p:cNvPr>
          <p:cNvSpPr txBox="1"/>
          <p:nvPr/>
        </p:nvSpPr>
        <p:spPr>
          <a:xfrm>
            <a:off x="4459224" y="1088674"/>
            <a:ext cx="3694176" cy="369332"/>
          </a:xfrm>
          <a:prstGeom prst="rect">
            <a:avLst/>
          </a:prstGeom>
          <a:noFill/>
        </p:spPr>
        <p:txBody>
          <a:bodyPr wrap="square" rtlCol="0">
            <a:spAutoFit/>
          </a:bodyPr>
          <a:lstStyle/>
          <a:p>
            <a:r>
              <a:rPr lang="en-US" dirty="0"/>
              <a:t>the curvature penalty factor</a:t>
            </a:r>
          </a:p>
        </p:txBody>
      </p:sp>
      <p:pic>
        <p:nvPicPr>
          <p:cNvPr id="8" name="Picture 7">
            <a:extLst>
              <a:ext uri="{FF2B5EF4-FFF2-40B4-BE49-F238E27FC236}">
                <a16:creationId xmlns:a16="http://schemas.microsoft.com/office/drawing/2014/main" id="{702E0BF4-4DD3-B6CB-9DB9-E30AA6EC6A02}"/>
              </a:ext>
            </a:extLst>
          </p:cNvPr>
          <p:cNvPicPr>
            <a:picLocks noChangeAspect="1"/>
          </p:cNvPicPr>
          <p:nvPr/>
        </p:nvPicPr>
        <p:blipFill>
          <a:blip r:embed="rId5"/>
          <a:stretch>
            <a:fillRect/>
          </a:stretch>
        </p:blipFill>
        <p:spPr>
          <a:xfrm>
            <a:off x="468851" y="1509172"/>
            <a:ext cx="5199980" cy="3976455"/>
          </a:xfrm>
          <a:prstGeom prst="rect">
            <a:avLst/>
          </a:prstGeom>
        </p:spPr>
      </p:pic>
      <p:pic>
        <p:nvPicPr>
          <p:cNvPr id="13" name="Picture 12">
            <a:extLst>
              <a:ext uri="{FF2B5EF4-FFF2-40B4-BE49-F238E27FC236}">
                <a16:creationId xmlns:a16="http://schemas.microsoft.com/office/drawing/2014/main" id="{308B4DA1-8AED-0DFF-1DBA-CB04EBA14B1B}"/>
              </a:ext>
            </a:extLst>
          </p:cNvPr>
          <p:cNvPicPr>
            <a:picLocks noChangeAspect="1"/>
          </p:cNvPicPr>
          <p:nvPr/>
        </p:nvPicPr>
        <p:blipFill>
          <a:blip r:embed="rId6"/>
          <a:stretch>
            <a:fillRect/>
          </a:stretch>
        </p:blipFill>
        <p:spPr>
          <a:xfrm>
            <a:off x="5967141" y="1467578"/>
            <a:ext cx="5286917" cy="4077622"/>
          </a:xfrm>
          <a:prstGeom prst="rect">
            <a:avLst/>
          </a:prstGeom>
        </p:spPr>
      </p:pic>
      <p:pic>
        <p:nvPicPr>
          <p:cNvPr id="16" name="Picture 15">
            <a:extLst>
              <a:ext uri="{FF2B5EF4-FFF2-40B4-BE49-F238E27FC236}">
                <a16:creationId xmlns:a16="http://schemas.microsoft.com/office/drawing/2014/main" id="{D7964C16-E9FC-C9A1-BF97-18FF08A705A1}"/>
              </a:ext>
            </a:extLst>
          </p:cNvPr>
          <p:cNvPicPr>
            <a:picLocks noChangeAspect="1"/>
          </p:cNvPicPr>
          <p:nvPr/>
        </p:nvPicPr>
        <p:blipFill>
          <a:blip r:embed="rId7"/>
          <a:stretch>
            <a:fillRect/>
          </a:stretch>
        </p:blipFill>
        <p:spPr>
          <a:xfrm>
            <a:off x="3046482" y="5959985"/>
            <a:ext cx="5455908" cy="149477"/>
          </a:xfrm>
          <a:prstGeom prst="rect">
            <a:avLst/>
          </a:prstGeom>
        </p:spPr>
      </p:pic>
    </p:spTree>
    <p:extLst>
      <p:ext uri="{BB962C8B-B14F-4D97-AF65-F5344CB8AC3E}">
        <p14:creationId xmlns:p14="http://schemas.microsoft.com/office/powerpoint/2010/main" val="389214580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51A6-BCC5-8F70-49FB-4646B71391D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A38F096-C181-D1CD-6079-254AACEAEAF8}"/>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D000DA4E-DD5F-3B78-B898-DD2A0271AB6B}"/>
              </a:ext>
            </a:extLst>
          </p:cNvPr>
          <p:cNvSpPr>
            <a:spLocks noGrp="1"/>
          </p:cNvSpPr>
          <p:nvPr>
            <p:ph type="ftr" sz="quarter" idx="11"/>
          </p:nvPr>
        </p:nvSpPr>
        <p:spPr/>
        <p:txBody>
          <a:bodyPr/>
          <a:lstStyle/>
          <a:p>
            <a:r>
              <a:rPr lang="en-US" dirty="0"/>
              <a:t>Feb 9</a:t>
            </a:r>
          </a:p>
        </p:txBody>
      </p:sp>
      <p:sp>
        <p:nvSpPr>
          <p:cNvPr id="6" name="Slide Number Placeholder 5">
            <a:extLst>
              <a:ext uri="{FF2B5EF4-FFF2-40B4-BE49-F238E27FC236}">
                <a16:creationId xmlns:a16="http://schemas.microsoft.com/office/drawing/2014/main" id="{62C5EAE0-739B-4CDA-0253-813BD2FA865C}"/>
              </a:ext>
            </a:extLst>
          </p:cNvPr>
          <p:cNvSpPr>
            <a:spLocks noGrp="1"/>
          </p:cNvSpPr>
          <p:nvPr>
            <p:ph type="sldNum" sz="quarter" idx="12"/>
          </p:nvPr>
        </p:nvSpPr>
        <p:spPr/>
        <p:txBody>
          <a:bodyPr/>
          <a:lstStyle/>
          <a:p>
            <a:fld id="{5D474BC6-09C9-4ED8-ADF6-087D6F25D5BC}" type="slidenum">
              <a:rPr lang="en-US" smtClean="0"/>
              <a:t>150</a:t>
            </a:fld>
            <a:endParaRPr lang="en-US"/>
          </a:p>
        </p:txBody>
      </p:sp>
      <p:sp>
        <p:nvSpPr>
          <p:cNvPr id="9" name="TextBox 8">
            <a:extLst>
              <a:ext uri="{FF2B5EF4-FFF2-40B4-BE49-F238E27FC236}">
                <a16:creationId xmlns:a16="http://schemas.microsoft.com/office/drawing/2014/main" id="{42DB1E09-00DD-870C-0A1F-737F64156D1D}"/>
              </a:ext>
            </a:extLst>
          </p:cNvPr>
          <p:cNvSpPr txBox="1"/>
          <p:nvPr/>
        </p:nvSpPr>
        <p:spPr>
          <a:xfrm>
            <a:off x="676275" y="136525"/>
            <a:ext cx="10177272" cy="369332"/>
          </a:xfrm>
          <a:prstGeom prst="rect">
            <a:avLst/>
          </a:prstGeom>
          <a:noFill/>
        </p:spPr>
        <p:txBody>
          <a:bodyPr wrap="square" rtlCol="0">
            <a:spAutoFit/>
          </a:bodyPr>
          <a:lstStyle/>
          <a:p>
            <a:r>
              <a:rPr lang="en-US" b="1" dirty="0"/>
              <a:t>For n = 44 (left), 64 (right) coils </a:t>
            </a:r>
            <a:r>
              <a:rPr lang="en-US" b="1" dirty="0">
                <a:highlight>
                  <a:srgbClr val="FFFF00"/>
                </a:highlight>
              </a:rPr>
              <a:t>– 2.5 to 2.5 m </a:t>
            </a:r>
            <a:r>
              <a:rPr lang="en-US" b="1" dirty="0"/>
              <a:t>(NO side coils), comparison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415CD71-89E4-3D65-D26E-85D3B15BEAD0}"/>
                  </a:ext>
                </a:extLst>
              </p:cNvPr>
              <p:cNvSpPr txBox="1"/>
              <p:nvPr/>
            </p:nvSpPr>
            <p:spPr>
              <a:xfrm>
                <a:off x="7458076" y="5838614"/>
                <a:ext cx="3190874"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=1, </m:t>
                    </m:r>
                  </m:oMath>
                </a14:m>
                <a:r>
                  <a:rPr lang="en-US" dirty="0"/>
                  <a:t> Worst ppm = 0.364 </a:t>
                </a:r>
              </a:p>
            </p:txBody>
          </p:sp>
        </mc:Choice>
        <mc:Fallback xmlns="">
          <p:sp>
            <p:nvSpPr>
              <p:cNvPr id="13" name="TextBox 12">
                <a:extLst>
                  <a:ext uri="{FF2B5EF4-FFF2-40B4-BE49-F238E27FC236}">
                    <a16:creationId xmlns:a16="http://schemas.microsoft.com/office/drawing/2014/main" id="{A415CD71-89E4-3D65-D26E-85D3B15BEAD0}"/>
                  </a:ext>
                </a:extLst>
              </p:cNvPr>
              <p:cNvSpPr txBox="1">
                <a:spLocks noRot="1" noChangeAspect="1" noMove="1" noResize="1" noEditPoints="1" noAdjustHandles="1" noChangeArrowheads="1" noChangeShapeType="1" noTextEdit="1"/>
              </p:cNvSpPr>
              <p:nvPr/>
            </p:nvSpPr>
            <p:spPr>
              <a:xfrm>
                <a:off x="7458076" y="5838614"/>
                <a:ext cx="3190874" cy="369332"/>
              </a:xfrm>
              <a:prstGeom prst="rect">
                <a:avLst/>
              </a:prstGeom>
              <a:blipFill>
                <a:blip r:embed="rId3"/>
                <a:stretch>
                  <a:fillRect t="-8333" b="-2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CC0F39D-1EDF-80FC-899D-3B00004D6F6A}"/>
                  </a:ext>
                </a:extLst>
              </p:cNvPr>
              <p:cNvSpPr txBox="1"/>
              <p:nvPr/>
            </p:nvSpPr>
            <p:spPr>
              <a:xfrm>
                <a:off x="1685925" y="5838614"/>
                <a:ext cx="3695699"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𝜂</m:t>
                    </m:r>
                    <m:r>
                      <a:rPr lang="en-US" b="0" i="1" smtClean="0">
                        <a:latin typeface="Cambria Math" panose="02040503050406030204" pitchFamily="18" charset="0"/>
                      </a:rPr>
                      <m:t>=0.021, </m:t>
                    </m:r>
                  </m:oMath>
                </a14:m>
                <a:r>
                  <a:rPr lang="en-US" dirty="0"/>
                  <a:t> Worst ppm = 0.347 </a:t>
                </a:r>
              </a:p>
            </p:txBody>
          </p:sp>
        </mc:Choice>
        <mc:Fallback xmlns="">
          <p:sp>
            <p:nvSpPr>
              <p:cNvPr id="15" name="TextBox 14">
                <a:extLst>
                  <a:ext uri="{FF2B5EF4-FFF2-40B4-BE49-F238E27FC236}">
                    <a16:creationId xmlns:a16="http://schemas.microsoft.com/office/drawing/2014/main" id="{FCC0F39D-1EDF-80FC-899D-3B00004D6F6A}"/>
                  </a:ext>
                </a:extLst>
              </p:cNvPr>
              <p:cNvSpPr txBox="1">
                <a:spLocks noRot="1" noChangeAspect="1" noMove="1" noResize="1" noEditPoints="1" noAdjustHandles="1" noChangeArrowheads="1" noChangeShapeType="1" noTextEdit="1"/>
              </p:cNvSpPr>
              <p:nvPr/>
            </p:nvSpPr>
            <p:spPr>
              <a:xfrm>
                <a:off x="1685925" y="5838614"/>
                <a:ext cx="3695699" cy="369332"/>
              </a:xfrm>
              <a:prstGeom prst="rect">
                <a:avLst/>
              </a:prstGeom>
              <a:blipFill>
                <a:blip r:embed="rId4"/>
                <a:stretch>
                  <a:fillRect t="-8333" b="-28333"/>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D8C26171-2297-C57B-19B4-84416856E765}"/>
              </a:ext>
            </a:extLst>
          </p:cNvPr>
          <p:cNvPicPr>
            <a:picLocks noChangeAspect="1"/>
          </p:cNvPicPr>
          <p:nvPr/>
        </p:nvPicPr>
        <p:blipFill>
          <a:blip r:embed="rId5"/>
          <a:stretch>
            <a:fillRect/>
          </a:stretch>
        </p:blipFill>
        <p:spPr>
          <a:xfrm>
            <a:off x="121921" y="907628"/>
            <a:ext cx="6319266" cy="4782581"/>
          </a:xfrm>
          <a:prstGeom prst="rect">
            <a:avLst/>
          </a:prstGeom>
        </p:spPr>
      </p:pic>
      <p:pic>
        <p:nvPicPr>
          <p:cNvPr id="7" name="Picture 6">
            <a:extLst>
              <a:ext uri="{FF2B5EF4-FFF2-40B4-BE49-F238E27FC236}">
                <a16:creationId xmlns:a16="http://schemas.microsoft.com/office/drawing/2014/main" id="{411234CD-5326-305B-E2BB-4B8D37FC83BA}"/>
              </a:ext>
            </a:extLst>
          </p:cNvPr>
          <p:cNvPicPr>
            <a:picLocks noChangeAspect="1"/>
          </p:cNvPicPr>
          <p:nvPr/>
        </p:nvPicPr>
        <p:blipFill>
          <a:blip r:embed="rId6"/>
          <a:stretch>
            <a:fillRect/>
          </a:stretch>
        </p:blipFill>
        <p:spPr>
          <a:xfrm>
            <a:off x="6441186" y="1123949"/>
            <a:ext cx="5628894" cy="4566259"/>
          </a:xfrm>
          <a:prstGeom prst="rect">
            <a:avLst/>
          </a:prstGeom>
        </p:spPr>
      </p:pic>
    </p:spTree>
    <p:extLst>
      <p:ext uri="{BB962C8B-B14F-4D97-AF65-F5344CB8AC3E}">
        <p14:creationId xmlns:p14="http://schemas.microsoft.com/office/powerpoint/2010/main" val="121124718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8EEAFC4-4E02-DF88-E2BC-C77A469C76AD}"/>
                  </a:ext>
                </a:extLst>
              </p:cNvPr>
              <p:cNvSpPr>
                <a:spLocks noGrp="1"/>
              </p:cNvSpPr>
              <p:nvPr>
                <p:ph idx="1"/>
              </p:nvPr>
            </p:nvSpPr>
            <p:spPr>
              <a:xfrm>
                <a:off x="838199" y="409575"/>
                <a:ext cx="11115675" cy="5767388"/>
              </a:xfrm>
            </p:spPr>
            <p:txBody>
              <a:bodyPr>
                <a:normAutofit/>
              </a:bodyPr>
              <a:lstStyle/>
              <a:p>
                <a:pPr marL="0" indent="0">
                  <a:buNone/>
                </a:pPr>
                <a:r>
                  <a:rPr lang="en-US" sz="2400" dirty="0"/>
                  <a:t>Conclusions:</a:t>
                </a:r>
                <a:br>
                  <a:rPr lang="en-US" sz="2400" dirty="0"/>
                </a:br>
                <a:br>
                  <a:rPr lang="en-US" sz="2400" dirty="0"/>
                </a:br>
                <a:r>
                  <a:rPr lang="en-US" sz="2400" dirty="0"/>
                  <a:t>1. Increasing the overall half-length from 2.5 m to even 2.55 m helps with the ppm</a:t>
                </a:r>
              </a:p>
              <a:p>
                <a:pPr marL="0" indent="0">
                  <a:buNone/>
                </a:pPr>
                <a:r>
                  <a:rPr lang="en-US" sz="2400" dirty="0"/>
                  <a:t>2. In a sweep of 5m to 2.55 m half-length, 3.5 m gave the best </a:t>
                </a:r>
                <a:r>
                  <a:rPr lang="en-US" sz="2400" dirty="0">
                    <a:highlight>
                      <a:srgbClr val="FFFF00"/>
                    </a:highlight>
                  </a:rPr>
                  <a:t>ppm = 0.0286</a:t>
                </a:r>
              </a:p>
              <a:p>
                <a:pPr marL="0" indent="0">
                  <a:buNone/>
                </a:pPr>
                <a:r>
                  <a:rPr lang="en-US" sz="2400" dirty="0"/>
                  <a:t>3. If a second difference penalty is introduced with Chebyshev distribution we can get away with 44 coils and 2.5 m half-length (</a:t>
                </a:r>
                <a:r>
                  <a:rPr lang="en-US" sz="2400" dirty="0">
                    <a:highlight>
                      <a:srgbClr val="FFFF00"/>
                    </a:highlight>
                  </a:rPr>
                  <a:t>ppm = 0.347</a:t>
                </a:r>
                <a:r>
                  <a:rPr lang="en-US" sz="2400" dirty="0"/>
                  <a:t>)</a:t>
                </a:r>
              </a:p>
              <a:p>
                <a:pPr marL="0" indent="0">
                  <a:buNone/>
                </a:pPr>
                <a:r>
                  <a:rPr lang="en-US" sz="2400" dirty="0"/>
                  <a:t>4. For 2.5 m half length, increasing the coils to 64 with </a:t>
                </a:r>
                <a14:m>
                  <m:oMath xmlns:m="http://schemas.openxmlformats.org/officeDocument/2006/math">
                    <m:r>
                      <a:rPr lang="en-US" sz="2400" b="0" i="1" smtClean="0">
                        <a:latin typeface="Cambria Math" panose="02040503050406030204" pitchFamily="18" charset="0"/>
                      </a:rPr>
                      <m:t>𝜂</m:t>
                    </m:r>
                    <m:r>
                      <a:rPr lang="en-US" sz="2400" b="0" i="1" smtClean="0">
                        <a:latin typeface="Cambria Math" panose="02040503050406030204" pitchFamily="18" charset="0"/>
                      </a:rPr>
                      <m:t>=1 </m:t>
                    </m:r>
                  </m:oMath>
                </a14:m>
                <a:r>
                  <a:rPr lang="en-US" sz="2400" dirty="0"/>
                  <a:t>suppresses oscillations more with about the same ppm uniformity (</a:t>
                </a:r>
                <a:r>
                  <a:rPr lang="en-US" sz="2400" dirty="0">
                    <a:highlight>
                      <a:srgbClr val="FFFF00"/>
                    </a:highlight>
                  </a:rPr>
                  <a:t>ppm = 0.364</a:t>
                </a:r>
                <a:r>
                  <a:rPr lang="en-US" sz="2400" dirty="0"/>
                  <a:t>)</a:t>
                </a:r>
              </a:p>
            </p:txBody>
          </p:sp>
        </mc:Choice>
        <mc:Fallback xmlns="">
          <p:sp>
            <p:nvSpPr>
              <p:cNvPr id="3" name="Content Placeholder 2">
                <a:extLst>
                  <a:ext uri="{FF2B5EF4-FFF2-40B4-BE49-F238E27FC236}">
                    <a16:creationId xmlns:a16="http://schemas.microsoft.com/office/drawing/2014/main" id="{38EEAFC4-4E02-DF88-E2BC-C77A469C76AD}"/>
                  </a:ext>
                </a:extLst>
              </p:cNvPr>
              <p:cNvSpPr>
                <a:spLocks noGrp="1" noRot="1" noChangeAspect="1" noMove="1" noResize="1" noEditPoints="1" noAdjustHandles="1" noChangeArrowheads="1" noChangeShapeType="1" noTextEdit="1"/>
              </p:cNvSpPr>
              <p:nvPr>
                <p:ph idx="1"/>
              </p:nvPr>
            </p:nvSpPr>
            <p:spPr>
              <a:xfrm>
                <a:off x="838199" y="409575"/>
                <a:ext cx="11115675" cy="5767388"/>
              </a:xfrm>
              <a:blipFill>
                <a:blip r:embed="rId2"/>
                <a:stretch>
                  <a:fillRect l="-822" t="-137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7977A74-FE74-D53D-4BD0-11869FB5EC1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4786899-EDB6-A3ED-CEBD-77A0C6E78AE0}"/>
              </a:ext>
            </a:extLst>
          </p:cNvPr>
          <p:cNvSpPr>
            <a:spLocks noGrp="1"/>
          </p:cNvSpPr>
          <p:nvPr>
            <p:ph type="ftr" sz="quarter" idx="11"/>
          </p:nvPr>
        </p:nvSpPr>
        <p:spPr/>
        <p:txBody>
          <a:bodyPr/>
          <a:lstStyle/>
          <a:p>
            <a:r>
              <a:rPr lang="en-US" dirty="0"/>
              <a:t>Feb 9</a:t>
            </a:r>
          </a:p>
        </p:txBody>
      </p:sp>
      <p:sp>
        <p:nvSpPr>
          <p:cNvPr id="6" name="Slide Number Placeholder 5">
            <a:extLst>
              <a:ext uri="{FF2B5EF4-FFF2-40B4-BE49-F238E27FC236}">
                <a16:creationId xmlns:a16="http://schemas.microsoft.com/office/drawing/2014/main" id="{3E641534-4C83-BC87-28E5-ED86A95831DB}"/>
              </a:ext>
            </a:extLst>
          </p:cNvPr>
          <p:cNvSpPr>
            <a:spLocks noGrp="1"/>
          </p:cNvSpPr>
          <p:nvPr>
            <p:ph type="sldNum" sz="quarter" idx="12"/>
          </p:nvPr>
        </p:nvSpPr>
        <p:spPr/>
        <p:txBody>
          <a:bodyPr/>
          <a:lstStyle/>
          <a:p>
            <a:fld id="{5D474BC6-09C9-4ED8-ADF6-087D6F25D5BC}" type="slidenum">
              <a:rPr lang="en-US" smtClean="0"/>
              <a:t>151</a:t>
            </a:fld>
            <a:endParaRPr lang="en-US"/>
          </a:p>
        </p:txBody>
      </p:sp>
    </p:spTree>
    <p:extLst>
      <p:ext uri="{BB962C8B-B14F-4D97-AF65-F5344CB8AC3E}">
        <p14:creationId xmlns:p14="http://schemas.microsoft.com/office/powerpoint/2010/main" val="175639904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5A0DB-5529-4D06-4A10-2670154DB92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098CFCA-B03B-0371-9EE4-39DFDFD68F20}"/>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1A93FE2E-34F1-57D4-1818-23CDB0F2A04E}"/>
              </a:ext>
            </a:extLst>
          </p:cNvPr>
          <p:cNvSpPr>
            <a:spLocks noGrp="1"/>
          </p:cNvSpPr>
          <p:nvPr>
            <p:ph type="ftr" sz="quarter" idx="11"/>
          </p:nvPr>
        </p:nvSpPr>
        <p:spPr/>
        <p:txBody>
          <a:bodyPr/>
          <a:lstStyle/>
          <a:p>
            <a:r>
              <a:rPr lang="en-US" dirty="0"/>
              <a:t>Feb 10</a:t>
            </a:r>
          </a:p>
        </p:txBody>
      </p:sp>
      <p:sp>
        <p:nvSpPr>
          <p:cNvPr id="6" name="Slide Number Placeholder 5">
            <a:extLst>
              <a:ext uri="{FF2B5EF4-FFF2-40B4-BE49-F238E27FC236}">
                <a16:creationId xmlns:a16="http://schemas.microsoft.com/office/drawing/2014/main" id="{11CC0997-2073-E32A-18FA-20F83CF8E37A}"/>
              </a:ext>
            </a:extLst>
          </p:cNvPr>
          <p:cNvSpPr>
            <a:spLocks noGrp="1"/>
          </p:cNvSpPr>
          <p:nvPr>
            <p:ph type="sldNum" sz="quarter" idx="12"/>
          </p:nvPr>
        </p:nvSpPr>
        <p:spPr/>
        <p:txBody>
          <a:bodyPr/>
          <a:lstStyle/>
          <a:p>
            <a:fld id="{5D474BC6-09C9-4ED8-ADF6-087D6F25D5BC}" type="slidenum">
              <a:rPr lang="en-US" smtClean="0"/>
              <a:t>152</a:t>
            </a:fld>
            <a:endParaRPr lang="en-US"/>
          </a:p>
        </p:txBody>
      </p:sp>
      <p:sp>
        <p:nvSpPr>
          <p:cNvPr id="9" name="TextBox 8">
            <a:extLst>
              <a:ext uri="{FF2B5EF4-FFF2-40B4-BE49-F238E27FC236}">
                <a16:creationId xmlns:a16="http://schemas.microsoft.com/office/drawing/2014/main" id="{C903ABDA-D573-FA6F-1398-000F0BE842EF}"/>
              </a:ext>
            </a:extLst>
          </p:cNvPr>
          <p:cNvSpPr txBox="1"/>
          <p:nvPr/>
        </p:nvSpPr>
        <p:spPr>
          <a:xfrm>
            <a:off x="685800" y="448056"/>
            <a:ext cx="10177272" cy="646331"/>
          </a:xfrm>
          <a:prstGeom prst="rect">
            <a:avLst/>
          </a:prstGeom>
          <a:noFill/>
        </p:spPr>
        <p:txBody>
          <a:bodyPr wrap="square" rtlCol="0">
            <a:spAutoFit/>
          </a:bodyPr>
          <a:lstStyle/>
          <a:p>
            <a:r>
              <a:rPr lang="en-US" b="1" dirty="0"/>
              <a:t>For n = 68 coils – 3.5 to 3.5 m (NO side coils), currents and ppm levels (penalizing fluctuation in currents + Chebyshev distribution + D2 penalty)</a:t>
            </a:r>
          </a:p>
        </p:txBody>
      </p:sp>
      <p:pic>
        <p:nvPicPr>
          <p:cNvPr id="8" name="Picture 7">
            <a:extLst>
              <a:ext uri="{FF2B5EF4-FFF2-40B4-BE49-F238E27FC236}">
                <a16:creationId xmlns:a16="http://schemas.microsoft.com/office/drawing/2014/main" id="{16158666-A7BA-B99C-D172-001F7CB79C10}"/>
              </a:ext>
            </a:extLst>
          </p:cNvPr>
          <p:cNvPicPr>
            <a:picLocks noChangeAspect="1"/>
          </p:cNvPicPr>
          <p:nvPr/>
        </p:nvPicPr>
        <p:blipFill>
          <a:blip r:embed="rId3"/>
          <a:stretch>
            <a:fillRect/>
          </a:stretch>
        </p:blipFill>
        <p:spPr>
          <a:xfrm>
            <a:off x="495896" y="1094387"/>
            <a:ext cx="5494030" cy="4237361"/>
          </a:xfrm>
          <a:prstGeom prst="rect">
            <a:avLst/>
          </a:prstGeom>
        </p:spPr>
      </p:pic>
      <p:pic>
        <p:nvPicPr>
          <p:cNvPr id="13" name="Picture 12">
            <a:extLst>
              <a:ext uri="{FF2B5EF4-FFF2-40B4-BE49-F238E27FC236}">
                <a16:creationId xmlns:a16="http://schemas.microsoft.com/office/drawing/2014/main" id="{7506F75F-C8CB-811A-9C51-0E81AB0065E8}"/>
              </a:ext>
            </a:extLst>
          </p:cNvPr>
          <p:cNvPicPr>
            <a:picLocks noChangeAspect="1"/>
          </p:cNvPicPr>
          <p:nvPr/>
        </p:nvPicPr>
        <p:blipFill>
          <a:blip r:embed="rId4"/>
          <a:stretch>
            <a:fillRect/>
          </a:stretch>
        </p:blipFill>
        <p:spPr>
          <a:xfrm>
            <a:off x="6096001" y="1043141"/>
            <a:ext cx="5494030" cy="4240640"/>
          </a:xfrm>
          <a:prstGeom prst="rect">
            <a:avLst/>
          </a:prstGeom>
        </p:spPr>
      </p:pic>
      <p:pic>
        <p:nvPicPr>
          <p:cNvPr id="16" name="Picture 15">
            <a:extLst>
              <a:ext uri="{FF2B5EF4-FFF2-40B4-BE49-F238E27FC236}">
                <a16:creationId xmlns:a16="http://schemas.microsoft.com/office/drawing/2014/main" id="{6EB6EF28-01FF-E8AF-1A7F-A664913EE3CD}"/>
              </a:ext>
            </a:extLst>
          </p:cNvPr>
          <p:cNvPicPr>
            <a:picLocks noChangeAspect="1"/>
          </p:cNvPicPr>
          <p:nvPr/>
        </p:nvPicPr>
        <p:blipFill>
          <a:blip r:embed="rId5"/>
          <a:stretch>
            <a:fillRect/>
          </a:stretch>
        </p:blipFill>
        <p:spPr>
          <a:xfrm>
            <a:off x="3704236" y="5612955"/>
            <a:ext cx="5685508" cy="365124"/>
          </a:xfrm>
          <a:prstGeom prst="rect">
            <a:avLst/>
          </a:prstGeom>
        </p:spPr>
      </p:pic>
    </p:spTree>
    <p:extLst>
      <p:ext uri="{BB962C8B-B14F-4D97-AF65-F5344CB8AC3E}">
        <p14:creationId xmlns:p14="http://schemas.microsoft.com/office/powerpoint/2010/main" val="275130665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2042-55DF-273C-3017-0C97184A2A8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DEB82BF-CBC1-A9F4-72FB-084D71413E7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A8E88359-0622-6C58-8654-922864636292}"/>
              </a:ext>
            </a:extLst>
          </p:cNvPr>
          <p:cNvSpPr>
            <a:spLocks noGrp="1"/>
          </p:cNvSpPr>
          <p:nvPr>
            <p:ph type="ftr" sz="quarter" idx="11"/>
          </p:nvPr>
        </p:nvSpPr>
        <p:spPr/>
        <p:txBody>
          <a:bodyPr/>
          <a:lstStyle/>
          <a:p>
            <a:r>
              <a:rPr lang="en-US" dirty="0"/>
              <a:t>Feb 10</a:t>
            </a:r>
          </a:p>
        </p:txBody>
      </p:sp>
      <p:sp>
        <p:nvSpPr>
          <p:cNvPr id="6" name="Slide Number Placeholder 5">
            <a:extLst>
              <a:ext uri="{FF2B5EF4-FFF2-40B4-BE49-F238E27FC236}">
                <a16:creationId xmlns:a16="http://schemas.microsoft.com/office/drawing/2014/main" id="{7BCFC724-86C8-27A7-8B10-409E3526E5AB}"/>
              </a:ext>
            </a:extLst>
          </p:cNvPr>
          <p:cNvSpPr>
            <a:spLocks noGrp="1"/>
          </p:cNvSpPr>
          <p:nvPr>
            <p:ph type="sldNum" sz="quarter" idx="12"/>
          </p:nvPr>
        </p:nvSpPr>
        <p:spPr/>
        <p:txBody>
          <a:bodyPr/>
          <a:lstStyle/>
          <a:p>
            <a:fld id="{5D474BC6-09C9-4ED8-ADF6-087D6F25D5BC}" type="slidenum">
              <a:rPr lang="en-US" smtClean="0"/>
              <a:t>153</a:t>
            </a:fld>
            <a:endParaRPr lang="en-US"/>
          </a:p>
        </p:txBody>
      </p:sp>
      <p:sp>
        <p:nvSpPr>
          <p:cNvPr id="9" name="TextBox 8">
            <a:extLst>
              <a:ext uri="{FF2B5EF4-FFF2-40B4-BE49-F238E27FC236}">
                <a16:creationId xmlns:a16="http://schemas.microsoft.com/office/drawing/2014/main" id="{0EF0B072-802D-3CC3-045B-FE8A8054BEA2}"/>
              </a:ext>
            </a:extLst>
          </p:cNvPr>
          <p:cNvSpPr txBox="1"/>
          <p:nvPr/>
        </p:nvSpPr>
        <p:spPr>
          <a:xfrm>
            <a:off x="685800" y="448056"/>
            <a:ext cx="10177272" cy="646331"/>
          </a:xfrm>
          <a:prstGeom prst="rect">
            <a:avLst/>
          </a:prstGeom>
          <a:noFill/>
        </p:spPr>
        <p:txBody>
          <a:bodyPr wrap="square" rtlCol="0">
            <a:spAutoFit/>
          </a:bodyPr>
          <a:lstStyle/>
          <a:p>
            <a:r>
              <a:rPr lang="en-US" b="1" dirty="0"/>
              <a:t>For n = 68 coils – 3.5 to 3.5 m (NO side coils), (penalizing fluctuation in currents + Chebyshev distribution + D2 penalty)</a:t>
            </a:r>
          </a:p>
        </p:txBody>
      </p:sp>
      <p:pic>
        <p:nvPicPr>
          <p:cNvPr id="3" name="Picture 2">
            <a:extLst>
              <a:ext uri="{FF2B5EF4-FFF2-40B4-BE49-F238E27FC236}">
                <a16:creationId xmlns:a16="http://schemas.microsoft.com/office/drawing/2014/main" id="{3BC5D211-30AF-3DC6-738D-920350AE1881}"/>
              </a:ext>
            </a:extLst>
          </p:cNvPr>
          <p:cNvPicPr>
            <a:picLocks noChangeAspect="1"/>
          </p:cNvPicPr>
          <p:nvPr/>
        </p:nvPicPr>
        <p:blipFill>
          <a:blip r:embed="rId3"/>
          <a:stretch>
            <a:fillRect/>
          </a:stretch>
        </p:blipFill>
        <p:spPr>
          <a:xfrm>
            <a:off x="3082578" y="1450626"/>
            <a:ext cx="6026844" cy="4549484"/>
          </a:xfrm>
          <a:prstGeom prst="rect">
            <a:avLst/>
          </a:prstGeom>
        </p:spPr>
      </p:pic>
    </p:spTree>
    <p:extLst>
      <p:ext uri="{BB962C8B-B14F-4D97-AF65-F5344CB8AC3E}">
        <p14:creationId xmlns:p14="http://schemas.microsoft.com/office/powerpoint/2010/main" val="199798882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96942-3944-9551-9019-D715A4B11B8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CE64F33-0F98-B5F3-1326-2752D9DC984B}"/>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87009D8-167C-C173-DE22-9BB74D73EC28}"/>
              </a:ext>
            </a:extLst>
          </p:cNvPr>
          <p:cNvSpPr>
            <a:spLocks noGrp="1"/>
          </p:cNvSpPr>
          <p:nvPr>
            <p:ph type="ftr" sz="quarter" idx="11"/>
          </p:nvPr>
        </p:nvSpPr>
        <p:spPr/>
        <p:txBody>
          <a:bodyPr/>
          <a:lstStyle/>
          <a:p>
            <a:r>
              <a:rPr lang="en-US" dirty="0"/>
              <a:t>Feb 23</a:t>
            </a:r>
          </a:p>
        </p:txBody>
      </p:sp>
      <p:sp>
        <p:nvSpPr>
          <p:cNvPr id="6" name="Slide Number Placeholder 5">
            <a:extLst>
              <a:ext uri="{FF2B5EF4-FFF2-40B4-BE49-F238E27FC236}">
                <a16:creationId xmlns:a16="http://schemas.microsoft.com/office/drawing/2014/main" id="{42EA07AC-70EE-E8C4-5A72-FE90AE9BD644}"/>
              </a:ext>
            </a:extLst>
          </p:cNvPr>
          <p:cNvSpPr>
            <a:spLocks noGrp="1"/>
          </p:cNvSpPr>
          <p:nvPr>
            <p:ph type="sldNum" sz="quarter" idx="12"/>
          </p:nvPr>
        </p:nvSpPr>
        <p:spPr/>
        <p:txBody>
          <a:bodyPr/>
          <a:lstStyle/>
          <a:p>
            <a:fld id="{5D474BC6-09C9-4ED8-ADF6-087D6F25D5BC}" type="slidenum">
              <a:rPr lang="en-US" smtClean="0"/>
              <a:t>154</a:t>
            </a:fld>
            <a:endParaRPr lang="en-US"/>
          </a:p>
        </p:txBody>
      </p:sp>
      <p:sp>
        <p:nvSpPr>
          <p:cNvPr id="9" name="TextBox 8">
            <a:extLst>
              <a:ext uri="{FF2B5EF4-FFF2-40B4-BE49-F238E27FC236}">
                <a16:creationId xmlns:a16="http://schemas.microsoft.com/office/drawing/2014/main" id="{2AE6BC51-F876-9718-61BE-349357F1C8AC}"/>
              </a:ext>
            </a:extLst>
          </p:cNvPr>
          <p:cNvSpPr txBox="1"/>
          <p:nvPr/>
        </p:nvSpPr>
        <p:spPr>
          <a:xfrm>
            <a:off x="263211" y="78724"/>
            <a:ext cx="10177272" cy="369332"/>
          </a:xfrm>
          <a:prstGeom prst="rect">
            <a:avLst/>
          </a:prstGeom>
          <a:noFill/>
        </p:spPr>
        <p:txBody>
          <a:bodyPr wrap="square" rtlCol="0">
            <a:spAutoFit/>
          </a:bodyPr>
          <a:lstStyle/>
          <a:p>
            <a:r>
              <a:rPr lang="en-US" b="1" dirty="0"/>
              <a:t>For 44 coils from -2.5 m to 2.5 m:</a:t>
            </a:r>
          </a:p>
        </p:txBody>
      </p:sp>
      <p:pic>
        <p:nvPicPr>
          <p:cNvPr id="3" name="Picture 2">
            <a:extLst>
              <a:ext uri="{FF2B5EF4-FFF2-40B4-BE49-F238E27FC236}">
                <a16:creationId xmlns:a16="http://schemas.microsoft.com/office/drawing/2014/main" id="{1C5E8259-5F75-CA07-C19F-FF198C7083D7}"/>
              </a:ext>
            </a:extLst>
          </p:cNvPr>
          <p:cNvPicPr>
            <a:picLocks noChangeAspect="1"/>
          </p:cNvPicPr>
          <p:nvPr/>
        </p:nvPicPr>
        <p:blipFill>
          <a:blip r:embed="rId3"/>
          <a:stretch>
            <a:fillRect/>
          </a:stretch>
        </p:blipFill>
        <p:spPr>
          <a:xfrm>
            <a:off x="815417" y="3364590"/>
            <a:ext cx="3799774" cy="2823295"/>
          </a:xfrm>
          <a:prstGeom prst="rect">
            <a:avLst/>
          </a:prstGeom>
        </p:spPr>
      </p:pic>
      <p:pic>
        <p:nvPicPr>
          <p:cNvPr id="10" name="Picture 9">
            <a:extLst>
              <a:ext uri="{FF2B5EF4-FFF2-40B4-BE49-F238E27FC236}">
                <a16:creationId xmlns:a16="http://schemas.microsoft.com/office/drawing/2014/main" id="{E805413B-F393-B99E-3D2A-0A4ADC59943D}"/>
              </a:ext>
            </a:extLst>
          </p:cNvPr>
          <p:cNvPicPr>
            <a:picLocks noChangeAspect="1"/>
          </p:cNvPicPr>
          <p:nvPr/>
        </p:nvPicPr>
        <p:blipFill>
          <a:blip r:embed="rId4"/>
          <a:stretch>
            <a:fillRect/>
          </a:stretch>
        </p:blipFill>
        <p:spPr>
          <a:xfrm>
            <a:off x="1665757" y="6213312"/>
            <a:ext cx="2400635" cy="238158"/>
          </a:xfrm>
          <a:prstGeom prst="rect">
            <a:avLst/>
          </a:prstGeom>
        </p:spPr>
      </p:pic>
      <p:pic>
        <p:nvPicPr>
          <p:cNvPr id="12" name="Picture 11">
            <a:extLst>
              <a:ext uri="{FF2B5EF4-FFF2-40B4-BE49-F238E27FC236}">
                <a16:creationId xmlns:a16="http://schemas.microsoft.com/office/drawing/2014/main" id="{171368AA-4AC0-EC49-A0CA-B10746964FC8}"/>
              </a:ext>
            </a:extLst>
          </p:cNvPr>
          <p:cNvPicPr>
            <a:picLocks noChangeAspect="1"/>
          </p:cNvPicPr>
          <p:nvPr/>
        </p:nvPicPr>
        <p:blipFill>
          <a:blip r:embed="rId5"/>
          <a:stretch>
            <a:fillRect/>
          </a:stretch>
        </p:blipFill>
        <p:spPr>
          <a:xfrm>
            <a:off x="815417" y="569902"/>
            <a:ext cx="3822557" cy="2769261"/>
          </a:xfrm>
          <a:prstGeom prst="rect">
            <a:avLst/>
          </a:prstGeom>
        </p:spPr>
      </p:pic>
      <p:cxnSp>
        <p:nvCxnSpPr>
          <p:cNvPr id="15" name="Straight Arrow Connector 14">
            <a:extLst>
              <a:ext uri="{FF2B5EF4-FFF2-40B4-BE49-F238E27FC236}">
                <a16:creationId xmlns:a16="http://schemas.microsoft.com/office/drawing/2014/main" id="{09616BFF-AB73-3E42-6FC3-9839D7A5C105}"/>
              </a:ext>
            </a:extLst>
          </p:cNvPr>
          <p:cNvCxnSpPr>
            <a:cxnSpLocks/>
          </p:cNvCxnSpPr>
          <p:nvPr/>
        </p:nvCxnSpPr>
        <p:spPr>
          <a:xfrm>
            <a:off x="4929258" y="2716368"/>
            <a:ext cx="84517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B047511-E5D3-E268-C3A1-E59E91C94AE4}"/>
                  </a:ext>
                </a:extLst>
              </p:cNvPr>
              <p:cNvSpPr txBox="1"/>
              <p:nvPr/>
            </p:nvSpPr>
            <p:spPr>
              <a:xfrm>
                <a:off x="4775057" y="2976998"/>
                <a:ext cx="1510674" cy="2585323"/>
              </a:xfrm>
              <a:prstGeom prst="rect">
                <a:avLst/>
              </a:prstGeom>
              <a:noFill/>
            </p:spPr>
            <p:txBody>
              <a:bodyPr wrap="square" rtlCol="0">
                <a:spAutoFit/>
              </a:bodyPr>
              <a:lstStyle/>
              <a:p>
                <a:r>
                  <a:rPr lang="en-US" dirty="0"/>
                  <a:t>Using the solution of the fit </a:t>
                </a:r>
                <a14:m>
                  <m:oMath xmlns:m="http://schemas.openxmlformats.org/officeDocument/2006/math">
                    <m:r>
                      <a:rPr lang="en-US" b="1" i="1" smtClean="0">
                        <a:latin typeface="Cambria Math" panose="02040503050406030204" pitchFamily="18" charset="0"/>
                      </a:rPr>
                      <m:t>𝑰</m:t>
                    </m:r>
                  </m:oMath>
                </a14:m>
                <a:r>
                  <a:rPr lang="en-US" b="1" dirty="0"/>
                  <a:t> </a:t>
                </a:r>
                <a:r>
                  <a:rPr lang="en-US" dirty="0"/>
                  <a:t>to solve for the field and ppm levels in the volume using </a:t>
                </a:r>
                <a:r>
                  <a:rPr lang="en-US" dirty="0" err="1"/>
                  <a:t>Biot</a:t>
                </a:r>
                <a:r>
                  <a:rPr lang="en-US" dirty="0"/>
                  <a:t>-Savart</a:t>
                </a:r>
              </a:p>
            </p:txBody>
          </p:sp>
        </mc:Choice>
        <mc:Fallback xmlns="">
          <p:sp>
            <p:nvSpPr>
              <p:cNvPr id="17" name="TextBox 16">
                <a:extLst>
                  <a:ext uri="{FF2B5EF4-FFF2-40B4-BE49-F238E27FC236}">
                    <a16:creationId xmlns:a16="http://schemas.microsoft.com/office/drawing/2014/main" id="{CB047511-E5D3-E268-C3A1-E59E91C94AE4}"/>
                  </a:ext>
                </a:extLst>
              </p:cNvPr>
              <p:cNvSpPr txBox="1">
                <a:spLocks noRot="1" noChangeAspect="1" noMove="1" noResize="1" noEditPoints="1" noAdjustHandles="1" noChangeArrowheads="1" noChangeShapeType="1" noTextEdit="1"/>
              </p:cNvSpPr>
              <p:nvPr/>
            </p:nvSpPr>
            <p:spPr>
              <a:xfrm>
                <a:off x="4775057" y="2976998"/>
                <a:ext cx="1510674" cy="2585323"/>
              </a:xfrm>
              <a:prstGeom prst="rect">
                <a:avLst/>
              </a:prstGeom>
              <a:blipFill>
                <a:blip r:embed="rId6"/>
                <a:stretch>
                  <a:fillRect l="-3226" t="-943" r="-4435" b="-3066"/>
                </a:stretch>
              </a:blipFill>
            </p:spPr>
            <p:txBody>
              <a:bodyPr/>
              <a:lstStyle/>
              <a:p>
                <a:r>
                  <a:rPr lang="en-US">
                    <a:noFill/>
                  </a:rPr>
                  <a:t> </a:t>
                </a:r>
              </a:p>
            </p:txBody>
          </p:sp>
        </mc:Fallback>
      </mc:AlternateContent>
      <p:pic>
        <p:nvPicPr>
          <p:cNvPr id="19" name="Picture 18">
            <a:extLst>
              <a:ext uri="{FF2B5EF4-FFF2-40B4-BE49-F238E27FC236}">
                <a16:creationId xmlns:a16="http://schemas.microsoft.com/office/drawing/2014/main" id="{6F8AD78B-7B95-692C-7712-9AA0702CBC18}"/>
              </a:ext>
            </a:extLst>
          </p:cNvPr>
          <p:cNvPicPr>
            <a:picLocks noChangeAspect="1"/>
          </p:cNvPicPr>
          <p:nvPr/>
        </p:nvPicPr>
        <p:blipFill>
          <a:blip r:embed="rId7"/>
          <a:srcRect t="4026"/>
          <a:stretch>
            <a:fillRect/>
          </a:stretch>
        </p:blipFill>
        <p:spPr>
          <a:xfrm>
            <a:off x="5928757" y="590154"/>
            <a:ext cx="6263243" cy="2757192"/>
          </a:xfrm>
          <a:prstGeom prst="rect">
            <a:avLst/>
          </a:prstGeom>
        </p:spPr>
      </p:pic>
      <p:pic>
        <p:nvPicPr>
          <p:cNvPr id="22" name="Picture 21">
            <a:extLst>
              <a:ext uri="{FF2B5EF4-FFF2-40B4-BE49-F238E27FC236}">
                <a16:creationId xmlns:a16="http://schemas.microsoft.com/office/drawing/2014/main" id="{A24DAB3A-9D95-8216-F5CC-1FBEC83FDAF1}"/>
              </a:ext>
            </a:extLst>
          </p:cNvPr>
          <p:cNvPicPr>
            <a:picLocks noChangeAspect="1"/>
          </p:cNvPicPr>
          <p:nvPr/>
        </p:nvPicPr>
        <p:blipFill>
          <a:blip r:embed="rId8"/>
          <a:stretch>
            <a:fillRect/>
          </a:stretch>
        </p:blipFill>
        <p:spPr>
          <a:xfrm>
            <a:off x="6915764" y="3429000"/>
            <a:ext cx="638264" cy="2838846"/>
          </a:xfrm>
          <a:prstGeom prst="rect">
            <a:avLst/>
          </a:prstGeom>
        </p:spPr>
      </p:pic>
      <p:pic>
        <p:nvPicPr>
          <p:cNvPr id="24" name="Picture 23">
            <a:extLst>
              <a:ext uri="{FF2B5EF4-FFF2-40B4-BE49-F238E27FC236}">
                <a16:creationId xmlns:a16="http://schemas.microsoft.com/office/drawing/2014/main" id="{38C95C8E-7BA1-6054-D2DD-DB7037910C0A}"/>
              </a:ext>
            </a:extLst>
          </p:cNvPr>
          <p:cNvPicPr>
            <a:picLocks noChangeAspect="1"/>
          </p:cNvPicPr>
          <p:nvPr/>
        </p:nvPicPr>
        <p:blipFill>
          <a:blip r:embed="rId9"/>
          <a:stretch>
            <a:fillRect/>
          </a:stretch>
        </p:blipFill>
        <p:spPr>
          <a:xfrm>
            <a:off x="7554028" y="3462342"/>
            <a:ext cx="2972215" cy="2772162"/>
          </a:xfrm>
          <a:prstGeom prst="rect">
            <a:avLst/>
          </a:prstGeom>
        </p:spPr>
      </p:pic>
      <p:sp>
        <p:nvSpPr>
          <p:cNvPr id="25" name="Rectangle 24">
            <a:extLst>
              <a:ext uri="{FF2B5EF4-FFF2-40B4-BE49-F238E27FC236}">
                <a16:creationId xmlns:a16="http://schemas.microsoft.com/office/drawing/2014/main" id="{595FA2E6-48C7-9F12-D37E-AB9E056BA671}"/>
              </a:ext>
            </a:extLst>
          </p:cNvPr>
          <p:cNvSpPr/>
          <p:nvPr/>
        </p:nvSpPr>
        <p:spPr>
          <a:xfrm>
            <a:off x="1665757" y="6187885"/>
            <a:ext cx="2545676" cy="247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3A64A46-848C-FD5D-C7C1-012CF6554934}"/>
              </a:ext>
            </a:extLst>
          </p:cNvPr>
          <p:cNvSpPr/>
          <p:nvPr/>
        </p:nvSpPr>
        <p:spPr>
          <a:xfrm>
            <a:off x="6871958" y="6038850"/>
            <a:ext cx="3568525" cy="1956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308063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2C5C172-640A-D797-A311-E8F119029C3E}"/>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20171A8-D341-4396-6F29-ED8FBF1C8C39}"/>
              </a:ext>
            </a:extLst>
          </p:cNvPr>
          <p:cNvSpPr>
            <a:spLocks noGrp="1"/>
          </p:cNvSpPr>
          <p:nvPr>
            <p:ph type="ftr" sz="quarter" idx="11"/>
          </p:nvPr>
        </p:nvSpPr>
        <p:spPr/>
        <p:txBody>
          <a:bodyPr/>
          <a:lstStyle/>
          <a:p>
            <a:r>
              <a:rPr lang="en-US" dirty="0"/>
              <a:t>Mar 5</a:t>
            </a:r>
          </a:p>
        </p:txBody>
      </p:sp>
      <p:sp>
        <p:nvSpPr>
          <p:cNvPr id="6" name="Slide Number Placeholder 5">
            <a:extLst>
              <a:ext uri="{FF2B5EF4-FFF2-40B4-BE49-F238E27FC236}">
                <a16:creationId xmlns:a16="http://schemas.microsoft.com/office/drawing/2014/main" id="{F255A217-538D-FE76-FAB6-14D1C1991F2D}"/>
              </a:ext>
            </a:extLst>
          </p:cNvPr>
          <p:cNvSpPr>
            <a:spLocks noGrp="1"/>
          </p:cNvSpPr>
          <p:nvPr>
            <p:ph type="sldNum" sz="quarter" idx="12"/>
          </p:nvPr>
        </p:nvSpPr>
        <p:spPr/>
        <p:txBody>
          <a:bodyPr/>
          <a:lstStyle/>
          <a:p>
            <a:fld id="{5D474BC6-09C9-4ED8-ADF6-087D6F25D5BC}" type="slidenum">
              <a:rPr lang="en-US" smtClean="0"/>
              <a:t>155</a:t>
            </a:fld>
            <a:endParaRPr lang="en-US"/>
          </a:p>
        </p:txBody>
      </p:sp>
      <p:pic>
        <p:nvPicPr>
          <p:cNvPr id="8" name="Picture 7">
            <a:extLst>
              <a:ext uri="{FF2B5EF4-FFF2-40B4-BE49-F238E27FC236}">
                <a16:creationId xmlns:a16="http://schemas.microsoft.com/office/drawing/2014/main" id="{C47D1A0D-053C-3B1D-CD2E-CEC5E0961B73}"/>
              </a:ext>
            </a:extLst>
          </p:cNvPr>
          <p:cNvPicPr>
            <a:picLocks noChangeAspect="1"/>
          </p:cNvPicPr>
          <p:nvPr/>
        </p:nvPicPr>
        <p:blipFill>
          <a:blip r:embed="rId3"/>
          <a:stretch>
            <a:fillRect/>
          </a:stretch>
        </p:blipFill>
        <p:spPr>
          <a:xfrm>
            <a:off x="594825" y="610757"/>
            <a:ext cx="4034325" cy="2708140"/>
          </a:xfrm>
          <a:prstGeom prst="rect">
            <a:avLst/>
          </a:prstGeom>
        </p:spPr>
      </p:pic>
      <p:pic>
        <p:nvPicPr>
          <p:cNvPr id="10" name="Picture 9">
            <a:extLst>
              <a:ext uri="{FF2B5EF4-FFF2-40B4-BE49-F238E27FC236}">
                <a16:creationId xmlns:a16="http://schemas.microsoft.com/office/drawing/2014/main" id="{343E224A-215E-5009-C058-C1B2D6D36FA2}"/>
              </a:ext>
            </a:extLst>
          </p:cNvPr>
          <p:cNvPicPr>
            <a:picLocks noChangeAspect="1"/>
          </p:cNvPicPr>
          <p:nvPr/>
        </p:nvPicPr>
        <p:blipFill>
          <a:blip r:embed="rId4"/>
          <a:stretch>
            <a:fillRect/>
          </a:stretch>
        </p:blipFill>
        <p:spPr>
          <a:xfrm>
            <a:off x="594825" y="3216470"/>
            <a:ext cx="4022245" cy="3091726"/>
          </a:xfrm>
          <a:prstGeom prst="rect">
            <a:avLst/>
          </a:prstGeom>
        </p:spPr>
      </p:pic>
      <p:sp>
        <p:nvSpPr>
          <p:cNvPr id="11" name="TextBox 10">
            <a:extLst>
              <a:ext uri="{FF2B5EF4-FFF2-40B4-BE49-F238E27FC236}">
                <a16:creationId xmlns:a16="http://schemas.microsoft.com/office/drawing/2014/main" id="{4BEF95BD-C3CB-344C-B300-863B731C103F}"/>
              </a:ext>
            </a:extLst>
          </p:cNvPr>
          <p:cNvSpPr txBox="1"/>
          <p:nvPr/>
        </p:nvSpPr>
        <p:spPr>
          <a:xfrm>
            <a:off x="606905" y="190500"/>
            <a:ext cx="5746270" cy="369332"/>
          </a:xfrm>
          <a:prstGeom prst="rect">
            <a:avLst/>
          </a:prstGeom>
          <a:noFill/>
        </p:spPr>
        <p:txBody>
          <a:bodyPr wrap="square" rtlCol="0">
            <a:spAutoFit/>
          </a:bodyPr>
          <a:lstStyle/>
          <a:p>
            <a:r>
              <a:rPr lang="en-US" b="1" dirty="0"/>
              <a:t>68 coils from -3.5 to 3.5</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CC08C1D-5581-132F-AB39-E92EEC95BD2E}"/>
                  </a:ext>
                </a:extLst>
              </p:cNvPr>
              <p:cNvSpPr txBox="1"/>
              <p:nvPr/>
            </p:nvSpPr>
            <p:spPr>
              <a:xfrm>
                <a:off x="4842501" y="2174239"/>
                <a:ext cx="1510674" cy="2585323"/>
              </a:xfrm>
              <a:prstGeom prst="rect">
                <a:avLst/>
              </a:prstGeom>
              <a:noFill/>
            </p:spPr>
            <p:txBody>
              <a:bodyPr wrap="square" rtlCol="0">
                <a:spAutoFit/>
              </a:bodyPr>
              <a:lstStyle/>
              <a:p>
                <a:r>
                  <a:rPr lang="en-US" dirty="0"/>
                  <a:t>Using the solution of the fit </a:t>
                </a:r>
                <a14:m>
                  <m:oMath xmlns:m="http://schemas.openxmlformats.org/officeDocument/2006/math">
                    <m:r>
                      <a:rPr lang="en-US" b="1" i="1" smtClean="0">
                        <a:latin typeface="Cambria Math" panose="02040503050406030204" pitchFamily="18" charset="0"/>
                      </a:rPr>
                      <m:t>𝑰</m:t>
                    </m:r>
                  </m:oMath>
                </a14:m>
                <a:r>
                  <a:rPr lang="en-US" b="1" dirty="0"/>
                  <a:t> </a:t>
                </a:r>
                <a:r>
                  <a:rPr lang="en-US" dirty="0"/>
                  <a:t>to solve for the field and ppm levels in the volume using </a:t>
                </a:r>
                <a:r>
                  <a:rPr lang="en-US" dirty="0" err="1"/>
                  <a:t>Biot</a:t>
                </a:r>
                <a:r>
                  <a:rPr lang="en-US" dirty="0"/>
                  <a:t>-Savart</a:t>
                </a:r>
              </a:p>
            </p:txBody>
          </p:sp>
        </mc:Choice>
        <mc:Fallback xmlns="">
          <p:sp>
            <p:nvSpPr>
              <p:cNvPr id="12" name="TextBox 11">
                <a:extLst>
                  <a:ext uri="{FF2B5EF4-FFF2-40B4-BE49-F238E27FC236}">
                    <a16:creationId xmlns:a16="http://schemas.microsoft.com/office/drawing/2014/main" id="{7CC08C1D-5581-132F-AB39-E92EEC95BD2E}"/>
                  </a:ext>
                </a:extLst>
              </p:cNvPr>
              <p:cNvSpPr txBox="1">
                <a:spLocks noRot="1" noChangeAspect="1" noMove="1" noResize="1" noEditPoints="1" noAdjustHandles="1" noChangeArrowheads="1" noChangeShapeType="1" noTextEdit="1"/>
              </p:cNvSpPr>
              <p:nvPr/>
            </p:nvSpPr>
            <p:spPr>
              <a:xfrm>
                <a:off x="4842501" y="2174239"/>
                <a:ext cx="1510674" cy="2585323"/>
              </a:xfrm>
              <a:prstGeom prst="rect">
                <a:avLst/>
              </a:prstGeom>
              <a:blipFill>
                <a:blip r:embed="rId5"/>
                <a:stretch>
                  <a:fillRect l="-3226" t="-1179" r="-4435" b="-3066"/>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76BDC268-2867-9C84-898D-55DF1416565D}"/>
              </a:ext>
            </a:extLst>
          </p:cNvPr>
          <p:cNvSpPr txBox="1"/>
          <p:nvPr/>
        </p:nvSpPr>
        <p:spPr>
          <a:xfrm>
            <a:off x="1959448" y="6298168"/>
            <a:ext cx="2067072" cy="369332"/>
          </a:xfrm>
          <a:prstGeom prst="rect">
            <a:avLst/>
          </a:prstGeom>
          <a:noFill/>
        </p:spPr>
        <p:txBody>
          <a:bodyPr wrap="square" rtlCol="0">
            <a:spAutoFit/>
          </a:bodyPr>
          <a:lstStyle/>
          <a:p>
            <a:r>
              <a:rPr lang="en-US" dirty="0"/>
              <a:t>Worse: 0.150</a:t>
            </a:r>
          </a:p>
        </p:txBody>
      </p:sp>
      <p:cxnSp>
        <p:nvCxnSpPr>
          <p:cNvPr id="14" name="Straight Arrow Connector 13">
            <a:extLst>
              <a:ext uri="{FF2B5EF4-FFF2-40B4-BE49-F238E27FC236}">
                <a16:creationId xmlns:a16="http://schemas.microsoft.com/office/drawing/2014/main" id="{38876D63-64C7-ED15-578E-083144A136E4}"/>
              </a:ext>
            </a:extLst>
          </p:cNvPr>
          <p:cNvCxnSpPr>
            <a:cxnSpLocks/>
          </p:cNvCxnSpPr>
          <p:nvPr/>
        </p:nvCxnSpPr>
        <p:spPr>
          <a:xfrm>
            <a:off x="4999596" y="2027051"/>
            <a:ext cx="84517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7F315911-4C56-1933-9F34-6BE2D5AB0895}"/>
              </a:ext>
            </a:extLst>
          </p:cNvPr>
          <p:cNvPicPr>
            <a:picLocks noChangeAspect="1"/>
          </p:cNvPicPr>
          <p:nvPr/>
        </p:nvPicPr>
        <p:blipFill>
          <a:blip r:embed="rId6"/>
          <a:srcRect l="2984"/>
          <a:stretch>
            <a:fillRect/>
          </a:stretch>
        </p:blipFill>
        <p:spPr>
          <a:xfrm>
            <a:off x="6215220" y="559832"/>
            <a:ext cx="5953253" cy="5123923"/>
          </a:xfrm>
          <a:prstGeom prst="rect">
            <a:avLst/>
          </a:prstGeom>
        </p:spPr>
      </p:pic>
      <p:pic>
        <p:nvPicPr>
          <p:cNvPr id="18" name="Picture 17">
            <a:extLst>
              <a:ext uri="{FF2B5EF4-FFF2-40B4-BE49-F238E27FC236}">
                <a16:creationId xmlns:a16="http://schemas.microsoft.com/office/drawing/2014/main" id="{E7B6E1F3-395E-1B5F-BBC4-84A1D2C83196}"/>
              </a:ext>
            </a:extLst>
          </p:cNvPr>
          <p:cNvPicPr>
            <a:picLocks noChangeAspect="1"/>
          </p:cNvPicPr>
          <p:nvPr/>
        </p:nvPicPr>
        <p:blipFill>
          <a:blip r:embed="rId7"/>
          <a:srcRect l="-1" t="3" r="-11481" b="-25184"/>
          <a:stretch>
            <a:fillRect/>
          </a:stretch>
        </p:blipFill>
        <p:spPr>
          <a:xfrm>
            <a:off x="7061503" y="5731909"/>
            <a:ext cx="4022245" cy="321178"/>
          </a:xfrm>
          <a:prstGeom prst="rect">
            <a:avLst/>
          </a:prstGeom>
        </p:spPr>
      </p:pic>
    </p:spTree>
    <p:extLst>
      <p:ext uri="{BB962C8B-B14F-4D97-AF65-F5344CB8AC3E}">
        <p14:creationId xmlns:p14="http://schemas.microsoft.com/office/powerpoint/2010/main" val="327375299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0C0676E-D8E9-3CA6-91CF-A390FF25461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2A9868B4-D559-16E3-FBAB-A1DB57B6FF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3A5F16-C0DA-C5F8-70AA-06D2744813FD}"/>
              </a:ext>
            </a:extLst>
          </p:cNvPr>
          <p:cNvSpPr>
            <a:spLocks noGrp="1"/>
          </p:cNvSpPr>
          <p:nvPr>
            <p:ph type="sldNum" sz="quarter" idx="12"/>
          </p:nvPr>
        </p:nvSpPr>
        <p:spPr/>
        <p:txBody>
          <a:bodyPr/>
          <a:lstStyle/>
          <a:p>
            <a:fld id="{5D474BC6-09C9-4ED8-ADF6-087D6F25D5BC}" type="slidenum">
              <a:rPr lang="en-US" smtClean="0"/>
              <a:t>156</a:t>
            </a:fld>
            <a:endParaRPr lang="en-US"/>
          </a:p>
        </p:txBody>
      </p:sp>
    </p:spTree>
    <p:extLst>
      <p:ext uri="{BB962C8B-B14F-4D97-AF65-F5344CB8AC3E}">
        <p14:creationId xmlns:p14="http://schemas.microsoft.com/office/powerpoint/2010/main" val="26178116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14B0B4C-F49B-8D63-66E0-B6632BAA5D26}"/>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BF45A15D-7AFD-CE83-D23D-9DA580A4F8EA}"/>
              </a:ext>
            </a:extLst>
          </p:cNvPr>
          <p:cNvSpPr>
            <a:spLocks noGrp="1"/>
          </p:cNvSpPr>
          <p:nvPr>
            <p:ph type="ftr" sz="quarter" idx="11"/>
          </p:nvPr>
        </p:nvSpPr>
        <p:spPr/>
        <p:txBody>
          <a:bodyPr/>
          <a:lstStyle/>
          <a:p>
            <a:r>
              <a:rPr lang="en-US" dirty="0"/>
              <a:t>Mar 5</a:t>
            </a:r>
          </a:p>
        </p:txBody>
      </p:sp>
      <p:sp>
        <p:nvSpPr>
          <p:cNvPr id="6" name="Slide Number Placeholder 5">
            <a:extLst>
              <a:ext uri="{FF2B5EF4-FFF2-40B4-BE49-F238E27FC236}">
                <a16:creationId xmlns:a16="http://schemas.microsoft.com/office/drawing/2014/main" id="{04ACB6C5-3C16-8DEF-147C-A2ADA24A8F1C}"/>
              </a:ext>
            </a:extLst>
          </p:cNvPr>
          <p:cNvSpPr>
            <a:spLocks noGrp="1"/>
          </p:cNvSpPr>
          <p:nvPr>
            <p:ph type="sldNum" sz="quarter" idx="12"/>
          </p:nvPr>
        </p:nvSpPr>
        <p:spPr/>
        <p:txBody>
          <a:bodyPr/>
          <a:lstStyle/>
          <a:p>
            <a:fld id="{5D474BC6-09C9-4ED8-ADF6-087D6F25D5BC}" type="slidenum">
              <a:rPr lang="en-US" smtClean="0"/>
              <a:t>157</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46260BC-B196-6749-7D39-52F9809383BD}"/>
                  </a:ext>
                </a:extLst>
              </p:cNvPr>
              <p:cNvSpPr txBox="1"/>
              <p:nvPr/>
            </p:nvSpPr>
            <p:spPr>
              <a:xfrm>
                <a:off x="1152144" y="1554480"/>
                <a:ext cx="1044244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Now that we have a solution that works numerically, we need to think about how to make it work for a more realistic case</a:t>
                </a:r>
              </a:p>
              <a:p>
                <a:pPr marL="285750" indent="-285750">
                  <a:buFont typeface="Arial" panose="020B0604020202020204" pitchFamily="34" charset="0"/>
                  <a:buChar char="•"/>
                </a:pPr>
                <a:r>
                  <a:rPr lang="en-US" dirty="0"/>
                  <a:t>We need to do non-filamentary analysis. For this we need to consider how each coil is wound, more specifically what is the effect on the magnetic field and hence the ppm levels when each coil has </a:t>
                </a:r>
                <a14:m>
                  <m:oMath xmlns:m="http://schemas.openxmlformats.org/officeDocument/2006/math">
                    <m:r>
                      <a:rPr lang="en-US" b="0" i="1" smtClean="0">
                        <a:latin typeface="Cambria Math" panose="02040503050406030204" pitchFamily="18" charset="0"/>
                      </a:rPr>
                      <m:t>𝑛</m:t>
                    </m:r>
                  </m:oMath>
                </a14:m>
                <a:r>
                  <a:rPr lang="en-US" dirty="0"/>
                  <a:t> turns per layer and </a:t>
                </a:r>
                <a14:m>
                  <m:oMath xmlns:m="http://schemas.openxmlformats.org/officeDocument/2006/math">
                    <m:r>
                      <a:rPr lang="en-US" b="0" i="1" smtClean="0">
                        <a:latin typeface="Cambria Math" panose="02040503050406030204" pitchFamily="18" charset="0"/>
                      </a:rPr>
                      <m:t>𝑚</m:t>
                    </m:r>
                  </m:oMath>
                </a14:m>
                <a:r>
                  <a:rPr lang="en-US" dirty="0"/>
                  <a:t> layers</a:t>
                </a:r>
              </a:p>
              <a:p>
                <a:pPr marL="285750" indent="-285750">
                  <a:buFont typeface="Arial" panose="020B0604020202020204" pitchFamily="34" charset="0"/>
                  <a:buChar char="•"/>
                </a:pPr>
                <a:r>
                  <a:rPr lang="en-US" dirty="0"/>
                  <a:t>The following analysis tries to do that</a:t>
                </a:r>
              </a:p>
            </p:txBody>
          </p:sp>
        </mc:Choice>
        <mc:Fallback xmlns="">
          <p:sp>
            <p:nvSpPr>
              <p:cNvPr id="7" name="TextBox 6">
                <a:extLst>
                  <a:ext uri="{FF2B5EF4-FFF2-40B4-BE49-F238E27FC236}">
                    <a16:creationId xmlns:a16="http://schemas.microsoft.com/office/drawing/2014/main" id="{E46260BC-B196-6749-7D39-52F9809383BD}"/>
                  </a:ext>
                </a:extLst>
              </p:cNvPr>
              <p:cNvSpPr txBox="1">
                <a:spLocks noRot="1" noChangeAspect="1" noMove="1" noResize="1" noEditPoints="1" noAdjustHandles="1" noChangeArrowheads="1" noChangeShapeType="1" noTextEdit="1"/>
              </p:cNvSpPr>
              <p:nvPr/>
            </p:nvSpPr>
            <p:spPr>
              <a:xfrm>
                <a:off x="1152144" y="1554480"/>
                <a:ext cx="10442448" cy="1754326"/>
              </a:xfrm>
              <a:prstGeom prst="rect">
                <a:avLst/>
              </a:prstGeom>
              <a:blipFill>
                <a:blip r:embed="rId2"/>
                <a:stretch>
                  <a:fillRect l="-350" t="-1389" b="-4861"/>
                </a:stretch>
              </a:blipFill>
            </p:spPr>
            <p:txBody>
              <a:bodyPr/>
              <a:lstStyle/>
              <a:p>
                <a:r>
                  <a:rPr lang="en-US">
                    <a:noFill/>
                  </a:rPr>
                  <a:t> </a:t>
                </a:r>
              </a:p>
            </p:txBody>
          </p:sp>
        </mc:Fallback>
      </mc:AlternateContent>
    </p:spTree>
    <p:extLst>
      <p:ext uri="{BB962C8B-B14F-4D97-AF65-F5344CB8AC3E}">
        <p14:creationId xmlns:p14="http://schemas.microsoft.com/office/powerpoint/2010/main" val="168906024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A749C1A-3DC6-CDAB-2D40-883342528F91}"/>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8BD76378-A342-FE8D-FA5B-9363339576D8}"/>
              </a:ext>
            </a:extLst>
          </p:cNvPr>
          <p:cNvSpPr>
            <a:spLocks noGrp="1"/>
          </p:cNvSpPr>
          <p:nvPr>
            <p:ph type="ftr" sz="quarter" idx="11"/>
          </p:nvPr>
        </p:nvSpPr>
        <p:spPr/>
        <p:txBody>
          <a:bodyPr/>
          <a:lstStyle/>
          <a:p>
            <a:r>
              <a:rPr lang="en-US" dirty="0"/>
              <a:t>Mar 5</a:t>
            </a:r>
          </a:p>
        </p:txBody>
      </p:sp>
      <p:sp>
        <p:nvSpPr>
          <p:cNvPr id="6" name="Slide Number Placeholder 5">
            <a:extLst>
              <a:ext uri="{FF2B5EF4-FFF2-40B4-BE49-F238E27FC236}">
                <a16:creationId xmlns:a16="http://schemas.microsoft.com/office/drawing/2014/main" id="{4D4A32D6-A4D2-E46F-0906-97029B096703}"/>
              </a:ext>
            </a:extLst>
          </p:cNvPr>
          <p:cNvSpPr>
            <a:spLocks noGrp="1"/>
          </p:cNvSpPr>
          <p:nvPr>
            <p:ph type="sldNum" sz="quarter" idx="12"/>
          </p:nvPr>
        </p:nvSpPr>
        <p:spPr/>
        <p:txBody>
          <a:bodyPr/>
          <a:lstStyle/>
          <a:p>
            <a:fld id="{5D474BC6-09C9-4ED8-ADF6-087D6F25D5BC}" type="slidenum">
              <a:rPr lang="en-US" smtClean="0"/>
              <a:t>158</a:t>
            </a:fld>
            <a:endParaRPr lang="en-US"/>
          </a:p>
        </p:txBody>
      </p:sp>
      <p:sp>
        <p:nvSpPr>
          <p:cNvPr id="7" name="Oval 6">
            <a:extLst>
              <a:ext uri="{FF2B5EF4-FFF2-40B4-BE49-F238E27FC236}">
                <a16:creationId xmlns:a16="http://schemas.microsoft.com/office/drawing/2014/main" id="{0245C172-93D0-A35D-1865-AE0B833ACE1E}"/>
              </a:ext>
            </a:extLst>
          </p:cNvPr>
          <p:cNvSpPr/>
          <p:nvPr/>
        </p:nvSpPr>
        <p:spPr>
          <a:xfrm>
            <a:off x="20307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6E642E0-780C-DD15-EE4D-B3D81B88B4F7}"/>
              </a:ext>
            </a:extLst>
          </p:cNvPr>
          <p:cNvSpPr/>
          <p:nvPr/>
        </p:nvSpPr>
        <p:spPr>
          <a:xfrm>
            <a:off x="25260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EED4DC9-D853-E15F-0C92-1C230CDE8795}"/>
              </a:ext>
            </a:extLst>
          </p:cNvPr>
          <p:cNvSpPr/>
          <p:nvPr/>
        </p:nvSpPr>
        <p:spPr>
          <a:xfrm>
            <a:off x="30213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51240FB-B9AB-FACC-8815-F1F7CF90BAE8}"/>
              </a:ext>
            </a:extLst>
          </p:cNvPr>
          <p:cNvSpPr/>
          <p:nvPr/>
        </p:nvSpPr>
        <p:spPr>
          <a:xfrm>
            <a:off x="35166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B7CBC05-4D34-EAC7-CFFF-7348380B1ADD}"/>
              </a:ext>
            </a:extLst>
          </p:cNvPr>
          <p:cNvSpPr/>
          <p:nvPr/>
        </p:nvSpPr>
        <p:spPr>
          <a:xfrm>
            <a:off x="40119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701127A-97E9-5E2F-A6AC-DAE49BBEDD99}"/>
              </a:ext>
            </a:extLst>
          </p:cNvPr>
          <p:cNvSpPr/>
          <p:nvPr/>
        </p:nvSpPr>
        <p:spPr>
          <a:xfrm>
            <a:off x="45072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FF8445E-B041-9A38-88BE-B2CAC3B85F2A}"/>
              </a:ext>
            </a:extLst>
          </p:cNvPr>
          <p:cNvSpPr/>
          <p:nvPr/>
        </p:nvSpPr>
        <p:spPr>
          <a:xfrm>
            <a:off x="50025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E8BAE68-0F0B-DFFB-465B-326725B3441B}"/>
              </a:ext>
            </a:extLst>
          </p:cNvPr>
          <p:cNvSpPr/>
          <p:nvPr/>
        </p:nvSpPr>
        <p:spPr>
          <a:xfrm>
            <a:off x="5497830"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6345ACD-AA17-86DC-95C5-DD0D85DE9522}"/>
              </a:ext>
            </a:extLst>
          </p:cNvPr>
          <p:cNvSpPr/>
          <p:nvPr/>
        </p:nvSpPr>
        <p:spPr>
          <a:xfrm>
            <a:off x="20307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91D5D47-7B22-2235-39A9-252ECD798633}"/>
              </a:ext>
            </a:extLst>
          </p:cNvPr>
          <p:cNvSpPr/>
          <p:nvPr/>
        </p:nvSpPr>
        <p:spPr>
          <a:xfrm>
            <a:off x="25260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0860443-181D-0AE6-3665-BF3794B1A6FC}"/>
              </a:ext>
            </a:extLst>
          </p:cNvPr>
          <p:cNvSpPr/>
          <p:nvPr/>
        </p:nvSpPr>
        <p:spPr>
          <a:xfrm>
            <a:off x="30213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67D9D9B-44EB-CB92-BD75-F753DD7C147E}"/>
              </a:ext>
            </a:extLst>
          </p:cNvPr>
          <p:cNvSpPr/>
          <p:nvPr/>
        </p:nvSpPr>
        <p:spPr>
          <a:xfrm>
            <a:off x="35166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4202B9A-1F0E-2DEF-FAA5-697FC2959222}"/>
              </a:ext>
            </a:extLst>
          </p:cNvPr>
          <p:cNvSpPr/>
          <p:nvPr/>
        </p:nvSpPr>
        <p:spPr>
          <a:xfrm>
            <a:off x="40119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F850436-90B1-67F6-7340-904F211D6119}"/>
              </a:ext>
            </a:extLst>
          </p:cNvPr>
          <p:cNvSpPr/>
          <p:nvPr/>
        </p:nvSpPr>
        <p:spPr>
          <a:xfrm>
            <a:off x="45072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59DB977-B8BE-747C-B1E8-D88C9CE80264}"/>
              </a:ext>
            </a:extLst>
          </p:cNvPr>
          <p:cNvSpPr/>
          <p:nvPr/>
        </p:nvSpPr>
        <p:spPr>
          <a:xfrm>
            <a:off x="50025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6BC21AD-3327-AC23-713D-23F2E5031886}"/>
              </a:ext>
            </a:extLst>
          </p:cNvPr>
          <p:cNvSpPr/>
          <p:nvPr/>
        </p:nvSpPr>
        <p:spPr>
          <a:xfrm>
            <a:off x="5497830"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8170D62-1DCB-379E-97E5-40DF1D4AB553}"/>
              </a:ext>
            </a:extLst>
          </p:cNvPr>
          <p:cNvSpPr/>
          <p:nvPr/>
        </p:nvSpPr>
        <p:spPr>
          <a:xfrm>
            <a:off x="2030730" y="288340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49C9C33-2CD2-B8E8-9213-165D286C543F}"/>
              </a:ext>
            </a:extLst>
          </p:cNvPr>
          <p:cNvSpPr/>
          <p:nvPr/>
        </p:nvSpPr>
        <p:spPr>
          <a:xfrm>
            <a:off x="2526030" y="288340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5C390EC-8971-2E63-9481-3947C93F4A3F}"/>
              </a:ext>
            </a:extLst>
          </p:cNvPr>
          <p:cNvSpPr/>
          <p:nvPr/>
        </p:nvSpPr>
        <p:spPr>
          <a:xfrm>
            <a:off x="3021330" y="288340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56F2A88-1316-8C3D-C1B9-836858439148}"/>
              </a:ext>
            </a:extLst>
          </p:cNvPr>
          <p:cNvSpPr/>
          <p:nvPr/>
        </p:nvSpPr>
        <p:spPr>
          <a:xfrm>
            <a:off x="3516630" y="288340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A0CE012-9D68-1DF5-1FD0-9352E30673A1}"/>
              </a:ext>
            </a:extLst>
          </p:cNvPr>
          <p:cNvSpPr/>
          <p:nvPr/>
        </p:nvSpPr>
        <p:spPr>
          <a:xfrm>
            <a:off x="4011930" y="288340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8DE4443-BBDD-9383-7EB0-3AEABA129380}"/>
              </a:ext>
            </a:extLst>
          </p:cNvPr>
          <p:cNvSpPr/>
          <p:nvPr/>
        </p:nvSpPr>
        <p:spPr>
          <a:xfrm>
            <a:off x="4993005" y="2883406"/>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96FA49A-E1C6-19D0-A826-83ACD0060A58}"/>
              </a:ext>
            </a:extLst>
          </p:cNvPr>
          <p:cNvSpPr/>
          <p:nvPr/>
        </p:nvSpPr>
        <p:spPr>
          <a:xfrm>
            <a:off x="7537159" y="2511482"/>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951FFCC5-FF68-3410-010A-5B189F89BB28}"/>
              </a:ext>
            </a:extLst>
          </p:cNvPr>
          <p:cNvSpPr/>
          <p:nvPr/>
        </p:nvSpPr>
        <p:spPr>
          <a:xfrm>
            <a:off x="5497830" y="288340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1218921-4726-59FC-4C0F-D38759FD90B0}"/>
              </a:ext>
            </a:extLst>
          </p:cNvPr>
          <p:cNvSpPr/>
          <p:nvPr/>
        </p:nvSpPr>
        <p:spPr>
          <a:xfrm>
            <a:off x="20497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95E7DC7-7938-3B12-08F9-87ABAAAEC4A6}"/>
              </a:ext>
            </a:extLst>
          </p:cNvPr>
          <p:cNvSpPr/>
          <p:nvPr/>
        </p:nvSpPr>
        <p:spPr>
          <a:xfrm>
            <a:off x="25450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A1FDD32-982B-7280-F5C8-4E691A3829C6}"/>
              </a:ext>
            </a:extLst>
          </p:cNvPr>
          <p:cNvSpPr/>
          <p:nvPr/>
        </p:nvSpPr>
        <p:spPr>
          <a:xfrm>
            <a:off x="30403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6D92D3A-062D-91ED-6E90-FD7CE5AED0F1}"/>
              </a:ext>
            </a:extLst>
          </p:cNvPr>
          <p:cNvSpPr/>
          <p:nvPr/>
        </p:nvSpPr>
        <p:spPr>
          <a:xfrm>
            <a:off x="35356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96A8869-3158-7019-E616-635277CD0053}"/>
              </a:ext>
            </a:extLst>
          </p:cNvPr>
          <p:cNvSpPr/>
          <p:nvPr/>
        </p:nvSpPr>
        <p:spPr>
          <a:xfrm>
            <a:off x="40309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0A89E0F-1D44-7470-248E-ACE7B1116894}"/>
              </a:ext>
            </a:extLst>
          </p:cNvPr>
          <p:cNvSpPr/>
          <p:nvPr/>
        </p:nvSpPr>
        <p:spPr>
          <a:xfrm>
            <a:off x="45262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25D33BE-C61A-DFB4-0649-51CCC7617E11}"/>
              </a:ext>
            </a:extLst>
          </p:cNvPr>
          <p:cNvSpPr/>
          <p:nvPr/>
        </p:nvSpPr>
        <p:spPr>
          <a:xfrm>
            <a:off x="50215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DC15616-2090-5586-8F9F-C0AC49D0EB40}"/>
              </a:ext>
            </a:extLst>
          </p:cNvPr>
          <p:cNvSpPr/>
          <p:nvPr/>
        </p:nvSpPr>
        <p:spPr>
          <a:xfrm>
            <a:off x="5516880"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C16453B-1605-F471-C591-5642BF401DC9}"/>
              </a:ext>
            </a:extLst>
          </p:cNvPr>
          <p:cNvSpPr/>
          <p:nvPr/>
        </p:nvSpPr>
        <p:spPr>
          <a:xfrm>
            <a:off x="1973580" y="1911858"/>
            <a:ext cx="4514850" cy="1981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09C6F7E-3DAB-EDF4-5597-B84545335593}"/>
              </a:ext>
            </a:extLst>
          </p:cNvPr>
          <p:cNvSpPr/>
          <p:nvPr/>
        </p:nvSpPr>
        <p:spPr>
          <a:xfrm>
            <a:off x="5983605" y="191185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0DE2668-FEF2-577A-97A8-19C2F0385B62}"/>
              </a:ext>
            </a:extLst>
          </p:cNvPr>
          <p:cNvSpPr/>
          <p:nvPr/>
        </p:nvSpPr>
        <p:spPr>
          <a:xfrm>
            <a:off x="5983605" y="239763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7D17F153-DF23-58E7-5071-3AB14B277596}"/>
              </a:ext>
            </a:extLst>
          </p:cNvPr>
          <p:cNvSpPr/>
          <p:nvPr/>
        </p:nvSpPr>
        <p:spPr>
          <a:xfrm>
            <a:off x="5983605" y="2883408"/>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3B637A1-79EF-6B34-82AF-9F855B81F2E9}"/>
              </a:ext>
            </a:extLst>
          </p:cNvPr>
          <p:cNvSpPr/>
          <p:nvPr/>
        </p:nvSpPr>
        <p:spPr>
          <a:xfrm>
            <a:off x="6002655" y="3369183"/>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048C328C-0E15-F427-F815-783331E17ADB}"/>
              </a:ext>
            </a:extLst>
          </p:cNvPr>
          <p:cNvSpPr/>
          <p:nvPr/>
        </p:nvSpPr>
        <p:spPr>
          <a:xfrm>
            <a:off x="4400552" y="5659389"/>
            <a:ext cx="45719" cy="719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5B6D11C4-558C-E773-D7B2-065959F745B1}"/>
              </a:ext>
            </a:extLst>
          </p:cNvPr>
          <p:cNvCxnSpPr>
            <a:cxnSpLocks/>
          </p:cNvCxnSpPr>
          <p:nvPr/>
        </p:nvCxnSpPr>
        <p:spPr>
          <a:xfrm>
            <a:off x="1821180" y="3950208"/>
            <a:ext cx="0" cy="177165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C372111A-68DE-DF59-2964-FA9FEEDB1024}"/>
              </a:ext>
            </a:extLst>
          </p:cNvPr>
          <p:cNvSpPr txBox="1"/>
          <p:nvPr/>
        </p:nvSpPr>
        <p:spPr>
          <a:xfrm>
            <a:off x="1392560" y="4679426"/>
            <a:ext cx="638170" cy="369332"/>
          </a:xfrm>
          <a:prstGeom prst="rect">
            <a:avLst/>
          </a:prstGeom>
          <a:noFill/>
        </p:spPr>
        <p:txBody>
          <a:bodyPr wrap="square" rtlCol="0">
            <a:spAutoFit/>
          </a:bodyPr>
          <a:lstStyle/>
          <a:p>
            <a:r>
              <a:rPr lang="en-US" dirty="0"/>
              <a:t>R</a:t>
            </a:r>
          </a:p>
        </p:txBody>
      </p:sp>
      <p:cxnSp>
        <p:nvCxnSpPr>
          <p:cNvPr id="76" name="Straight Arrow Connector 75">
            <a:extLst>
              <a:ext uri="{FF2B5EF4-FFF2-40B4-BE49-F238E27FC236}">
                <a16:creationId xmlns:a16="http://schemas.microsoft.com/office/drawing/2014/main" id="{62070C2C-5974-37E3-6D51-35B26BE6B24C}"/>
              </a:ext>
            </a:extLst>
          </p:cNvPr>
          <p:cNvCxnSpPr>
            <a:cxnSpLocks/>
          </p:cNvCxnSpPr>
          <p:nvPr/>
        </p:nvCxnSpPr>
        <p:spPr>
          <a:xfrm>
            <a:off x="6983730" y="1911858"/>
            <a:ext cx="0" cy="37475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775880F0-1306-9E72-9E9E-E607E66C3499}"/>
                  </a:ext>
                </a:extLst>
              </p:cNvPr>
              <p:cNvSpPr txBox="1"/>
              <p:nvPr/>
            </p:nvSpPr>
            <p:spPr>
              <a:xfrm>
                <a:off x="6846571" y="3085853"/>
                <a:ext cx="14582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𝑡</m:t>
                      </m:r>
                    </m:oMath>
                  </m:oMathPara>
                </a14:m>
                <a:endParaRPr lang="en-US" dirty="0"/>
              </a:p>
            </p:txBody>
          </p:sp>
        </mc:Choice>
        <mc:Fallback xmlns="">
          <p:sp>
            <p:nvSpPr>
              <p:cNvPr id="79" name="TextBox 78">
                <a:extLst>
                  <a:ext uri="{FF2B5EF4-FFF2-40B4-BE49-F238E27FC236}">
                    <a16:creationId xmlns:a16="http://schemas.microsoft.com/office/drawing/2014/main" id="{775880F0-1306-9E72-9E9E-E607E66C3499}"/>
                  </a:ext>
                </a:extLst>
              </p:cNvPr>
              <p:cNvSpPr txBox="1">
                <a:spLocks noRot="1" noChangeAspect="1" noMove="1" noResize="1" noEditPoints="1" noAdjustHandles="1" noChangeArrowheads="1" noChangeShapeType="1" noTextEdit="1"/>
              </p:cNvSpPr>
              <p:nvPr/>
            </p:nvSpPr>
            <p:spPr>
              <a:xfrm>
                <a:off x="6846571" y="3085853"/>
                <a:ext cx="1458273" cy="369332"/>
              </a:xfrm>
              <a:prstGeom prst="rect">
                <a:avLst/>
              </a:prstGeom>
              <a:blipFill>
                <a:blip r:embed="rId2"/>
                <a:stretch>
                  <a:fillRect/>
                </a:stretch>
              </a:blipFill>
            </p:spPr>
            <p:txBody>
              <a:bodyPr/>
              <a:lstStyle/>
              <a:p>
                <a:r>
                  <a:rPr lang="en-US">
                    <a:noFill/>
                  </a:rPr>
                  <a:t> </a:t>
                </a:r>
              </a:p>
            </p:txBody>
          </p:sp>
        </mc:Fallback>
      </mc:AlternateContent>
      <p:sp>
        <p:nvSpPr>
          <p:cNvPr id="80" name="Oval 79">
            <a:extLst>
              <a:ext uri="{FF2B5EF4-FFF2-40B4-BE49-F238E27FC236}">
                <a16:creationId xmlns:a16="http://schemas.microsoft.com/office/drawing/2014/main" id="{F33BE922-0889-F896-930C-F6A6289C963E}"/>
              </a:ext>
            </a:extLst>
          </p:cNvPr>
          <p:cNvSpPr/>
          <p:nvPr/>
        </p:nvSpPr>
        <p:spPr>
          <a:xfrm>
            <a:off x="4516755" y="2883407"/>
            <a:ext cx="495300" cy="48577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FF9E06DC-63D5-E4D1-0877-49B1B65470A8}"/>
              </a:ext>
            </a:extLst>
          </p:cNvPr>
          <p:cNvCxnSpPr>
            <a:cxnSpLocks/>
          </p:cNvCxnSpPr>
          <p:nvPr/>
        </p:nvCxnSpPr>
        <p:spPr>
          <a:xfrm>
            <a:off x="7537159" y="2299478"/>
            <a:ext cx="4953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48C7F31A-6A97-CFD7-C4A0-6E04DDE5A1EC}"/>
                  </a:ext>
                </a:extLst>
              </p:cNvPr>
              <p:cNvSpPr txBox="1"/>
              <p:nvPr/>
            </p:nvSpPr>
            <p:spPr>
              <a:xfrm>
                <a:off x="7085293" y="1755839"/>
                <a:ext cx="1895473" cy="369332"/>
              </a:xfrm>
              <a:prstGeom prst="rect">
                <a:avLst/>
              </a:prstGeom>
              <a:noFill/>
            </p:spPr>
            <p:txBody>
              <a:bodyPr wrap="square" rtlCol="0">
                <a:spAutoFit/>
              </a:bodyPr>
              <a:lstStyle/>
              <a:p>
                <a:r>
                  <a:rPr lang="en-US" dirty="0"/>
                  <a:t>Thickness </a:t>
                </a:r>
                <a14:m>
                  <m:oMath xmlns:m="http://schemas.openxmlformats.org/officeDocument/2006/math">
                    <m:r>
                      <a:rPr lang="en-US" b="0" i="1" smtClean="0">
                        <a:latin typeface="Cambria Math" panose="02040503050406030204" pitchFamily="18" charset="0"/>
                      </a:rPr>
                      <m:t>𝑡</m:t>
                    </m:r>
                  </m:oMath>
                </a14:m>
                <a:endParaRPr lang="en-US" dirty="0"/>
              </a:p>
            </p:txBody>
          </p:sp>
        </mc:Choice>
        <mc:Fallback xmlns="">
          <p:sp>
            <p:nvSpPr>
              <p:cNvPr id="83" name="TextBox 82">
                <a:extLst>
                  <a:ext uri="{FF2B5EF4-FFF2-40B4-BE49-F238E27FC236}">
                    <a16:creationId xmlns:a16="http://schemas.microsoft.com/office/drawing/2014/main" id="{48C7F31A-6A97-CFD7-C4A0-6E04DDE5A1EC}"/>
                  </a:ext>
                </a:extLst>
              </p:cNvPr>
              <p:cNvSpPr txBox="1">
                <a:spLocks noRot="1" noChangeAspect="1" noMove="1" noResize="1" noEditPoints="1" noAdjustHandles="1" noChangeArrowheads="1" noChangeShapeType="1" noTextEdit="1"/>
              </p:cNvSpPr>
              <p:nvPr/>
            </p:nvSpPr>
            <p:spPr>
              <a:xfrm>
                <a:off x="7085293" y="1755839"/>
                <a:ext cx="1895473" cy="369332"/>
              </a:xfrm>
              <a:prstGeom prst="rect">
                <a:avLst/>
              </a:prstGeom>
              <a:blipFill>
                <a:blip r:embed="rId3"/>
                <a:stretch>
                  <a:fillRect l="-2572" t="-6557" b="-26230"/>
                </a:stretch>
              </a:blipFill>
            </p:spPr>
            <p:txBody>
              <a:bodyPr/>
              <a:lstStyle/>
              <a:p>
                <a:r>
                  <a:rPr lang="en-US">
                    <a:noFill/>
                  </a:rPr>
                  <a:t> </a:t>
                </a:r>
              </a:p>
            </p:txBody>
          </p:sp>
        </mc:Fallback>
      </mc:AlternateContent>
      <p:sp>
        <p:nvSpPr>
          <p:cNvPr id="84" name="Left Brace 83">
            <a:extLst>
              <a:ext uri="{FF2B5EF4-FFF2-40B4-BE49-F238E27FC236}">
                <a16:creationId xmlns:a16="http://schemas.microsoft.com/office/drawing/2014/main" id="{52129491-EBB4-0F4E-F2E2-EEE61B37C00C}"/>
              </a:ext>
            </a:extLst>
          </p:cNvPr>
          <p:cNvSpPr/>
          <p:nvPr/>
        </p:nvSpPr>
        <p:spPr>
          <a:xfrm>
            <a:off x="1306831" y="1911858"/>
            <a:ext cx="228599" cy="19812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614DB93E-1BB9-1802-1E03-3ECC5CDC0D38}"/>
                  </a:ext>
                </a:extLst>
              </p:cNvPr>
              <p:cNvSpPr txBox="1"/>
              <p:nvPr/>
            </p:nvSpPr>
            <p:spPr>
              <a:xfrm>
                <a:off x="181927" y="2698740"/>
                <a:ext cx="1096329"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m:t>
                    </m:r>
                  </m:oMath>
                </a14:m>
                <a:r>
                  <a:rPr lang="en-US" dirty="0"/>
                  <a:t>layers</a:t>
                </a:r>
              </a:p>
            </p:txBody>
          </p:sp>
        </mc:Choice>
        <mc:Fallback xmlns="">
          <p:sp>
            <p:nvSpPr>
              <p:cNvPr id="85" name="TextBox 84">
                <a:extLst>
                  <a:ext uri="{FF2B5EF4-FFF2-40B4-BE49-F238E27FC236}">
                    <a16:creationId xmlns:a16="http://schemas.microsoft.com/office/drawing/2014/main" id="{614DB93E-1BB9-1802-1E03-3ECC5CDC0D38}"/>
                  </a:ext>
                </a:extLst>
              </p:cNvPr>
              <p:cNvSpPr txBox="1">
                <a:spLocks noRot="1" noChangeAspect="1" noMove="1" noResize="1" noEditPoints="1" noAdjustHandles="1" noChangeArrowheads="1" noChangeShapeType="1" noTextEdit="1"/>
              </p:cNvSpPr>
              <p:nvPr/>
            </p:nvSpPr>
            <p:spPr>
              <a:xfrm>
                <a:off x="181927" y="2698740"/>
                <a:ext cx="1096329" cy="369332"/>
              </a:xfrm>
              <a:prstGeom prst="rect">
                <a:avLst/>
              </a:prstGeom>
              <a:blipFill>
                <a:blip r:embed="rId4"/>
                <a:stretch>
                  <a:fillRect t="-8333" b="-28333"/>
                </a:stretch>
              </a:blipFill>
            </p:spPr>
            <p:txBody>
              <a:bodyPr/>
              <a:lstStyle/>
              <a:p>
                <a:r>
                  <a:rPr lang="en-US">
                    <a:noFill/>
                  </a:rPr>
                  <a:t> </a:t>
                </a:r>
              </a:p>
            </p:txBody>
          </p:sp>
        </mc:Fallback>
      </mc:AlternateContent>
      <p:sp>
        <p:nvSpPr>
          <p:cNvPr id="86" name="Left Brace 85">
            <a:extLst>
              <a:ext uri="{FF2B5EF4-FFF2-40B4-BE49-F238E27FC236}">
                <a16:creationId xmlns:a16="http://schemas.microsoft.com/office/drawing/2014/main" id="{548BD5A5-462A-167D-C420-736CD71340EF}"/>
              </a:ext>
            </a:extLst>
          </p:cNvPr>
          <p:cNvSpPr/>
          <p:nvPr/>
        </p:nvSpPr>
        <p:spPr>
          <a:xfrm rot="5400000">
            <a:off x="4067770" y="-646914"/>
            <a:ext cx="338138" cy="448413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ADF8627B-BF40-7A78-FB80-AEA41BFAD930}"/>
                  </a:ext>
                </a:extLst>
              </p:cNvPr>
              <p:cNvSpPr txBox="1"/>
              <p:nvPr/>
            </p:nvSpPr>
            <p:spPr>
              <a:xfrm>
                <a:off x="4446271" y="1221641"/>
                <a:ext cx="240030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𝑛</m:t>
                    </m:r>
                  </m:oMath>
                </a14:m>
                <a:r>
                  <a:rPr lang="en-US" dirty="0"/>
                  <a:t> turns per layer</a:t>
                </a:r>
              </a:p>
            </p:txBody>
          </p:sp>
        </mc:Choice>
        <mc:Fallback xmlns="">
          <p:sp>
            <p:nvSpPr>
              <p:cNvPr id="87" name="TextBox 86">
                <a:extLst>
                  <a:ext uri="{FF2B5EF4-FFF2-40B4-BE49-F238E27FC236}">
                    <a16:creationId xmlns:a16="http://schemas.microsoft.com/office/drawing/2014/main" id="{ADF8627B-BF40-7A78-FB80-AEA41BFAD930}"/>
                  </a:ext>
                </a:extLst>
              </p:cNvPr>
              <p:cNvSpPr txBox="1">
                <a:spLocks noRot="1" noChangeAspect="1" noMove="1" noResize="1" noEditPoints="1" noAdjustHandles="1" noChangeArrowheads="1" noChangeShapeType="1" noTextEdit="1"/>
              </p:cNvSpPr>
              <p:nvPr/>
            </p:nvSpPr>
            <p:spPr>
              <a:xfrm>
                <a:off x="4446271" y="1221641"/>
                <a:ext cx="2400300" cy="369332"/>
              </a:xfrm>
              <a:prstGeom prst="rect">
                <a:avLst/>
              </a:prstGeom>
              <a:blipFill>
                <a:blip r:embed="rId5"/>
                <a:stretch>
                  <a:fillRect t="-6557" b="-26230"/>
                </a:stretch>
              </a:blipFill>
            </p:spPr>
            <p:txBody>
              <a:bodyPr/>
              <a:lstStyle/>
              <a:p>
                <a:r>
                  <a:rPr lang="en-US">
                    <a:noFill/>
                  </a:rPr>
                  <a:t> </a:t>
                </a:r>
              </a:p>
            </p:txBody>
          </p:sp>
        </mc:Fallback>
      </mc:AlternateContent>
      <p:cxnSp>
        <p:nvCxnSpPr>
          <p:cNvPr id="89" name="Straight Arrow Connector 88">
            <a:extLst>
              <a:ext uri="{FF2B5EF4-FFF2-40B4-BE49-F238E27FC236}">
                <a16:creationId xmlns:a16="http://schemas.microsoft.com/office/drawing/2014/main" id="{85D97EF7-E51D-D1D9-D99F-55A6493CF756}"/>
              </a:ext>
            </a:extLst>
          </p:cNvPr>
          <p:cNvCxnSpPr>
            <a:endCxn id="72" idx="5"/>
          </p:cNvCxnSpPr>
          <p:nvPr/>
        </p:nvCxnSpPr>
        <p:spPr>
          <a:xfrm>
            <a:off x="3268980" y="3126293"/>
            <a:ext cx="1170596" cy="259454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10520AFD-F86F-9F64-23C5-A3DB60AAC5CD}"/>
                  </a:ext>
                </a:extLst>
              </p:cNvPr>
              <p:cNvSpPr txBox="1"/>
              <p:nvPr/>
            </p:nvSpPr>
            <p:spPr>
              <a:xfrm>
                <a:off x="4423411" y="5635020"/>
                <a:ext cx="38954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oMath>
                  </m:oMathPara>
                </a14:m>
                <a:endParaRPr lang="en-US" dirty="0"/>
              </a:p>
            </p:txBody>
          </p:sp>
        </mc:Choice>
        <mc:Fallback xmlns="">
          <p:sp>
            <p:nvSpPr>
              <p:cNvPr id="90" name="TextBox 89">
                <a:extLst>
                  <a:ext uri="{FF2B5EF4-FFF2-40B4-BE49-F238E27FC236}">
                    <a16:creationId xmlns:a16="http://schemas.microsoft.com/office/drawing/2014/main" id="{10520AFD-F86F-9F64-23C5-A3DB60AAC5CD}"/>
                  </a:ext>
                </a:extLst>
              </p:cNvPr>
              <p:cNvSpPr txBox="1">
                <a:spLocks noRot="1" noChangeAspect="1" noMove="1" noResize="1" noEditPoints="1" noAdjustHandles="1" noChangeArrowheads="1" noChangeShapeType="1" noTextEdit="1"/>
              </p:cNvSpPr>
              <p:nvPr/>
            </p:nvSpPr>
            <p:spPr>
              <a:xfrm>
                <a:off x="4423411" y="5635020"/>
                <a:ext cx="3895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8FB5FF3A-312D-CC28-59A3-FD158C19692B}"/>
                  </a:ext>
                </a:extLst>
              </p:cNvPr>
              <p:cNvSpPr txBox="1"/>
              <p:nvPr/>
            </p:nvSpPr>
            <p:spPr>
              <a:xfrm>
                <a:off x="3067976" y="4063985"/>
                <a:ext cx="6486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𝑚𝑛</m:t>
                          </m:r>
                        </m:sub>
                      </m:sSub>
                    </m:oMath>
                  </m:oMathPara>
                </a14:m>
                <a:endParaRPr lang="en-US" dirty="0"/>
              </a:p>
            </p:txBody>
          </p:sp>
        </mc:Choice>
        <mc:Fallback xmlns="">
          <p:sp>
            <p:nvSpPr>
              <p:cNvPr id="91" name="TextBox 90">
                <a:extLst>
                  <a:ext uri="{FF2B5EF4-FFF2-40B4-BE49-F238E27FC236}">
                    <a16:creationId xmlns:a16="http://schemas.microsoft.com/office/drawing/2014/main" id="{8FB5FF3A-312D-CC28-59A3-FD158C19692B}"/>
                  </a:ext>
                </a:extLst>
              </p:cNvPr>
              <p:cNvSpPr txBox="1">
                <a:spLocks noRot="1" noChangeAspect="1" noMove="1" noResize="1" noEditPoints="1" noAdjustHandles="1" noChangeArrowheads="1" noChangeShapeType="1" noTextEdit="1"/>
              </p:cNvSpPr>
              <p:nvPr/>
            </p:nvSpPr>
            <p:spPr>
              <a:xfrm>
                <a:off x="3067976" y="4063985"/>
                <a:ext cx="648627" cy="369332"/>
              </a:xfrm>
              <a:prstGeom prst="rect">
                <a:avLst/>
              </a:prstGeom>
              <a:blipFill>
                <a:blip r:embed="rId7"/>
                <a:stretch>
                  <a:fillRect/>
                </a:stretch>
              </a:blipFill>
            </p:spPr>
            <p:txBody>
              <a:bodyPr/>
              <a:lstStyle/>
              <a:p>
                <a:r>
                  <a:rPr lang="en-US">
                    <a:noFill/>
                  </a:rPr>
                  <a:t> </a:t>
                </a:r>
              </a:p>
            </p:txBody>
          </p:sp>
        </mc:Fallback>
      </mc:AlternateContent>
      <p:cxnSp>
        <p:nvCxnSpPr>
          <p:cNvPr id="92" name="Straight Arrow Connector 91">
            <a:extLst>
              <a:ext uri="{FF2B5EF4-FFF2-40B4-BE49-F238E27FC236}">
                <a16:creationId xmlns:a16="http://schemas.microsoft.com/office/drawing/2014/main" id="{FA096101-ED36-85A2-F3A5-6689BD737232}"/>
              </a:ext>
            </a:extLst>
          </p:cNvPr>
          <p:cNvCxnSpPr>
            <a:cxnSpLocks/>
            <a:endCxn id="90" idx="1"/>
          </p:cNvCxnSpPr>
          <p:nvPr/>
        </p:nvCxnSpPr>
        <p:spPr>
          <a:xfrm>
            <a:off x="4287175" y="3068072"/>
            <a:ext cx="136236" cy="312094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AD0DC3D9-61B2-9CA9-760A-55BC24200E3C}"/>
                  </a:ext>
                </a:extLst>
              </p:cNvPr>
              <p:cNvSpPr txBox="1"/>
              <p:nvPr/>
            </p:nvSpPr>
            <p:spPr>
              <a:xfrm>
                <a:off x="4276724" y="4108969"/>
                <a:ext cx="648627" cy="5149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sub>
                      </m:sSub>
                    </m:oMath>
                  </m:oMathPara>
                </a14:m>
                <a:endParaRPr lang="en-US" dirty="0"/>
              </a:p>
            </p:txBody>
          </p:sp>
        </mc:Choice>
        <mc:Fallback xmlns="">
          <p:sp>
            <p:nvSpPr>
              <p:cNvPr id="95" name="TextBox 94">
                <a:extLst>
                  <a:ext uri="{FF2B5EF4-FFF2-40B4-BE49-F238E27FC236}">
                    <a16:creationId xmlns:a16="http://schemas.microsoft.com/office/drawing/2014/main" id="{AD0DC3D9-61B2-9CA9-760A-55BC24200E3C}"/>
                  </a:ext>
                </a:extLst>
              </p:cNvPr>
              <p:cNvSpPr txBox="1">
                <a:spLocks noRot="1" noChangeAspect="1" noMove="1" noResize="1" noEditPoints="1" noAdjustHandles="1" noChangeArrowheads="1" noChangeShapeType="1" noTextEdit="1"/>
              </p:cNvSpPr>
              <p:nvPr/>
            </p:nvSpPr>
            <p:spPr>
              <a:xfrm>
                <a:off x="4276724" y="4108969"/>
                <a:ext cx="648627" cy="514949"/>
              </a:xfrm>
              <a:prstGeom prst="rect">
                <a:avLst/>
              </a:prstGeom>
              <a:blipFill>
                <a:blip r:embed="rId8"/>
                <a:stretch>
                  <a:fillRect r="-39623" b="-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17FD3CC-B9B6-B72E-6F25-7214D57B9418}"/>
                  </a:ext>
                </a:extLst>
              </p:cNvPr>
              <p:cNvSpPr txBox="1"/>
              <p:nvPr/>
            </p:nvSpPr>
            <p:spPr>
              <a:xfrm>
                <a:off x="525020" y="126533"/>
                <a:ext cx="11380467" cy="369332"/>
              </a:xfrm>
              <a:prstGeom prst="rect">
                <a:avLst/>
              </a:prstGeom>
              <a:noFill/>
            </p:spPr>
            <p:txBody>
              <a:bodyPr wrap="square" rtlCol="0">
                <a:spAutoFit/>
              </a:bodyPr>
              <a:lstStyle/>
              <a:p>
                <a:r>
                  <a:rPr lang="en-US" b="1" dirty="0"/>
                  <a:t>Q: For a center point </a:t>
                </a:r>
                <a14:m>
                  <m:oMath xmlns:m="http://schemas.openxmlformats.org/officeDocument/2006/math">
                    <m:r>
                      <a:rPr lang="en-US" b="1" i="1" smtClean="0">
                        <a:latin typeface="Cambria Math" panose="02040503050406030204" pitchFamily="18" charset="0"/>
                      </a:rPr>
                      <m:t>𝑶</m:t>
                    </m:r>
                  </m:oMath>
                </a14:m>
                <a:r>
                  <a:rPr lang="en-US" b="1" dirty="0"/>
                  <a:t> for what filament radius and current can I replace the following setup?</a:t>
                </a:r>
              </a:p>
            </p:txBody>
          </p:sp>
        </mc:Choice>
        <mc:Fallback xmlns="">
          <p:sp>
            <p:nvSpPr>
              <p:cNvPr id="2" name="TextBox 1">
                <a:extLst>
                  <a:ext uri="{FF2B5EF4-FFF2-40B4-BE49-F238E27FC236}">
                    <a16:creationId xmlns:a16="http://schemas.microsoft.com/office/drawing/2014/main" id="{F17FD3CC-B9B6-B72E-6F25-7214D57B9418}"/>
                  </a:ext>
                </a:extLst>
              </p:cNvPr>
              <p:cNvSpPr txBox="1">
                <a:spLocks noRot="1" noChangeAspect="1" noMove="1" noResize="1" noEditPoints="1" noAdjustHandles="1" noChangeArrowheads="1" noChangeShapeType="1" noTextEdit="1"/>
              </p:cNvSpPr>
              <p:nvPr/>
            </p:nvSpPr>
            <p:spPr>
              <a:xfrm>
                <a:off x="525020" y="126533"/>
                <a:ext cx="11380467" cy="369332"/>
              </a:xfrm>
              <a:prstGeom prst="rect">
                <a:avLst/>
              </a:prstGeom>
              <a:blipFill>
                <a:blip r:embed="rId9"/>
                <a:stretch>
                  <a:fillRect l="-428" t="-8333" b="-28333"/>
                </a:stretch>
              </a:blipFill>
            </p:spPr>
            <p:txBody>
              <a:bodyPr/>
              <a:lstStyle/>
              <a:p>
                <a:r>
                  <a:rPr lang="en-US">
                    <a:noFill/>
                  </a:rPr>
                  <a:t> </a:t>
                </a:r>
              </a:p>
            </p:txBody>
          </p:sp>
        </mc:Fallback>
      </mc:AlternateContent>
    </p:spTree>
    <p:extLst>
      <p:ext uri="{BB962C8B-B14F-4D97-AF65-F5344CB8AC3E}">
        <p14:creationId xmlns:p14="http://schemas.microsoft.com/office/powerpoint/2010/main" val="302225023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EE8B809-F74A-C865-D729-EB8C3B14AED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50ED56CA-A971-86A3-9218-C8C5E215BAB5}"/>
              </a:ext>
            </a:extLst>
          </p:cNvPr>
          <p:cNvSpPr>
            <a:spLocks noGrp="1"/>
          </p:cNvSpPr>
          <p:nvPr>
            <p:ph type="ftr" sz="quarter" idx="11"/>
          </p:nvPr>
        </p:nvSpPr>
        <p:spPr/>
        <p:txBody>
          <a:bodyPr/>
          <a:lstStyle/>
          <a:p>
            <a:r>
              <a:rPr lang="en-US" dirty="0"/>
              <a:t>Mar 6</a:t>
            </a:r>
          </a:p>
        </p:txBody>
      </p:sp>
      <p:sp>
        <p:nvSpPr>
          <p:cNvPr id="6" name="Slide Number Placeholder 5">
            <a:extLst>
              <a:ext uri="{FF2B5EF4-FFF2-40B4-BE49-F238E27FC236}">
                <a16:creationId xmlns:a16="http://schemas.microsoft.com/office/drawing/2014/main" id="{C439CC53-FAA5-695F-56B4-24B5D8FE4F33}"/>
              </a:ext>
            </a:extLst>
          </p:cNvPr>
          <p:cNvSpPr>
            <a:spLocks noGrp="1"/>
          </p:cNvSpPr>
          <p:nvPr>
            <p:ph type="sldNum" sz="quarter" idx="12"/>
          </p:nvPr>
        </p:nvSpPr>
        <p:spPr/>
        <p:txBody>
          <a:bodyPr/>
          <a:lstStyle/>
          <a:p>
            <a:fld id="{5D474BC6-09C9-4ED8-ADF6-087D6F25D5BC}" type="slidenum">
              <a:rPr lang="en-US" smtClean="0"/>
              <a:t>159</a:t>
            </a:fld>
            <a:endParaRPr lang="en-US"/>
          </a:p>
        </p:txBody>
      </p:sp>
    </p:spTree>
    <p:extLst>
      <p:ext uri="{BB962C8B-B14F-4D97-AF65-F5344CB8AC3E}">
        <p14:creationId xmlns:p14="http://schemas.microsoft.com/office/powerpoint/2010/main" val="155874813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AE4C740-9050-FBD2-2050-AE5F27825833}"/>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824C51B4-5E4D-1131-6425-15951B505DDF}"/>
              </a:ext>
            </a:extLst>
          </p:cNvPr>
          <p:cNvSpPr>
            <a:spLocks noGrp="1"/>
          </p:cNvSpPr>
          <p:nvPr>
            <p:ph type="ftr" sz="quarter" idx="11"/>
          </p:nvPr>
        </p:nvSpPr>
        <p:spPr/>
        <p:txBody>
          <a:bodyPr/>
          <a:lstStyle/>
          <a:p>
            <a:r>
              <a:rPr lang="en-US" dirty="0"/>
              <a:t>Mar 6</a:t>
            </a:r>
          </a:p>
        </p:txBody>
      </p:sp>
      <p:sp>
        <p:nvSpPr>
          <p:cNvPr id="6" name="Slide Number Placeholder 5">
            <a:extLst>
              <a:ext uri="{FF2B5EF4-FFF2-40B4-BE49-F238E27FC236}">
                <a16:creationId xmlns:a16="http://schemas.microsoft.com/office/drawing/2014/main" id="{40637273-E3D6-94EA-EEFB-4766C0652523}"/>
              </a:ext>
            </a:extLst>
          </p:cNvPr>
          <p:cNvSpPr>
            <a:spLocks noGrp="1"/>
          </p:cNvSpPr>
          <p:nvPr>
            <p:ph type="sldNum" sz="quarter" idx="12"/>
          </p:nvPr>
        </p:nvSpPr>
        <p:spPr/>
        <p:txBody>
          <a:bodyPr/>
          <a:lstStyle/>
          <a:p>
            <a:fld id="{5D474BC6-09C9-4ED8-ADF6-087D6F25D5BC}" type="slidenum">
              <a:rPr lang="en-US" smtClean="0"/>
              <a:t>160</a:t>
            </a:fld>
            <a:endParaRPr lang="en-US"/>
          </a:p>
        </p:txBody>
      </p:sp>
      <p:sp>
        <p:nvSpPr>
          <p:cNvPr id="7" name="TextBox 6">
            <a:extLst>
              <a:ext uri="{FF2B5EF4-FFF2-40B4-BE49-F238E27FC236}">
                <a16:creationId xmlns:a16="http://schemas.microsoft.com/office/drawing/2014/main" id="{30D81C4B-E143-B652-F315-23C83860D21E}"/>
              </a:ext>
            </a:extLst>
          </p:cNvPr>
          <p:cNvSpPr txBox="1"/>
          <p:nvPr/>
        </p:nvSpPr>
        <p:spPr>
          <a:xfrm>
            <a:off x="603504" y="475488"/>
            <a:ext cx="11256264" cy="369332"/>
          </a:xfrm>
          <a:prstGeom prst="rect">
            <a:avLst/>
          </a:prstGeom>
          <a:noFill/>
        </p:spPr>
        <p:txBody>
          <a:bodyPr wrap="square" rtlCol="0">
            <a:spAutoFit/>
          </a:bodyPr>
          <a:lstStyle/>
          <a:p>
            <a:r>
              <a:rPr lang="en-US" b="1" dirty="0"/>
              <a:t>Flux Return Design for the coils first attempt: soft iron block neat the coils</a:t>
            </a:r>
          </a:p>
        </p:txBody>
      </p:sp>
      <p:pic>
        <p:nvPicPr>
          <p:cNvPr id="9" name="Picture 8">
            <a:extLst>
              <a:ext uri="{FF2B5EF4-FFF2-40B4-BE49-F238E27FC236}">
                <a16:creationId xmlns:a16="http://schemas.microsoft.com/office/drawing/2014/main" id="{8740A747-76B0-7732-E56E-74CD58AA5641}"/>
              </a:ext>
            </a:extLst>
          </p:cNvPr>
          <p:cNvPicPr>
            <a:picLocks noChangeAspect="1"/>
          </p:cNvPicPr>
          <p:nvPr/>
        </p:nvPicPr>
        <p:blipFill>
          <a:blip r:embed="rId2"/>
          <a:stretch>
            <a:fillRect/>
          </a:stretch>
        </p:blipFill>
        <p:spPr>
          <a:xfrm>
            <a:off x="1344532" y="1296924"/>
            <a:ext cx="3629532" cy="3620005"/>
          </a:xfrm>
          <a:prstGeom prst="rect">
            <a:avLst/>
          </a:prstGeom>
          <a:effectLst>
            <a:softEdge rad="228600"/>
          </a:effectLst>
        </p:spPr>
      </p:pic>
      <p:pic>
        <p:nvPicPr>
          <p:cNvPr id="11" name="Picture 10">
            <a:extLst>
              <a:ext uri="{FF2B5EF4-FFF2-40B4-BE49-F238E27FC236}">
                <a16:creationId xmlns:a16="http://schemas.microsoft.com/office/drawing/2014/main" id="{EED82796-24C1-5253-F9B3-7B6746798947}"/>
              </a:ext>
            </a:extLst>
          </p:cNvPr>
          <p:cNvPicPr>
            <a:picLocks noChangeAspect="1"/>
          </p:cNvPicPr>
          <p:nvPr/>
        </p:nvPicPr>
        <p:blipFill>
          <a:blip r:embed="rId3"/>
          <a:stretch>
            <a:fillRect/>
          </a:stretch>
        </p:blipFill>
        <p:spPr>
          <a:xfrm>
            <a:off x="5256173" y="916406"/>
            <a:ext cx="6251655" cy="5466106"/>
          </a:xfrm>
          <a:prstGeom prst="rect">
            <a:avLst/>
          </a:prstGeom>
          <a:effectLst>
            <a:softEdge rad="165100"/>
          </a:effectLst>
        </p:spPr>
      </p:pic>
      <p:sp>
        <p:nvSpPr>
          <p:cNvPr id="12" name="TextBox 11">
            <a:extLst>
              <a:ext uri="{FF2B5EF4-FFF2-40B4-BE49-F238E27FC236}">
                <a16:creationId xmlns:a16="http://schemas.microsoft.com/office/drawing/2014/main" id="{E62C7044-CA36-5DC7-8F4F-206A84EB5D02}"/>
              </a:ext>
            </a:extLst>
          </p:cNvPr>
          <p:cNvSpPr txBox="1"/>
          <p:nvPr/>
        </p:nvSpPr>
        <p:spPr>
          <a:xfrm>
            <a:off x="904351" y="5369033"/>
            <a:ext cx="3743036" cy="646331"/>
          </a:xfrm>
          <a:prstGeom prst="rect">
            <a:avLst/>
          </a:prstGeom>
          <a:noFill/>
        </p:spPr>
        <p:txBody>
          <a:bodyPr wrap="square" rtlCol="0">
            <a:spAutoFit/>
          </a:bodyPr>
          <a:lstStyle/>
          <a:p>
            <a:pPr marL="285750" indent="-285750">
              <a:buFont typeface="Arial" panose="020B0604020202020204" pitchFamily="34" charset="0"/>
              <a:buChar char="•"/>
            </a:pPr>
            <a:r>
              <a:rPr lang="en-US" dirty="0"/>
              <a:t>Improvement in flux return seen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0373081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843E1-1213-79B1-F9C5-C5E2B0E92F0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DE4C935-BD1E-03A8-FB02-CA0F6E17AE3A}"/>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495E21C-F558-1396-8806-D7768DCD370E}"/>
              </a:ext>
            </a:extLst>
          </p:cNvPr>
          <p:cNvSpPr>
            <a:spLocks noGrp="1"/>
          </p:cNvSpPr>
          <p:nvPr>
            <p:ph type="ftr" sz="quarter" idx="11"/>
          </p:nvPr>
        </p:nvSpPr>
        <p:spPr/>
        <p:txBody>
          <a:bodyPr/>
          <a:lstStyle/>
          <a:p>
            <a:r>
              <a:rPr lang="en-US" dirty="0"/>
              <a:t>Mar 6</a:t>
            </a:r>
          </a:p>
        </p:txBody>
      </p:sp>
      <p:sp>
        <p:nvSpPr>
          <p:cNvPr id="6" name="Slide Number Placeholder 5">
            <a:extLst>
              <a:ext uri="{FF2B5EF4-FFF2-40B4-BE49-F238E27FC236}">
                <a16:creationId xmlns:a16="http://schemas.microsoft.com/office/drawing/2014/main" id="{FB4D9DA5-A7F7-7284-0E88-06DFE43F8AC5}"/>
              </a:ext>
            </a:extLst>
          </p:cNvPr>
          <p:cNvSpPr>
            <a:spLocks noGrp="1"/>
          </p:cNvSpPr>
          <p:nvPr>
            <p:ph type="sldNum" sz="quarter" idx="12"/>
          </p:nvPr>
        </p:nvSpPr>
        <p:spPr/>
        <p:txBody>
          <a:bodyPr/>
          <a:lstStyle/>
          <a:p>
            <a:fld id="{5D474BC6-09C9-4ED8-ADF6-087D6F25D5BC}" type="slidenum">
              <a:rPr lang="en-US" smtClean="0"/>
              <a:t>161</a:t>
            </a:fld>
            <a:endParaRPr lang="en-US"/>
          </a:p>
        </p:txBody>
      </p:sp>
      <p:sp>
        <p:nvSpPr>
          <p:cNvPr id="7" name="TextBox 6">
            <a:extLst>
              <a:ext uri="{FF2B5EF4-FFF2-40B4-BE49-F238E27FC236}">
                <a16:creationId xmlns:a16="http://schemas.microsoft.com/office/drawing/2014/main" id="{243F686F-A345-8BC7-083A-42E3E415DFFF}"/>
              </a:ext>
            </a:extLst>
          </p:cNvPr>
          <p:cNvSpPr txBox="1"/>
          <p:nvPr/>
        </p:nvSpPr>
        <p:spPr>
          <a:xfrm>
            <a:off x="603504" y="475488"/>
            <a:ext cx="11256264" cy="369332"/>
          </a:xfrm>
          <a:prstGeom prst="rect">
            <a:avLst/>
          </a:prstGeom>
          <a:noFill/>
        </p:spPr>
        <p:txBody>
          <a:bodyPr wrap="square" rtlCol="0">
            <a:spAutoFit/>
          </a:bodyPr>
          <a:lstStyle/>
          <a:p>
            <a:r>
              <a:rPr lang="en-US" b="1" dirty="0"/>
              <a:t>Flux Return Design for the coils first attempt: soft iron block neat the coils with disturbance</a:t>
            </a:r>
          </a:p>
        </p:txBody>
      </p:sp>
      <p:pic>
        <p:nvPicPr>
          <p:cNvPr id="9" name="Picture 8">
            <a:extLst>
              <a:ext uri="{FF2B5EF4-FFF2-40B4-BE49-F238E27FC236}">
                <a16:creationId xmlns:a16="http://schemas.microsoft.com/office/drawing/2014/main" id="{A5ADC2DB-553C-7046-C9D4-B59FC5DA4FC2}"/>
              </a:ext>
            </a:extLst>
          </p:cNvPr>
          <p:cNvPicPr>
            <a:picLocks noChangeAspect="1"/>
          </p:cNvPicPr>
          <p:nvPr/>
        </p:nvPicPr>
        <p:blipFill>
          <a:blip r:embed="rId2"/>
          <a:stretch>
            <a:fillRect/>
          </a:stretch>
        </p:blipFill>
        <p:spPr>
          <a:xfrm>
            <a:off x="1344532" y="1296924"/>
            <a:ext cx="3629532" cy="3620005"/>
          </a:xfrm>
          <a:prstGeom prst="rect">
            <a:avLst/>
          </a:prstGeom>
          <a:effectLst>
            <a:softEdge rad="228600"/>
          </a:effectLst>
        </p:spPr>
      </p:pic>
      <p:pic>
        <p:nvPicPr>
          <p:cNvPr id="3" name="Picture 2">
            <a:extLst>
              <a:ext uri="{FF2B5EF4-FFF2-40B4-BE49-F238E27FC236}">
                <a16:creationId xmlns:a16="http://schemas.microsoft.com/office/drawing/2014/main" id="{E7776972-EEE1-9712-4E6D-CFDBA0EC5F19}"/>
              </a:ext>
            </a:extLst>
          </p:cNvPr>
          <p:cNvPicPr>
            <a:picLocks noChangeAspect="1"/>
          </p:cNvPicPr>
          <p:nvPr/>
        </p:nvPicPr>
        <p:blipFill>
          <a:blip r:embed="rId3"/>
          <a:stretch>
            <a:fillRect/>
          </a:stretch>
        </p:blipFill>
        <p:spPr>
          <a:xfrm>
            <a:off x="5456972" y="910308"/>
            <a:ext cx="5896828" cy="5380553"/>
          </a:xfrm>
          <a:prstGeom prst="rect">
            <a:avLst/>
          </a:prstGeom>
          <a:effectLst>
            <a:softEdge rad="127000"/>
          </a:effectLst>
        </p:spPr>
      </p:pic>
    </p:spTree>
    <p:extLst>
      <p:ext uri="{BB962C8B-B14F-4D97-AF65-F5344CB8AC3E}">
        <p14:creationId xmlns:p14="http://schemas.microsoft.com/office/powerpoint/2010/main" val="229152378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51659-8FFE-F69B-0724-C55877EA17C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55063EF-4948-C218-F824-16210CEEFDD2}"/>
              </a:ext>
            </a:extLst>
          </p:cNvPr>
          <p:cNvSpPr>
            <a:spLocks noGrp="1"/>
          </p:cNvSpPr>
          <p:nvPr>
            <p:ph type="dt" sz="half" idx="10"/>
          </p:nvPr>
        </p:nvSpPr>
        <p:spPr/>
        <p:txBody>
          <a:bodyPr/>
          <a:lstStyle/>
          <a:p>
            <a:fld id="{FB69D6F1-4E0D-4C88-8C78-6CAE184FDF12}" type="datetime1">
              <a:rPr lang="en-US" smtClean="0"/>
              <a:t>3/6/2026</a:t>
            </a:fld>
            <a:endParaRPr lang="en-US"/>
          </a:p>
        </p:txBody>
      </p:sp>
      <p:sp>
        <p:nvSpPr>
          <p:cNvPr id="5" name="Footer Placeholder 4">
            <a:extLst>
              <a:ext uri="{FF2B5EF4-FFF2-40B4-BE49-F238E27FC236}">
                <a16:creationId xmlns:a16="http://schemas.microsoft.com/office/drawing/2014/main" id="{0A907F92-C9AF-8C78-5BBE-77642C6DA45A}"/>
              </a:ext>
            </a:extLst>
          </p:cNvPr>
          <p:cNvSpPr>
            <a:spLocks noGrp="1"/>
          </p:cNvSpPr>
          <p:nvPr>
            <p:ph type="ftr" sz="quarter" idx="11"/>
          </p:nvPr>
        </p:nvSpPr>
        <p:spPr/>
        <p:txBody>
          <a:bodyPr/>
          <a:lstStyle/>
          <a:p>
            <a:r>
              <a:rPr lang="en-US" dirty="0"/>
              <a:t>Mar 6</a:t>
            </a:r>
          </a:p>
        </p:txBody>
      </p:sp>
      <p:sp>
        <p:nvSpPr>
          <p:cNvPr id="6" name="Slide Number Placeholder 5">
            <a:extLst>
              <a:ext uri="{FF2B5EF4-FFF2-40B4-BE49-F238E27FC236}">
                <a16:creationId xmlns:a16="http://schemas.microsoft.com/office/drawing/2014/main" id="{BF861809-245B-8740-811C-852011A088CD}"/>
              </a:ext>
            </a:extLst>
          </p:cNvPr>
          <p:cNvSpPr>
            <a:spLocks noGrp="1"/>
          </p:cNvSpPr>
          <p:nvPr>
            <p:ph type="sldNum" sz="quarter" idx="12"/>
          </p:nvPr>
        </p:nvSpPr>
        <p:spPr/>
        <p:txBody>
          <a:bodyPr/>
          <a:lstStyle/>
          <a:p>
            <a:fld id="{5D474BC6-09C9-4ED8-ADF6-087D6F25D5BC}" type="slidenum">
              <a:rPr lang="en-US" smtClean="0"/>
              <a:t>162</a:t>
            </a:fld>
            <a:endParaRPr lang="en-US"/>
          </a:p>
        </p:txBody>
      </p:sp>
      <p:sp>
        <p:nvSpPr>
          <p:cNvPr id="7" name="TextBox 6">
            <a:extLst>
              <a:ext uri="{FF2B5EF4-FFF2-40B4-BE49-F238E27FC236}">
                <a16:creationId xmlns:a16="http://schemas.microsoft.com/office/drawing/2014/main" id="{FC7522C0-8D91-5977-EF7B-E18773A0FE62}"/>
              </a:ext>
            </a:extLst>
          </p:cNvPr>
          <p:cNvSpPr txBox="1"/>
          <p:nvPr/>
        </p:nvSpPr>
        <p:spPr>
          <a:xfrm>
            <a:off x="603504" y="475488"/>
            <a:ext cx="11256264" cy="369332"/>
          </a:xfrm>
          <a:prstGeom prst="rect">
            <a:avLst/>
          </a:prstGeom>
          <a:noFill/>
        </p:spPr>
        <p:txBody>
          <a:bodyPr wrap="square" rtlCol="0">
            <a:spAutoFit/>
          </a:bodyPr>
          <a:lstStyle/>
          <a:p>
            <a:r>
              <a:rPr lang="en-US" b="1" dirty="0"/>
              <a:t>Flux Return Design for the coils first attempt: soft iron block near the coils with disturbance</a:t>
            </a:r>
          </a:p>
        </p:txBody>
      </p:sp>
      <p:sp>
        <p:nvSpPr>
          <p:cNvPr id="12" name="TextBox 11">
            <a:extLst>
              <a:ext uri="{FF2B5EF4-FFF2-40B4-BE49-F238E27FC236}">
                <a16:creationId xmlns:a16="http://schemas.microsoft.com/office/drawing/2014/main" id="{7E7C1C67-234A-EA11-1284-630485D80F97}"/>
              </a:ext>
            </a:extLst>
          </p:cNvPr>
          <p:cNvSpPr txBox="1"/>
          <p:nvPr/>
        </p:nvSpPr>
        <p:spPr>
          <a:xfrm>
            <a:off x="904351" y="5369033"/>
            <a:ext cx="3743036" cy="646331"/>
          </a:xfrm>
          <a:prstGeom prst="rect">
            <a:avLst/>
          </a:prstGeom>
          <a:noFill/>
        </p:spPr>
        <p:txBody>
          <a:bodyPr wrap="square" rtlCol="0">
            <a:spAutoFit/>
          </a:bodyPr>
          <a:lstStyle/>
          <a:p>
            <a:pPr marL="285750" indent="-285750">
              <a:buFont typeface="Arial" panose="020B0604020202020204" pitchFamily="34" charset="0"/>
              <a:buChar char="•"/>
            </a:pPr>
            <a:r>
              <a:rPr lang="en-US" dirty="0"/>
              <a:t>Improvement in flux return seen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54603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6D87B5E-A421-4284-9C9F-B129ED895BEE}">
  <we:reference id="WA200002290" version="1.0.0.4" store="Omex" storeType="OMEX"/>
  <we:alternateReferences>
    <we:reference id="WA200002290" version="1.0.0.4" store="WA20000229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BA576B-FD7F-43D3-A981-42E6F4796B9D}">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3162AA1D8D7440A9EE7CE5D66741A3" ma:contentTypeVersion="18" ma:contentTypeDescription="Create a new document." ma:contentTypeScope="" ma:versionID="3cff5169699184699b03841c296a2499">
  <xsd:schema xmlns:xsd="http://www.w3.org/2001/XMLSchema" xmlns:xs="http://www.w3.org/2001/XMLSchema" xmlns:p="http://schemas.microsoft.com/office/2006/metadata/properties" xmlns:ns3="1093dcce-eacf-4210-9bae-8e355fde9a29" xmlns:ns4="01267c0b-82ea-4d0e-ac46-712083006ca0" targetNamespace="http://schemas.microsoft.com/office/2006/metadata/properties" ma:root="true" ma:fieldsID="f45f44d3b17d21ae512679b2734e14f2" ns3:_="" ns4:_="">
    <xsd:import namespace="1093dcce-eacf-4210-9bae-8e355fde9a29"/>
    <xsd:import namespace="01267c0b-82ea-4d0e-ac46-712083006ca0"/>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ObjectDetectorVersions" minOccurs="0"/>
                <xsd:element ref="ns3:MediaLengthInSecond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93dcce-eacf-4210-9bae-8e355fde9a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67c0b-82ea-4d0e-ac46-712083006c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093dcce-eacf-4210-9bae-8e355fde9a29" xsi:nil="true"/>
  </documentManagement>
</p:properties>
</file>

<file path=customXml/itemProps1.xml><?xml version="1.0" encoding="utf-8"?>
<ds:datastoreItem xmlns:ds="http://schemas.openxmlformats.org/officeDocument/2006/customXml" ds:itemID="{6DC10C51-5A37-46BC-B8C4-F589561DD9B6}">
  <ds:schemaRefs>
    <ds:schemaRef ds:uri="01267c0b-82ea-4d0e-ac46-712083006ca0"/>
    <ds:schemaRef ds:uri="1093dcce-eacf-4210-9bae-8e355fde9a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531B96B6-609E-4150-84EA-B1E5264E783E}">
  <ds:schemaRefs>
    <ds:schemaRef ds:uri="http://schemas.microsoft.com/sharepoint/v3/contenttype/forms"/>
  </ds:schemaRefs>
</ds:datastoreItem>
</file>

<file path=customXml/itemProps3.xml><?xml version="1.0" encoding="utf-8"?>
<ds:datastoreItem xmlns:ds="http://schemas.openxmlformats.org/officeDocument/2006/customXml" ds:itemID="{8ABD67AD-7774-48EB-B4AB-D9969F200F73}">
  <ds:schemaRefs>
    <ds:schemaRef ds:uri="http://purl.org/dc/elements/1.1/"/>
    <ds:schemaRef ds:uri="http://purl.org/dc/dcmitype/"/>
    <ds:schemaRef ds:uri="http://www.w3.org/XML/1998/namespace"/>
    <ds:schemaRef ds:uri="http://schemas.openxmlformats.org/package/2006/metadata/core-properties"/>
    <ds:schemaRef ds:uri="http://schemas.microsoft.com/office/infopath/2007/PartnerControls"/>
    <ds:schemaRef ds:uri="http://schemas.microsoft.com/office/2006/documentManagement/types"/>
    <ds:schemaRef ds:uri="01267c0b-82ea-4d0e-ac46-712083006ca0"/>
    <ds:schemaRef ds:uri="1093dcce-eacf-4210-9bae-8e355fde9a29"/>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3078</TotalTime>
  <Words>7080</Words>
  <Application>Microsoft Office PowerPoint</Application>
  <PresentationFormat>Widescreen</PresentationFormat>
  <Paragraphs>1155</Paragraphs>
  <Slides>162</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162</vt:i4>
      </vt:variant>
    </vt:vector>
  </HeadingPairs>
  <TitlesOfParts>
    <vt:vector size="168" baseType="lpstr">
      <vt:lpstr>Aptos</vt:lpstr>
      <vt:lpstr>Aptos Display</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effects of value of η on the current oscillations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see that the spread in nearest neighbor currents increases with decreasing η</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 Mubasshir</dc:creator>
  <cp:lastModifiedBy>Khan, Mubasshir</cp:lastModifiedBy>
  <cp:revision>2</cp:revision>
  <dcterms:created xsi:type="dcterms:W3CDTF">2026-01-08T05:00:42Z</dcterms:created>
  <dcterms:modified xsi:type="dcterms:W3CDTF">2026-03-06T16:19:56Z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0x010100D83162AA1D8D7440A9EE7CE5D66741A3</vt:lpwstr>
  </property>
</Properties>
</file>